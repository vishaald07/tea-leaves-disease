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6" r:id="rId2"/>
    <p:sldMasterId id="2147483684" r:id="rId3"/>
  </p:sldMasterIdLst>
  <p:sldIdLst>
    <p:sldId id="286" r:id="rId4"/>
    <p:sldId id="289" r:id="rId5"/>
    <p:sldId id="292" r:id="rId6"/>
    <p:sldId id="295" r:id="rId7"/>
    <p:sldId id="298" r:id="rId8"/>
    <p:sldId id="301" r:id="rId9"/>
    <p:sldId id="307" r:id="rId10"/>
    <p:sldId id="310" r:id="rId11"/>
    <p:sldId id="313" r:id="rId12"/>
    <p:sldId id="259" r:id="rId13"/>
    <p:sldId id="262" r:id="rId14"/>
    <p:sldId id="265" r:id="rId15"/>
    <p:sldId id="268" r:id="rId16"/>
    <p:sldId id="271" r:id="rId17"/>
    <p:sldId id="274" r:id="rId18"/>
    <p:sldId id="277" r:id="rId19"/>
    <p:sldId id="280" r:id="rId20"/>
    <p:sldId id="283" r:id="rId21"/>
    <p:sldId id="316" r:id="rId22"/>
    <p:sldId id="319" r:id="rId23"/>
    <p:sldId id="322" r:id="rId24"/>
    <p:sldId id="325" r:id="rId25"/>
    <p:sldId id="328" r:id="rId26"/>
    <p:sldId id="331" r:id="rId27"/>
    <p:sldId id="334" r:id="rId28"/>
    <p:sldId id="337" r:id="rId29"/>
    <p:sldId id="340" r:id="rId30"/>
    <p:sldId id="343" r:id="rId31"/>
    <p:sldId id="346" r:id="rId32"/>
  </p:sldIdLst>
  <p:sldSz cx="7772400" cy="10058400"/>
  <p:notesSz cx="6858000" cy="9144000"/>
  <p:custDataLst>
    <p:tags r:id="rId33"/>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00"/>
    <p:restoredTop sz="0"/>
  </p:normalViewPr>
  <p:slideViewPr>
    <p:cSldViewPr>
      <p:cViewPr varScale="1">
        <p:scale>
          <a:sx n="51" d="100"/>
          <a:sy n="51" d="100"/>
        </p:scale>
        <p:origin x="1924" y="40"/>
      </p:cViewPr>
      <p:guideLst/>
    </p:cSldViewPr>
  </p:slideViewPr>
  <p:notesTextViewPr>
    <p:cViewPr>
      <p:scale>
        <a:sx n="1" d="1"/>
        <a:sy n="1" d="1"/>
      </p:scale>
      <p:origin x="0" y="0"/>
    </p:cViewPr>
  </p:notesTextViewPr>
  <p:notesViewPr>
    <p:cSldViewPr>
      <p:cViewPr>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 /><Relationship Id="rId13" Type="http://schemas.openxmlformats.org/officeDocument/2006/relationships/slide" Target="slides/slide10.xml" /><Relationship Id="rId18" Type="http://schemas.openxmlformats.org/officeDocument/2006/relationships/slide" Target="slides/slide15.xml" /><Relationship Id="rId26" Type="http://schemas.openxmlformats.org/officeDocument/2006/relationships/slide" Target="slides/slide23.xml" /><Relationship Id="rId3" Type="http://schemas.openxmlformats.org/officeDocument/2006/relationships/slideMaster" Target="slideMasters/slideMaster3.xml" /><Relationship Id="rId21" Type="http://schemas.openxmlformats.org/officeDocument/2006/relationships/slide" Target="slides/slide18.xml" /><Relationship Id="rId34" Type="http://schemas.openxmlformats.org/officeDocument/2006/relationships/presProps" Target="presProps.xml" /><Relationship Id="rId7" Type="http://schemas.openxmlformats.org/officeDocument/2006/relationships/slide" Target="slides/slide4.xml" /><Relationship Id="rId12" Type="http://schemas.openxmlformats.org/officeDocument/2006/relationships/slide" Target="slides/slide9.xml" /><Relationship Id="rId17" Type="http://schemas.openxmlformats.org/officeDocument/2006/relationships/slide" Target="slides/slide14.xml" /><Relationship Id="rId25" Type="http://schemas.openxmlformats.org/officeDocument/2006/relationships/slide" Target="slides/slide22.xml" /><Relationship Id="rId33" Type="http://schemas.openxmlformats.org/officeDocument/2006/relationships/tags" Target="tags/tag1.xml" /><Relationship Id="rId2" Type="http://schemas.openxmlformats.org/officeDocument/2006/relationships/slideMaster" Target="slideMasters/slideMaster2.xml" /><Relationship Id="rId16" Type="http://schemas.openxmlformats.org/officeDocument/2006/relationships/slide" Target="slides/slide13.xml" /><Relationship Id="rId20" Type="http://schemas.openxmlformats.org/officeDocument/2006/relationships/slide" Target="slides/slide17.xml" /><Relationship Id="rId29" Type="http://schemas.openxmlformats.org/officeDocument/2006/relationships/slide" Target="slides/slide26.xml" /><Relationship Id="rId1" Type="http://schemas.openxmlformats.org/officeDocument/2006/relationships/slideMaster" Target="slideMasters/slideMaster1.xml" /><Relationship Id="rId6" Type="http://schemas.openxmlformats.org/officeDocument/2006/relationships/slide" Target="slides/slide3.xml" /><Relationship Id="rId11" Type="http://schemas.openxmlformats.org/officeDocument/2006/relationships/slide" Target="slides/slide8.xml" /><Relationship Id="rId24" Type="http://schemas.openxmlformats.org/officeDocument/2006/relationships/slide" Target="slides/slide21.xml" /><Relationship Id="rId32" Type="http://schemas.openxmlformats.org/officeDocument/2006/relationships/slide" Target="slides/slide29.xml" /><Relationship Id="rId37" Type="http://schemas.openxmlformats.org/officeDocument/2006/relationships/tableStyles" Target="tableStyles.xml" /><Relationship Id="rId5" Type="http://schemas.openxmlformats.org/officeDocument/2006/relationships/slide" Target="slides/slide2.xml" /><Relationship Id="rId15" Type="http://schemas.openxmlformats.org/officeDocument/2006/relationships/slide" Target="slides/slide12.xml" /><Relationship Id="rId23" Type="http://schemas.openxmlformats.org/officeDocument/2006/relationships/slide" Target="slides/slide20.xml" /><Relationship Id="rId28" Type="http://schemas.openxmlformats.org/officeDocument/2006/relationships/slide" Target="slides/slide25.xml" /><Relationship Id="rId36" Type="http://schemas.openxmlformats.org/officeDocument/2006/relationships/theme" Target="theme/theme1.xml" /><Relationship Id="rId10" Type="http://schemas.openxmlformats.org/officeDocument/2006/relationships/slide" Target="slides/slide7.xml" /><Relationship Id="rId19" Type="http://schemas.openxmlformats.org/officeDocument/2006/relationships/slide" Target="slides/slide16.xml" /><Relationship Id="rId31" Type="http://schemas.openxmlformats.org/officeDocument/2006/relationships/slide" Target="slides/slide28.xml" /><Relationship Id="rId4" Type="http://schemas.openxmlformats.org/officeDocument/2006/relationships/slide" Target="slides/slide1.xml" /><Relationship Id="rId9" Type="http://schemas.openxmlformats.org/officeDocument/2006/relationships/slide" Target="slides/slide6.xml" /><Relationship Id="rId14" Type="http://schemas.openxmlformats.org/officeDocument/2006/relationships/slide" Target="slides/slide11.xml" /><Relationship Id="rId22" Type="http://schemas.openxmlformats.org/officeDocument/2006/relationships/slide" Target="slides/slide19.xml" /><Relationship Id="rId27" Type="http://schemas.openxmlformats.org/officeDocument/2006/relationships/slide" Target="slides/slide24.xml" /><Relationship Id="rId30" Type="http://schemas.openxmlformats.org/officeDocument/2006/relationships/slide" Target="slides/slide27.xml" /><Relationship Id="rId35" Type="http://schemas.openxmlformats.org/officeDocument/2006/relationships/viewProps" Target="viewProps.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 /></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 /></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 /></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 /></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 /></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 /></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 /></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 /></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 /></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 /></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t>Click to edit Master title style</a:t>
            </a:r>
          </a:p>
        </p:txBody>
      </p:sp>
      <p:sp>
        <p:nvSpPr>
          <p:cNvPr id="3" name="Subtitle 2"/>
          <p:cNvSpPr>
            <a:spLocks noGrp="1"/>
          </p:cNvSpPr>
          <p:nvPr>
            <p:ph type="subTitle" idx="1"/>
          </p:nvPr>
        </p:nvSpPr>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2"/>
          </p:nvPr>
        </p:nvSpPr>
        <p:spPr/>
        <p:txBody>
          <a:bodyPr/>
          <a:lstStyle/>
          <a:p>
            <a:fld id="{ED1BD281-B905-4A54-9CF1-017343856BA6}" type="datetimeFigureOut">
              <a:rPr lang="en-US" smtClean="0"/>
              <a:t>4/23/2024</a:t>
            </a:fld>
            <a:endParaRPr lang="en-US"/>
          </a:p>
        </p:txBody>
      </p:sp>
      <p:sp>
        <p:nvSpPr>
          <p:cNvPr id="5" name="Footer Placeholder 4"/>
          <p:cNvSpPr>
            <a:spLocks noGrp="1"/>
          </p:cNvSpPr>
          <p:nvPr>
            <p:ph type="ftr" sz="quarter" idx="3"/>
          </p:nvPr>
        </p:nvSpPr>
        <p:spPr/>
        <p:txBody>
          <a:bodyPr/>
          <a:lstStyle/>
          <a:p>
            <a:endParaRPr lang="en-US"/>
          </a:p>
        </p:txBody>
      </p:sp>
      <p:sp>
        <p:nvSpPr>
          <p:cNvPr id="6" name="Slide Number Placeholder 5"/>
          <p:cNvSpPr>
            <a:spLocks noGrp="1"/>
          </p:cNvSpPr>
          <p:nvPr>
            <p:ph type="sldNum" sz="quarter" idx="4"/>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p:txBody>
          <a:bodyPr/>
          <a:lstStyle/>
          <a:p>
            <a:fld id="{60F4B8DD-F820-468B-9067-E4F5C6949CE7}" type="datetimeFigureOut">
              <a:rPr lang="en-US" smtClean="0"/>
              <a:t>4/23/2024</a:t>
            </a:fld>
            <a:endParaRPr lang="en-US"/>
          </a:p>
        </p:txBody>
      </p:sp>
      <p:sp>
        <p:nvSpPr>
          <p:cNvPr id="5" name="Footer Placeholder 4"/>
          <p:cNvSpPr>
            <a:spLocks noGrp="1"/>
          </p:cNvSpPr>
          <p:nvPr>
            <p:ph type="ftr" sz="quarter" idx="3"/>
          </p:nvPr>
        </p:nvSpPr>
        <p:spPr/>
        <p:txBody>
          <a:bodyPr/>
          <a:lstStyle/>
          <a:p>
            <a:endParaRPr lang="en-US"/>
          </a:p>
        </p:txBody>
      </p:sp>
      <p:sp>
        <p:nvSpPr>
          <p:cNvPr id="6" name="Slide Number Placeholder 5"/>
          <p:cNvSpPr>
            <a:spLocks noGrp="1"/>
          </p:cNvSpPr>
          <p:nvPr>
            <p:ph type="sldNum" sz="quarter" idx="4"/>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r>
              <a:rPr lang="en-US"/>
              <a:t>Click to edit Master text styles</a:t>
            </a:r>
          </a:p>
        </p:txBody>
      </p:sp>
      <p:sp>
        <p:nvSpPr>
          <p:cNvPr id="4" name="Date Placeholder 3"/>
          <p:cNvSpPr>
            <a:spLocks noGrp="1"/>
          </p:cNvSpPr>
          <p:nvPr>
            <p:ph type="dt" sz="half" idx="2"/>
          </p:nvPr>
        </p:nvSpPr>
        <p:spPr/>
        <p:txBody>
          <a:bodyPr/>
          <a:lstStyle/>
          <a:p>
            <a:fld id="{39E224E7-7F93-4976-9E97-AB408957661C}" type="datetimeFigureOut">
              <a:rPr lang="en-US" smtClean="0"/>
              <a:t>4/23/2024</a:t>
            </a:fld>
            <a:endParaRPr lang="en-US"/>
          </a:p>
        </p:txBody>
      </p:sp>
      <p:sp>
        <p:nvSpPr>
          <p:cNvPr id="5" name="Footer Placeholder 4"/>
          <p:cNvSpPr>
            <a:spLocks noGrp="1"/>
          </p:cNvSpPr>
          <p:nvPr>
            <p:ph type="ftr" sz="quarter" idx="3"/>
          </p:nvPr>
        </p:nvSpPr>
        <p:spPr/>
        <p:txBody>
          <a:bodyPr/>
          <a:lstStyle/>
          <a:p>
            <a:endParaRPr lang="en-US"/>
          </a:p>
        </p:txBody>
      </p:sp>
      <p:sp>
        <p:nvSpPr>
          <p:cNvPr id="6" name="Slide Number Placeholder 5"/>
          <p:cNvSpPr>
            <a:spLocks noGrp="1"/>
          </p:cNvSpPr>
          <p:nvPr>
            <p:ph type="sldNum" sz="quarter" idx="4"/>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3"/>
          </p:nvPr>
        </p:nvSpPr>
        <p:spPr/>
        <p:txBody>
          <a:bodyPr/>
          <a:lstStyle/>
          <a:p>
            <a:fld id="{C45B183E-EFA9-4FBE-A8CB-169EF1434A2F}" type="datetimeFigureOut">
              <a:rPr lang="en-US" smtClean="0"/>
              <a:t>4/23/2024</a:t>
            </a:fld>
            <a:endParaRPr lang="en-US"/>
          </a:p>
        </p:txBody>
      </p:sp>
      <p:sp>
        <p:nvSpPr>
          <p:cNvPr id="6" name="Footer Placeholder 5"/>
          <p:cNvSpPr>
            <a:spLocks noGrp="1"/>
          </p:cNvSpPr>
          <p:nvPr>
            <p:ph type="ftr" sz="quarter" idx="4"/>
          </p:nvPr>
        </p:nvSpPr>
        <p:spPr/>
        <p:txBody>
          <a:bodyPr/>
          <a:lstStyle/>
          <a:p>
            <a:endParaRPr lang="en-US"/>
          </a:p>
        </p:txBody>
      </p:sp>
      <p:sp>
        <p:nvSpPr>
          <p:cNvPr id="7" name="Slide Number Placeholder 6"/>
          <p:cNvSpPr>
            <a:spLocks noGrp="1"/>
          </p:cNvSpPr>
          <p:nvPr>
            <p:ph type="sldNum" sz="quarter" idx="5"/>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r>
              <a:rPr lang="en-US"/>
              <a:t>Click to edit Master text styles</a:t>
            </a:r>
          </a:p>
        </p:txBody>
      </p:sp>
      <p:sp>
        <p:nvSpPr>
          <p:cNvPr id="4" name="Content Placeholder 3"/>
          <p:cNvSpPr>
            <a:spLocks noGrp="1"/>
          </p:cNvSpPr>
          <p:nvPr>
            <p:ph sz="half" idx="2"/>
          </p:nvPr>
        </p:nvSpPr>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r>
              <a:rPr lang="en-US"/>
              <a:t>Click to edit Master text styles</a:t>
            </a:r>
          </a:p>
        </p:txBody>
      </p:sp>
      <p:sp>
        <p:nvSpPr>
          <p:cNvPr id="6" name="Content Placeholder 5"/>
          <p:cNvSpPr>
            <a:spLocks noGrp="1"/>
          </p:cNvSpPr>
          <p:nvPr>
            <p:ph sz="quarter" idx="4"/>
          </p:nvPr>
        </p:nvSpPr>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5"/>
          </p:nvPr>
        </p:nvSpPr>
        <p:spPr/>
        <p:txBody>
          <a:bodyPr/>
          <a:lstStyle/>
          <a:p>
            <a:fld id="{32375726-CDB5-4D68-8840-A82BD3E5310E}" type="datetimeFigureOut">
              <a:rPr lang="en-US" smtClean="0"/>
              <a:t>4/23/2024</a:t>
            </a:fld>
            <a:endParaRPr lang="en-US"/>
          </a:p>
        </p:txBody>
      </p:sp>
      <p:sp>
        <p:nvSpPr>
          <p:cNvPr id="8" name="Footer Placeholder 7"/>
          <p:cNvSpPr>
            <a:spLocks noGrp="1"/>
          </p:cNvSpPr>
          <p:nvPr>
            <p:ph type="ftr" sz="quarter" idx="6"/>
          </p:nvPr>
        </p:nvSpPr>
        <p:spPr/>
        <p:txBody>
          <a:bodyPr/>
          <a:lstStyle/>
          <a:p>
            <a:endParaRPr lang="en-US"/>
          </a:p>
        </p:txBody>
      </p:sp>
      <p:sp>
        <p:nvSpPr>
          <p:cNvPr id="9" name="Slide Number Placeholder 8"/>
          <p:cNvSpPr>
            <a:spLocks noGrp="1"/>
          </p:cNvSpPr>
          <p:nvPr>
            <p:ph type="sldNum" sz="quarter" idx="7"/>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
          </p:nvPr>
        </p:nvSpPr>
        <p:spPr/>
        <p:txBody>
          <a:bodyPr/>
          <a:lstStyle/>
          <a:p>
            <a:fld id="{D80A05DE-4350-4007-A9DE-784EFA43ABB8}" type="datetimeFigureOut">
              <a:rPr lang="en-US" smtClean="0"/>
              <a:t>4/23/2024</a:t>
            </a:fld>
            <a:endParaRPr lang="en-US"/>
          </a:p>
        </p:txBody>
      </p:sp>
      <p:sp>
        <p:nvSpPr>
          <p:cNvPr id="4" name="Footer Placeholder 3"/>
          <p:cNvSpPr>
            <a:spLocks noGrp="1"/>
          </p:cNvSpPr>
          <p:nvPr>
            <p:ph type="ftr" sz="quarter" idx="2"/>
          </p:nvPr>
        </p:nvSpPr>
        <p:spPr/>
        <p:txBody>
          <a:bodyPr/>
          <a:lstStyle/>
          <a:p>
            <a:endParaRPr lang="en-US"/>
          </a:p>
        </p:txBody>
      </p:sp>
      <p:sp>
        <p:nvSpPr>
          <p:cNvPr id="5" name="Slide Number Placeholder 4"/>
          <p:cNvSpPr>
            <a:spLocks noGrp="1"/>
          </p:cNvSpPr>
          <p:nvPr>
            <p:ph type="sldNum" sz="quarter" idx="3"/>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p:nvPr>
        </p:nvSpPr>
        <p:spPr/>
        <p:txBody>
          <a:bodyPr/>
          <a:lstStyle/>
          <a:p>
            <a:fld id="{96C08F78-96F4-44D0-BEE9-45AE90064199}" type="datetimeFigureOut">
              <a:rPr lang="en-US" smtClean="0"/>
              <a:t>4/23/2024</a:t>
            </a:fld>
            <a:endParaRPr lang="en-US"/>
          </a:p>
        </p:txBody>
      </p:sp>
      <p:sp>
        <p:nvSpPr>
          <p:cNvPr id="3" name="Footer Placeholder 2"/>
          <p:cNvSpPr>
            <a:spLocks noGrp="1"/>
          </p:cNvSpPr>
          <p:nvPr>
            <p:ph type="ftr" sz="quarter" idx="1"/>
          </p:nvPr>
        </p:nvSpPr>
        <p:spPr/>
        <p:txBody>
          <a:bodyPr/>
          <a:lstStyle/>
          <a:p>
            <a:endParaRPr lang="en-US"/>
          </a:p>
        </p:txBody>
      </p:sp>
      <p:sp>
        <p:nvSpPr>
          <p:cNvPr id="4" name="Slide Number Placeholder 3"/>
          <p:cNvSpPr>
            <a:spLocks noGrp="1"/>
          </p:cNvSpPr>
          <p:nvPr>
            <p:ph type="sldNum" sz="quarter" idx="2"/>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r>
              <a:rPr lang="en-US"/>
              <a:t>Click to edit Master text styles</a:t>
            </a:r>
          </a:p>
        </p:txBody>
      </p:sp>
      <p:sp>
        <p:nvSpPr>
          <p:cNvPr id="5" name="Date Placeholder 4"/>
          <p:cNvSpPr>
            <a:spLocks noGrp="1"/>
          </p:cNvSpPr>
          <p:nvPr>
            <p:ph type="dt" sz="half" idx="3"/>
          </p:nvPr>
        </p:nvSpPr>
        <p:spPr/>
        <p:txBody>
          <a:bodyPr/>
          <a:lstStyle/>
          <a:p>
            <a:fld id="{B4B0891B-6A20-4F77-873A-5E344012F48F}" type="datetimeFigureOut">
              <a:rPr lang="en-US" smtClean="0"/>
              <a:t>4/23/2024</a:t>
            </a:fld>
            <a:endParaRPr lang="en-US"/>
          </a:p>
        </p:txBody>
      </p:sp>
      <p:sp>
        <p:nvSpPr>
          <p:cNvPr id="6" name="Footer Placeholder 5"/>
          <p:cNvSpPr>
            <a:spLocks noGrp="1"/>
          </p:cNvSpPr>
          <p:nvPr>
            <p:ph type="ftr" sz="quarter" idx="4"/>
          </p:nvPr>
        </p:nvSpPr>
        <p:spPr/>
        <p:txBody>
          <a:bodyPr/>
          <a:lstStyle/>
          <a:p>
            <a:endParaRPr lang="en-US"/>
          </a:p>
        </p:txBody>
      </p:sp>
      <p:sp>
        <p:nvSpPr>
          <p:cNvPr id="7" name="Slide Number Placeholder 6"/>
          <p:cNvSpPr>
            <a:spLocks noGrp="1"/>
          </p:cNvSpPr>
          <p:nvPr>
            <p:ph type="sldNum" sz="quarter" idx="5"/>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r>
              <a:rPr lang="en-US"/>
              <a:t>Click to edit Master text styles</a:t>
            </a:r>
          </a:p>
        </p:txBody>
      </p:sp>
      <p:sp>
        <p:nvSpPr>
          <p:cNvPr id="5" name="Date Placeholder 4"/>
          <p:cNvSpPr>
            <a:spLocks noGrp="1"/>
          </p:cNvSpPr>
          <p:nvPr>
            <p:ph type="dt" sz="half" idx="3"/>
          </p:nvPr>
        </p:nvSpPr>
        <p:spPr/>
        <p:txBody>
          <a:bodyPr/>
          <a:lstStyle/>
          <a:p>
            <a:fld id="{174D7506-9278-438E-A163-148F0D30A221}" type="datetimeFigureOut">
              <a:rPr lang="en-US" smtClean="0"/>
              <a:t>4/23/2024</a:t>
            </a:fld>
            <a:endParaRPr lang="en-US"/>
          </a:p>
        </p:txBody>
      </p:sp>
      <p:sp>
        <p:nvSpPr>
          <p:cNvPr id="6" name="Footer Placeholder 5"/>
          <p:cNvSpPr>
            <a:spLocks noGrp="1"/>
          </p:cNvSpPr>
          <p:nvPr>
            <p:ph type="ftr" sz="quarter" idx="4"/>
          </p:nvPr>
        </p:nvSpPr>
        <p:spPr/>
        <p:txBody>
          <a:bodyPr/>
          <a:lstStyle/>
          <a:p>
            <a:endParaRPr lang="en-US"/>
          </a:p>
        </p:txBody>
      </p:sp>
      <p:sp>
        <p:nvSpPr>
          <p:cNvPr id="7" name="Slide Number Placeholder 6"/>
          <p:cNvSpPr>
            <a:spLocks noGrp="1"/>
          </p:cNvSpPr>
          <p:nvPr>
            <p:ph type="sldNum" sz="quarter" idx="5"/>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p:txBody>
          <a:bodyPr/>
          <a:lstStyle/>
          <a:p>
            <a:fld id="{9210E518-FC55-4F2B-888B-A6AC71BA01CE}" type="datetimeFigureOut">
              <a:rPr lang="en-US" smtClean="0"/>
              <a:t>4/23/2024</a:t>
            </a:fld>
            <a:endParaRPr lang="en-US"/>
          </a:p>
        </p:txBody>
      </p:sp>
      <p:sp>
        <p:nvSpPr>
          <p:cNvPr id="5" name="Footer Placeholder 4"/>
          <p:cNvSpPr>
            <a:spLocks noGrp="1"/>
          </p:cNvSpPr>
          <p:nvPr>
            <p:ph type="ftr" sz="quarter" idx="3"/>
          </p:nvPr>
        </p:nvSpPr>
        <p:spPr/>
        <p:txBody>
          <a:bodyPr/>
          <a:lstStyle/>
          <a:p>
            <a:endParaRPr lang="en-US"/>
          </a:p>
        </p:txBody>
      </p:sp>
      <p:sp>
        <p:nvSpPr>
          <p:cNvPr id="6" name="Slide Number Placeholder 5"/>
          <p:cNvSpPr>
            <a:spLocks noGrp="1"/>
          </p:cNvSpPr>
          <p:nvPr>
            <p:ph type="sldNum" sz="quarter" idx="4"/>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p:txBody>
          <a:bodyPr vert="eaVert"/>
          <a:lstStyle/>
          <a:p>
            <a:r>
              <a:rPr lang="en-US"/>
              <a:t>Click to edit Master title style</a:t>
            </a:r>
          </a:p>
        </p:txBody>
      </p:sp>
      <p:sp>
        <p:nvSpPr>
          <p:cNvPr id="3" name="Vertical Text Placeholder 2"/>
          <p:cNvSpPr>
            <a:spLocks noGrp="1"/>
          </p:cNvSpPr>
          <p:nvPr>
            <p:ph type="body" orient="vert" idx="1"/>
          </p:nvPr>
        </p:nvSpPr>
        <p:spPr/>
        <p:txBody>
          <a:bodyPr vert="eaVert"/>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p:txBody>
          <a:bodyPr/>
          <a:lstStyle/>
          <a:p>
            <a:fld id="{31768879-5F08-40C4-82A8-A2BB4AD6724B}" type="datetimeFigureOut">
              <a:rPr lang="en-US" smtClean="0"/>
              <a:t>4/23/2024</a:t>
            </a:fld>
            <a:endParaRPr lang="en-US"/>
          </a:p>
        </p:txBody>
      </p:sp>
      <p:sp>
        <p:nvSpPr>
          <p:cNvPr id="5" name="Footer Placeholder 4"/>
          <p:cNvSpPr>
            <a:spLocks noGrp="1"/>
          </p:cNvSpPr>
          <p:nvPr>
            <p:ph type="ftr" sz="quarter" idx="3"/>
          </p:nvPr>
        </p:nvSpPr>
        <p:spPr/>
        <p:txBody>
          <a:bodyPr/>
          <a:lstStyle/>
          <a:p>
            <a:endParaRPr lang="en-US"/>
          </a:p>
        </p:txBody>
      </p:sp>
      <p:sp>
        <p:nvSpPr>
          <p:cNvPr id="6" name="Slide Number Placeholder 5"/>
          <p:cNvSpPr>
            <a:spLocks noGrp="1"/>
          </p:cNvSpPr>
          <p:nvPr>
            <p:ph type="sldNum" sz="quarter" idx="4"/>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582930" y="3118104"/>
            <a:ext cx="6606540" cy="2112264"/>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165860" y="5632704"/>
            <a:ext cx="5440680" cy="25146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4/23/2024</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4/23/2024</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a:lvl1pPr>
          </a:lstStyle>
          <a:p>
            <a:endParaRPr/>
          </a:p>
        </p:txBody>
      </p:sp>
      <p:sp>
        <p:nvSpPr>
          <p:cNvPr id="3" name="Holder 3"/>
          <p:cNvSpPr>
            <a:spLocks noGrp="1"/>
          </p:cNvSpPr>
          <p:nvPr>
            <p:ph sz="half" idx="2"/>
          </p:nvPr>
        </p:nvSpPr>
        <p:spPr>
          <a:xfrm>
            <a:off x="388620" y="2313432"/>
            <a:ext cx="3380994" cy="6638544"/>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002786" y="2313432"/>
            <a:ext cx="3380994" cy="6638544"/>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4/23/2024</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4/23/2024</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4/23/2024</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70791" y="2794000"/>
            <a:ext cx="5830819" cy="3911600"/>
          </a:xfrm>
        </p:spPr>
        <p:txBody>
          <a:bodyPr>
            <a:noAutofit/>
          </a:bodyPr>
          <a:lstStyle>
            <a:lvl1pPr>
              <a:defRPr sz="3443"/>
            </a:lvl1pPr>
          </a:lstStyle>
          <a:p>
            <a:r>
              <a:rPr lang="en-US"/>
              <a:t>Click to edit Master title style</a:t>
            </a:r>
            <a:endParaRPr/>
          </a:p>
        </p:txBody>
      </p:sp>
      <p:sp>
        <p:nvSpPr>
          <p:cNvPr id="3" name="Subtitle 2"/>
          <p:cNvSpPr>
            <a:spLocks noGrp="1"/>
          </p:cNvSpPr>
          <p:nvPr>
            <p:ph type="subTitle" idx="1"/>
          </p:nvPr>
        </p:nvSpPr>
        <p:spPr>
          <a:xfrm>
            <a:off x="970791" y="7487920"/>
            <a:ext cx="5830818" cy="1564640"/>
          </a:xfrm>
        </p:spPr>
        <p:txBody>
          <a:bodyPr/>
          <a:lstStyle>
            <a:lvl1pPr marL="0" indent="0" algn="l">
              <a:spcBef>
                <a:spcPct val="0"/>
              </a:spcBef>
              <a:buNone/>
              <a:defRPr>
                <a:solidFill>
                  <a:schemeClr val="tx1">
                    <a:tint val="75000"/>
                  </a:schemeClr>
                </a:solidFill>
              </a:defRPr>
            </a:lvl1pPr>
            <a:lvl2pPr marL="291541" indent="0" algn="ctr">
              <a:buNone/>
              <a:defRPr>
                <a:solidFill>
                  <a:schemeClr val="tx1">
                    <a:tint val="75000"/>
                  </a:schemeClr>
                </a:solidFill>
              </a:defRPr>
            </a:lvl2pPr>
            <a:lvl3pPr marL="583082" indent="0" algn="ctr">
              <a:buNone/>
              <a:defRPr>
                <a:solidFill>
                  <a:schemeClr val="tx1">
                    <a:tint val="75000"/>
                  </a:schemeClr>
                </a:solidFill>
              </a:defRPr>
            </a:lvl3pPr>
            <a:lvl4pPr marL="874623" indent="0" algn="ctr">
              <a:buNone/>
              <a:defRPr>
                <a:solidFill>
                  <a:schemeClr val="tx1">
                    <a:tint val="75000"/>
                  </a:schemeClr>
                </a:solidFill>
              </a:defRPr>
            </a:lvl4pPr>
            <a:lvl5pPr marL="1166164" indent="0" algn="ctr">
              <a:buNone/>
              <a:defRPr>
                <a:solidFill>
                  <a:schemeClr val="tx1">
                    <a:tint val="75000"/>
                  </a:schemeClr>
                </a:solidFill>
              </a:defRPr>
            </a:lvl5pPr>
            <a:lvl6pPr marL="1457705" indent="0" algn="ctr">
              <a:buNone/>
              <a:defRPr>
                <a:solidFill>
                  <a:schemeClr val="tx1">
                    <a:tint val="75000"/>
                  </a:schemeClr>
                </a:solidFill>
              </a:defRPr>
            </a:lvl6pPr>
            <a:lvl7pPr marL="1749246" indent="0" algn="ctr">
              <a:buNone/>
              <a:defRPr>
                <a:solidFill>
                  <a:schemeClr val="tx1">
                    <a:tint val="75000"/>
                  </a:schemeClr>
                </a:solidFill>
              </a:defRPr>
            </a:lvl7pPr>
            <a:lvl8pPr marL="2040786" indent="0" algn="ctr">
              <a:buNone/>
              <a:defRPr>
                <a:solidFill>
                  <a:schemeClr val="tx1">
                    <a:tint val="75000"/>
                  </a:schemeClr>
                </a:solidFill>
              </a:defRPr>
            </a:lvl8pPr>
            <a:lvl9pPr marL="2332327" indent="0" algn="ctr">
              <a:buNone/>
              <a:defRPr>
                <a:solidFill>
                  <a:schemeClr val="tx1">
                    <a:tint val="75000"/>
                  </a:schemeClr>
                </a:solidFill>
              </a:defRPr>
            </a:lvl9pPr>
          </a:lstStyle>
          <a:p>
            <a:r>
              <a:rPr lang="en-US"/>
              <a:t>Click to edit Master subtitle style</a:t>
            </a:r>
            <a:endParaRPr/>
          </a:p>
        </p:txBody>
      </p:sp>
      <p:grpSp>
        <p:nvGrpSpPr>
          <p:cNvPr id="256" name="line"/>
          <p:cNvGrpSpPr/>
          <p:nvPr/>
        </p:nvGrpSpPr>
        <p:grpSpPr>
          <a:xfrm>
            <a:off x="1010634" y="6929120"/>
            <a:ext cx="5504293" cy="93877"/>
            <a:chOff x="-5267234" y="8226199"/>
            <a:chExt cx="11091717" cy="235156"/>
          </a:xfrm>
          <a:solidFill>
            <a:schemeClr val="accent1"/>
          </a:solidFill>
        </p:grpSpPr>
        <p:sp>
          <p:nvSpPr>
            <p:cNvPr id="257" name="Freeform 5"/>
            <p:cNvSpPr/>
            <p:nvPr/>
          </p:nvSpPr>
          <p:spPr bwMode="invGray">
            <a:xfrm>
              <a:off x="5525855" y="8321659"/>
              <a:ext cx="298627" cy="27940"/>
            </a:xfrm>
            <a:custGeom>
              <a:avLst/>
              <a:gdLst>
                <a:gd name="T0" fmla="*/ 21 w 244"/>
                <a:gd name="T1" fmla="*/ 5 h 8"/>
                <a:gd name="T2" fmla="*/ 21 w 244"/>
                <a:gd name="T3" fmla="*/ 5 h 8"/>
                <a:gd name="T4" fmla="*/ 52 w 244"/>
                <a:gd name="T5" fmla="*/ 7 h 8"/>
                <a:gd name="T6" fmla="*/ 100 w 244"/>
                <a:gd name="T7" fmla="*/ 5 h 8"/>
                <a:gd name="T8" fmla="*/ 125 w 244"/>
                <a:gd name="T9" fmla="*/ 7 h 8"/>
                <a:gd name="T10" fmla="*/ 202 w 244"/>
                <a:gd name="T11" fmla="*/ 6 h 8"/>
                <a:gd name="T12" fmla="*/ 156 w 244"/>
                <a:gd name="T13" fmla="*/ 5 h 8"/>
                <a:gd name="T14" fmla="*/ 244 w 244"/>
                <a:gd name="T15" fmla="*/ 3 h 8"/>
                <a:gd name="T16" fmla="*/ 161 w 244"/>
                <a:gd name="T17" fmla="*/ 3 h 8"/>
                <a:gd name="T18" fmla="*/ 165 w 244"/>
                <a:gd name="T19" fmla="*/ 2 h 8"/>
                <a:gd name="T20" fmla="*/ 96 w 244"/>
                <a:gd name="T21" fmla="*/ 2 h 8"/>
                <a:gd name="T22" fmla="*/ 111 w 244"/>
                <a:gd name="T23" fmla="*/ 1 h 8"/>
                <a:gd name="T24" fmla="*/ 0 w 244"/>
                <a:gd name="T25" fmla="*/ 5 h 8"/>
                <a:gd name="T26" fmla="*/ 21 w 244"/>
                <a:gd name="T27" fmla="*/ 5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44" h="8">
                  <a:moveTo>
                    <a:pt x="21" y="5"/>
                  </a:moveTo>
                  <a:lnTo>
                    <a:pt x="21" y="5"/>
                  </a:lnTo>
                  <a:cubicBezTo>
                    <a:pt x="42" y="5"/>
                    <a:pt x="59" y="7"/>
                    <a:pt x="52" y="7"/>
                  </a:cubicBezTo>
                  <a:cubicBezTo>
                    <a:pt x="94" y="6"/>
                    <a:pt x="94" y="8"/>
                    <a:pt x="100" y="5"/>
                  </a:cubicBezTo>
                  <a:cubicBezTo>
                    <a:pt x="127" y="4"/>
                    <a:pt x="155" y="6"/>
                    <a:pt x="125" y="7"/>
                  </a:cubicBezTo>
                  <a:lnTo>
                    <a:pt x="202" y="6"/>
                  </a:lnTo>
                  <a:lnTo>
                    <a:pt x="156" y="5"/>
                  </a:lnTo>
                  <a:cubicBezTo>
                    <a:pt x="168" y="2"/>
                    <a:pt x="230" y="6"/>
                    <a:pt x="244" y="3"/>
                  </a:cubicBezTo>
                  <a:lnTo>
                    <a:pt x="161" y="3"/>
                  </a:lnTo>
                  <a:lnTo>
                    <a:pt x="165" y="2"/>
                  </a:lnTo>
                  <a:cubicBezTo>
                    <a:pt x="146" y="3"/>
                    <a:pt x="109" y="2"/>
                    <a:pt x="96" y="2"/>
                  </a:cubicBezTo>
                  <a:cubicBezTo>
                    <a:pt x="98" y="1"/>
                    <a:pt x="97" y="1"/>
                    <a:pt x="111" y="1"/>
                  </a:cubicBezTo>
                  <a:cubicBezTo>
                    <a:pt x="10" y="0"/>
                    <a:pt x="84" y="5"/>
                    <a:pt x="0" y="5"/>
                  </a:cubicBezTo>
                  <a:cubicBezTo>
                    <a:pt x="5" y="5"/>
                    <a:pt x="12" y="5"/>
                    <a:pt x="21" y="5"/>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258" name="Freeform 6"/>
            <p:cNvSpPr/>
            <p:nvPr/>
          </p:nvSpPr>
          <p:spPr bwMode="invGray">
            <a:xfrm>
              <a:off x="5248486" y="8303031"/>
              <a:ext cx="294578" cy="39581"/>
            </a:xfrm>
            <a:custGeom>
              <a:avLst/>
              <a:gdLst>
                <a:gd name="T0" fmla="*/ 162 w 241"/>
                <a:gd name="T1" fmla="*/ 4 h 12"/>
                <a:gd name="T2" fmla="*/ 162 w 241"/>
                <a:gd name="T3" fmla="*/ 4 h 12"/>
                <a:gd name="T4" fmla="*/ 127 w 241"/>
                <a:gd name="T5" fmla="*/ 7 h 12"/>
                <a:gd name="T6" fmla="*/ 68 w 241"/>
                <a:gd name="T7" fmla="*/ 6 h 12"/>
                <a:gd name="T8" fmla="*/ 53 w 241"/>
                <a:gd name="T9" fmla="*/ 9 h 12"/>
                <a:gd name="T10" fmla="*/ 79 w 241"/>
                <a:gd name="T11" fmla="*/ 9 h 12"/>
                <a:gd name="T12" fmla="*/ 18 w 241"/>
                <a:gd name="T13" fmla="*/ 11 h 12"/>
                <a:gd name="T14" fmla="*/ 101 w 241"/>
                <a:gd name="T15" fmla="*/ 10 h 12"/>
                <a:gd name="T16" fmla="*/ 195 w 241"/>
                <a:gd name="T17" fmla="*/ 12 h 12"/>
                <a:gd name="T18" fmla="*/ 226 w 241"/>
                <a:gd name="T19" fmla="*/ 11 h 12"/>
                <a:gd name="T20" fmla="*/ 215 w 241"/>
                <a:gd name="T21" fmla="*/ 11 h 12"/>
                <a:gd name="T22" fmla="*/ 213 w 241"/>
                <a:gd name="T23" fmla="*/ 7 h 12"/>
                <a:gd name="T24" fmla="*/ 172 w 241"/>
                <a:gd name="T25" fmla="*/ 7 h 12"/>
                <a:gd name="T26" fmla="*/ 241 w 241"/>
                <a:gd name="T27" fmla="*/ 4 h 12"/>
                <a:gd name="T28" fmla="*/ 123 w 241"/>
                <a:gd name="T29" fmla="*/ 0 h 12"/>
                <a:gd name="T30" fmla="*/ 162 w 241"/>
                <a:gd name="T31" fmla="*/ 4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41" h="12">
                  <a:moveTo>
                    <a:pt x="162" y="4"/>
                  </a:moveTo>
                  <a:lnTo>
                    <a:pt x="162" y="4"/>
                  </a:lnTo>
                  <a:lnTo>
                    <a:pt x="127" y="7"/>
                  </a:lnTo>
                  <a:lnTo>
                    <a:pt x="68" y="6"/>
                  </a:lnTo>
                  <a:cubicBezTo>
                    <a:pt x="67" y="7"/>
                    <a:pt x="24" y="8"/>
                    <a:pt x="53" y="9"/>
                  </a:cubicBezTo>
                  <a:cubicBezTo>
                    <a:pt x="59" y="9"/>
                    <a:pt x="70" y="8"/>
                    <a:pt x="79" y="9"/>
                  </a:cubicBezTo>
                  <a:cubicBezTo>
                    <a:pt x="73" y="11"/>
                    <a:pt x="0" y="9"/>
                    <a:pt x="18" y="11"/>
                  </a:cubicBezTo>
                  <a:cubicBezTo>
                    <a:pt x="65" y="11"/>
                    <a:pt x="72" y="12"/>
                    <a:pt x="101" y="10"/>
                  </a:cubicBezTo>
                  <a:cubicBezTo>
                    <a:pt x="144" y="11"/>
                    <a:pt x="175" y="11"/>
                    <a:pt x="195" y="12"/>
                  </a:cubicBezTo>
                  <a:cubicBezTo>
                    <a:pt x="208" y="12"/>
                    <a:pt x="209" y="11"/>
                    <a:pt x="226" y="11"/>
                  </a:cubicBezTo>
                  <a:lnTo>
                    <a:pt x="215" y="11"/>
                  </a:lnTo>
                  <a:lnTo>
                    <a:pt x="213" y="7"/>
                  </a:lnTo>
                  <a:cubicBezTo>
                    <a:pt x="199" y="8"/>
                    <a:pt x="187" y="7"/>
                    <a:pt x="172" y="7"/>
                  </a:cubicBezTo>
                  <a:lnTo>
                    <a:pt x="241" y="4"/>
                  </a:lnTo>
                  <a:cubicBezTo>
                    <a:pt x="219" y="1"/>
                    <a:pt x="151" y="2"/>
                    <a:pt x="123" y="0"/>
                  </a:cubicBezTo>
                  <a:cubicBezTo>
                    <a:pt x="157" y="4"/>
                    <a:pt x="96" y="2"/>
                    <a:pt x="162" y="4"/>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259" name="Freeform 7"/>
            <p:cNvSpPr/>
            <p:nvPr/>
          </p:nvSpPr>
          <p:spPr bwMode="invGray">
            <a:xfrm>
              <a:off x="5524842" y="8337957"/>
              <a:ext cx="1013" cy="0"/>
            </a:xfrm>
            <a:custGeom>
              <a:avLst/>
              <a:gdLst>
                <a:gd name="T0" fmla="*/ 0 w 1"/>
                <a:gd name="T1" fmla="*/ 0 w 1"/>
                <a:gd name="T2" fmla="*/ 1 w 1"/>
                <a:gd name="T3" fmla="*/ 0 w 1"/>
              </a:gdLst>
              <a:ahLst/>
              <a:cxnLst>
                <a:cxn ang="0">
                  <a:pos x="T0" y="0"/>
                </a:cxn>
                <a:cxn ang="0">
                  <a:pos x="T1" y="0"/>
                </a:cxn>
                <a:cxn ang="0">
                  <a:pos x="T2" y="0"/>
                </a:cxn>
                <a:cxn ang="0">
                  <a:pos x="T3" y="0"/>
                </a:cxn>
              </a:cxnLst>
              <a:rect l="0" t="0" r="r" b="b"/>
              <a:pathLst>
                <a:path w="1">
                  <a:moveTo>
                    <a:pt x="0" y="0"/>
                  </a:moveTo>
                  <a:lnTo>
                    <a:pt x="0" y="0"/>
                  </a:lnTo>
                  <a:lnTo>
                    <a:pt x="1" y="0"/>
                  </a:lnTo>
                  <a:lnTo>
                    <a:pt x="0" y="0"/>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260" name="Freeform 8"/>
            <p:cNvSpPr/>
            <p:nvPr/>
          </p:nvSpPr>
          <p:spPr bwMode="invGray">
            <a:xfrm>
              <a:off x="-900194" y="8361243"/>
              <a:ext cx="271295" cy="23283"/>
            </a:xfrm>
            <a:custGeom>
              <a:avLst/>
              <a:gdLst>
                <a:gd name="T0" fmla="*/ 77 w 222"/>
                <a:gd name="T1" fmla="*/ 5 h 7"/>
                <a:gd name="T2" fmla="*/ 77 w 222"/>
                <a:gd name="T3" fmla="*/ 5 h 7"/>
                <a:gd name="T4" fmla="*/ 56 w 222"/>
                <a:gd name="T5" fmla="*/ 6 h 7"/>
                <a:gd name="T6" fmla="*/ 222 w 222"/>
                <a:gd name="T7" fmla="*/ 5 h 7"/>
                <a:gd name="T8" fmla="*/ 200 w 222"/>
                <a:gd name="T9" fmla="*/ 3 h 7"/>
                <a:gd name="T10" fmla="*/ 137 w 222"/>
                <a:gd name="T11" fmla="*/ 4 h 7"/>
                <a:gd name="T12" fmla="*/ 149 w 222"/>
                <a:gd name="T13" fmla="*/ 3 h 7"/>
                <a:gd name="T14" fmla="*/ 109 w 222"/>
                <a:gd name="T15" fmla="*/ 0 h 7"/>
                <a:gd name="T16" fmla="*/ 106 w 222"/>
                <a:gd name="T17" fmla="*/ 0 h 7"/>
                <a:gd name="T18" fmla="*/ 0 w 222"/>
                <a:gd name="T19" fmla="*/ 7 h 7"/>
                <a:gd name="T20" fmla="*/ 77 w 222"/>
                <a:gd name="T21" fmla="*/ 5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21" h="7">
                  <a:moveTo>
                    <a:pt x="77" y="5"/>
                  </a:moveTo>
                  <a:lnTo>
                    <a:pt x="77" y="5"/>
                  </a:lnTo>
                  <a:cubicBezTo>
                    <a:pt x="62" y="5"/>
                    <a:pt x="58" y="5"/>
                    <a:pt x="56" y="6"/>
                  </a:cubicBezTo>
                  <a:lnTo>
                    <a:pt x="222" y="5"/>
                  </a:lnTo>
                  <a:cubicBezTo>
                    <a:pt x="216" y="5"/>
                    <a:pt x="169" y="4"/>
                    <a:pt x="200" y="3"/>
                  </a:cubicBezTo>
                  <a:cubicBezTo>
                    <a:pt x="186" y="2"/>
                    <a:pt x="143" y="3"/>
                    <a:pt x="137" y="4"/>
                  </a:cubicBezTo>
                  <a:lnTo>
                    <a:pt x="149" y="3"/>
                  </a:lnTo>
                  <a:cubicBezTo>
                    <a:pt x="110" y="5"/>
                    <a:pt x="84" y="1"/>
                    <a:pt x="109" y="0"/>
                  </a:cubicBezTo>
                  <a:lnTo>
                    <a:pt x="106" y="0"/>
                  </a:lnTo>
                  <a:lnTo>
                    <a:pt x="0" y="7"/>
                  </a:lnTo>
                  <a:cubicBezTo>
                    <a:pt x="39" y="7"/>
                    <a:pt x="30" y="5"/>
                    <a:pt x="77" y="5"/>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261" name="Freeform 9"/>
            <p:cNvSpPr/>
            <p:nvPr/>
          </p:nvSpPr>
          <p:spPr bwMode="invGray">
            <a:xfrm>
              <a:off x="-4971643" y="8368224"/>
              <a:ext cx="29357" cy="4657"/>
            </a:xfrm>
            <a:custGeom>
              <a:avLst/>
              <a:gdLst>
                <a:gd name="T0" fmla="*/ 0 w 24"/>
                <a:gd name="T1" fmla="*/ 1 h 1"/>
                <a:gd name="T2" fmla="*/ 0 w 24"/>
                <a:gd name="T3" fmla="*/ 1 h 1"/>
                <a:gd name="T4" fmla="*/ 21 w 24"/>
                <a:gd name="T5" fmla="*/ 0 h 1"/>
                <a:gd name="T6" fmla="*/ 0 w 24"/>
                <a:gd name="T7" fmla="*/ 1 h 1"/>
              </a:gdLst>
              <a:ahLst/>
              <a:cxnLst>
                <a:cxn ang="0">
                  <a:pos x="T0" y="T1"/>
                </a:cxn>
                <a:cxn ang="0">
                  <a:pos x="T2" y="T3"/>
                </a:cxn>
                <a:cxn ang="0">
                  <a:pos x="T4" y="T5"/>
                </a:cxn>
                <a:cxn ang="0">
                  <a:pos x="T6" y="T7"/>
                </a:cxn>
              </a:cxnLst>
              <a:rect l="0" t="0" r="r" b="b"/>
              <a:pathLst>
                <a:path w="24" h="1">
                  <a:moveTo>
                    <a:pt x="0" y="1"/>
                  </a:moveTo>
                  <a:lnTo>
                    <a:pt x="0" y="1"/>
                  </a:lnTo>
                  <a:cubicBezTo>
                    <a:pt x="21" y="0"/>
                    <a:pt x="24" y="0"/>
                    <a:pt x="21" y="0"/>
                  </a:cubicBezTo>
                  <a:lnTo>
                    <a:pt x="0" y="1"/>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262" name="Freeform 10"/>
            <p:cNvSpPr/>
            <p:nvPr/>
          </p:nvSpPr>
          <p:spPr bwMode="invGray">
            <a:xfrm>
              <a:off x="-971055" y="8391509"/>
              <a:ext cx="40492" cy="6984"/>
            </a:xfrm>
            <a:custGeom>
              <a:avLst/>
              <a:gdLst>
                <a:gd name="T0" fmla="*/ 33 w 33"/>
                <a:gd name="T1" fmla="*/ 0 h 2"/>
                <a:gd name="T2" fmla="*/ 33 w 33"/>
                <a:gd name="T3" fmla="*/ 0 h 2"/>
                <a:gd name="T4" fmla="*/ 0 w 33"/>
                <a:gd name="T5" fmla="*/ 2 h 2"/>
                <a:gd name="T6" fmla="*/ 33 w 33"/>
                <a:gd name="T7" fmla="*/ 0 h 2"/>
              </a:gdLst>
              <a:ahLst/>
              <a:cxnLst>
                <a:cxn ang="0">
                  <a:pos x="T0" y="T1"/>
                </a:cxn>
                <a:cxn ang="0">
                  <a:pos x="T2" y="T3"/>
                </a:cxn>
                <a:cxn ang="0">
                  <a:pos x="T4" y="T5"/>
                </a:cxn>
                <a:cxn ang="0">
                  <a:pos x="T6" y="T7"/>
                </a:cxn>
              </a:cxnLst>
              <a:rect l="0" t="0" r="r" b="b"/>
              <a:pathLst>
                <a:path w="33" h="2">
                  <a:moveTo>
                    <a:pt x="33" y="0"/>
                  </a:moveTo>
                  <a:lnTo>
                    <a:pt x="33" y="0"/>
                  </a:lnTo>
                  <a:lnTo>
                    <a:pt x="0" y="2"/>
                  </a:lnTo>
                  <a:cubicBezTo>
                    <a:pt x="14" y="1"/>
                    <a:pt x="25" y="1"/>
                    <a:pt x="33" y="0"/>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263" name="Freeform 11"/>
            <p:cNvSpPr/>
            <p:nvPr/>
          </p:nvSpPr>
          <p:spPr bwMode="invGray">
            <a:xfrm>
              <a:off x="-667366" y="8282077"/>
              <a:ext cx="18221" cy="4657"/>
            </a:xfrm>
            <a:custGeom>
              <a:avLst/>
              <a:gdLst>
                <a:gd name="T0" fmla="*/ 15 w 15"/>
                <a:gd name="T1" fmla="*/ 0 h 1"/>
                <a:gd name="T2" fmla="*/ 15 w 15"/>
                <a:gd name="T3" fmla="*/ 0 h 1"/>
                <a:gd name="T4" fmla="*/ 15 w 15"/>
                <a:gd name="T5" fmla="*/ 0 h 1"/>
                <a:gd name="T6" fmla="*/ 0 w 15"/>
                <a:gd name="T7" fmla="*/ 1 h 1"/>
                <a:gd name="T8" fmla="*/ 0 w 15"/>
                <a:gd name="T9" fmla="*/ 1 h 1"/>
                <a:gd name="T10" fmla="*/ 15 w 15"/>
                <a:gd name="T11" fmla="*/ 0 h 1"/>
              </a:gdLst>
              <a:ahLst/>
              <a:cxnLst>
                <a:cxn ang="0">
                  <a:pos x="T0" y="T1"/>
                </a:cxn>
                <a:cxn ang="0">
                  <a:pos x="T2" y="T3"/>
                </a:cxn>
                <a:cxn ang="0">
                  <a:pos x="T4" y="T5"/>
                </a:cxn>
                <a:cxn ang="0">
                  <a:pos x="T6" y="T7"/>
                </a:cxn>
                <a:cxn ang="0">
                  <a:pos x="T8" y="T9"/>
                </a:cxn>
                <a:cxn ang="0">
                  <a:pos x="T10" y="T11"/>
                </a:cxn>
              </a:cxnLst>
              <a:rect l="0" t="0" r="r" b="b"/>
              <a:pathLst>
                <a:path w="15" h="1">
                  <a:moveTo>
                    <a:pt x="15" y="0"/>
                  </a:moveTo>
                  <a:lnTo>
                    <a:pt x="15" y="0"/>
                  </a:lnTo>
                  <a:cubicBezTo>
                    <a:pt x="15" y="0"/>
                    <a:pt x="15" y="0"/>
                    <a:pt x="15" y="0"/>
                  </a:cubicBezTo>
                  <a:lnTo>
                    <a:pt x="0" y="1"/>
                  </a:lnTo>
                  <a:lnTo>
                    <a:pt x="0" y="1"/>
                  </a:lnTo>
                  <a:lnTo>
                    <a:pt x="15" y="0"/>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264" name="Freeform 12"/>
            <p:cNvSpPr/>
            <p:nvPr/>
          </p:nvSpPr>
          <p:spPr bwMode="invGray">
            <a:xfrm>
              <a:off x="-1863899" y="8421777"/>
              <a:ext cx="13160" cy="0"/>
            </a:xfrm>
            <a:custGeom>
              <a:avLst/>
              <a:gdLst>
                <a:gd name="T0" fmla="*/ 11 w 11"/>
                <a:gd name="T1" fmla="*/ 11 w 11"/>
                <a:gd name="T2" fmla="*/ 0 w 11"/>
                <a:gd name="T3" fmla="*/ 11 w 11"/>
              </a:gdLst>
              <a:ahLst/>
              <a:cxnLst>
                <a:cxn ang="0">
                  <a:pos x="T0" y="0"/>
                </a:cxn>
                <a:cxn ang="0">
                  <a:pos x="T1" y="0"/>
                </a:cxn>
                <a:cxn ang="0">
                  <a:pos x="T2" y="0"/>
                </a:cxn>
                <a:cxn ang="0">
                  <a:pos x="T3" y="0"/>
                </a:cxn>
              </a:cxnLst>
              <a:rect l="0" t="0" r="r" b="b"/>
              <a:pathLst>
                <a:path w="11">
                  <a:moveTo>
                    <a:pt x="11" y="0"/>
                  </a:moveTo>
                  <a:lnTo>
                    <a:pt x="11" y="0"/>
                  </a:lnTo>
                  <a:lnTo>
                    <a:pt x="0" y="0"/>
                  </a:lnTo>
                  <a:lnTo>
                    <a:pt x="11" y="0"/>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265" name="Freeform 13"/>
            <p:cNvSpPr/>
            <p:nvPr/>
          </p:nvSpPr>
          <p:spPr bwMode="invGray">
            <a:xfrm>
              <a:off x="-312050" y="8240168"/>
              <a:ext cx="211570" cy="30268"/>
            </a:xfrm>
            <a:custGeom>
              <a:avLst/>
              <a:gdLst>
                <a:gd name="T0" fmla="*/ 173 w 173"/>
                <a:gd name="T1" fmla="*/ 0 h 9"/>
                <a:gd name="T2" fmla="*/ 173 w 173"/>
                <a:gd name="T3" fmla="*/ 0 h 9"/>
                <a:gd name="T4" fmla="*/ 99 w 173"/>
                <a:gd name="T5" fmla="*/ 2 h 9"/>
                <a:gd name="T6" fmla="*/ 89 w 173"/>
                <a:gd name="T7" fmla="*/ 1 h 9"/>
                <a:gd name="T8" fmla="*/ 64 w 173"/>
                <a:gd name="T9" fmla="*/ 2 h 9"/>
                <a:gd name="T10" fmla="*/ 79 w 173"/>
                <a:gd name="T11" fmla="*/ 2 h 9"/>
                <a:gd name="T12" fmla="*/ 0 w 173"/>
                <a:gd name="T13" fmla="*/ 8 h 9"/>
                <a:gd name="T14" fmla="*/ 78 w 173"/>
                <a:gd name="T15" fmla="*/ 7 h 9"/>
                <a:gd name="T16" fmla="*/ 98 w 173"/>
                <a:gd name="T17" fmla="*/ 6 h 9"/>
                <a:gd name="T18" fmla="*/ 159 w 173"/>
                <a:gd name="T19" fmla="*/ 2 h 9"/>
                <a:gd name="T20" fmla="*/ 173 w 173"/>
                <a:gd name="T21" fmla="*/ 0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3" h="9">
                  <a:moveTo>
                    <a:pt x="173" y="0"/>
                  </a:moveTo>
                  <a:lnTo>
                    <a:pt x="173" y="0"/>
                  </a:lnTo>
                  <a:lnTo>
                    <a:pt x="99" y="2"/>
                  </a:lnTo>
                  <a:cubicBezTo>
                    <a:pt x="109" y="2"/>
                    <a:pt x="74" y="2"/>
                    <a:pt x="89" y="1"/>
                  </a:cubicBezTo>
                  <a:cubicBezTo>
                    <a:pt x="84" y="1"/>
                    <a:pt x="57" y="1"/>
                    <a:pt x="64" y="2"/>
                  </a:cubicBezTo>
                  <a:lnTo>
                    <a:pt x="79" y="2"/>
                  </a:lnTo>
                  <a:cubicBezTo>
                    <a:pt x="41" y="5"/>
                    <a:pt x="64" y="6"/>
                    <a:pt x="0" y="8"/>
                  </a:cubicBezTo>
                  <a:cubicBezTo>
                    <a:pt x="40" y="9"/>
                    <a:pt x="57" y="8"/>
                    <a:pt x="78" y="7"/>
                  </a:cubicBezTo>
                  <a:lnTo>
                    <a:pt x="98" y="6"/>
                  </a:lnTo>
                  <a:lnTo>
                    <a:pt x="159" y="2"/>
                  </a:lnTo>
                  <a:lnTo>
                    <a:pt x="173" y="0"/>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266" name="Freeform 14"/>
            <p:cNvSpPr/>
            <p:nvPr/>
          </p:nvSpPr>
          <p:spPr bwMode="invGray">
            <a:xfrm>
              <a:off x="-3714374" y="8321659"/>
              <a:ext cx="1013" cy="0"/>
            </a:xfrm>
            <a:custGeom>
              <a:avLst/>
              <a:gdLst>
                <a:gd name="T0" fmla="*/ 0 w 1"/>
                <a:gd name="T1" fmla="*/ 0 w 1"/>
                <a:gd name="T2" fmla="*/ 1 w 1"/>
                <a:gd name="T3" fmla="*/ 0 w 1"/>
              </a:gdLst>
              <a:ahLst/>
              <a:cxnLst>
                <a:cxn ang="0">
                  <a:pos x="T0" y="0"/>
                </a:cxn>
                <a:cxn ang="0">
                  <a:pos x="T1" y="0"/>
                </a:cxn>
                <a:cxn ang="0">
                  <a:pos x="T2" y="0"/>
                </a:cxn>
                <a:cxn ang="0">
                  <a:pos x="T3" y="0"/>
                </a:cxn>
              </a:cxnLst>
              <a:rect l="0" t="0" r="r" b="b"/>
              <a:pathLst>
                <a:path w="1">
                  <a:moveTo>
                    <a:pt x="0" y="0"/>
                  </a:moveTo>
                  <a:lnTo>
                    <a:pt x="0" y="0"/>
                  </a:lnTo>
                  <a:lnTo>
                    <a:pt x="1" y="0"/>
                  </a:lnTo>
                  <a:cubicBezTo>
                    <a:pt x="0" y="0"/>
                    <a:pt x="0" y="0"/>
                    <a:pt x="0" y="0"/>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267" name="Freeform 15"/>
            <p:cNvSpPr/>
            <p:nvPr/>
          </p:nvSpPr>
          <p:spPr bwMode="invGray">
            <a:xfrm>
              <a:off x="-3713361" y="8319332"/>
              <a:ext cx="23283" cy="2328"/>
            </a:xfrm>
            <a:custGeom>
              <a:avLst/>
              <a:gdLst>
                <a:gd name="T0" fmla="*/ 3 w 19"/>
                <a:gd name="T1" fmla="*/ 0 h 1"/>
                <a:gd name="T2" fmla="*/ 3 w 19"/>
                <a:gd name="T3" fmla="*/ 0 h 1"/>
                <a:gd name="T4" fmla="*/ 0 w 19"/>
                <a:gd name="T5" fmla="*/ 1 h 1"/>
                <a:gd name="T6" fmla="*/ 3 w 19"/>
                <a:gd name="T7" fmla="*/ 0 h 1"/>
              </a:gdLst>
              <a:ahLst/>
              <a:cxnLst>
                <a:cxn ang="0">
                  <a:pos x="T0" y="T1"/>
                </a:cxn>
                <a:cxn ang="0">
                  <a:pos x="T2" y="T3"/>
                </a:cxn>
                <a:cxn ang="0">
                  <a:pos x="T4" y="T5"/>
                </a:cxn>
                <a:cxn ang="0">
                  <a:pos x="T6" y="T7"/>
                </a:cxn>
              </a:cxnLst>
              <a:rect l="0" t="0" r="r" b="b"/>
              <a:pathLst>
                <a:path w="19" h="1">
                  <a:moveTo>
                    <a:pt x="3" y="0"/>
                  </a:moveTo>
                  <a:lnTo>
                    <a:pt x="3" y="0"/>
                  </a:lnTo>
                  <a:lnTo>
                    <a:pt x="0" y="1"/>
                  </a:lnTo>
                  <a:cubicBezTo>
                    <a:pt x="4" y="0"/>
                    <a:pt x="19" y="0"/>
                    <a:pt x="3" y="0"/>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268" name="Freeform 16"/>
            <p:cNvSpPr/>
            <p:nvPr/>
          </p:nvSpPr>
          <p:spPr bwMode="invGray">
            <a:xfrm>
              <a:off x="-930563" y="8384524"/>
              <a:ext cx="30369" cy="6984"/>
            </a:xfrm>
            <a:custGeom>
              <a:avLst/>
              <a:gdLst>
                <a:gd name="T0" fmla="*/ 13 w 25"/>
                <a:gd name="T1" fmla="*/ 0 h 2"/>
                <a:gd name="T2" fmla="*/ 13 w 25"/>
                <a:gd name="T3" fmla="*/ 0 h 2"/>
                <a:gd name="T4" fmla="*/ 0 w 25"/>
                <a:gd name="T5" fmla="*/ 2 h 2"/>
                <a:gd name="T6" fmla="*/ 25 w 25"/>
                <a:gd name="T7" fmla="*/ 0 h 2"/>
                <a:gd name="T8" fmla="*/ 13 w 25"/>
                <a:gd name="T9" fmla="*/ 0 h 2"/>
              </a:gdLst>
              <a:ahLst/>
              <a:cxnLst>
                <a:cxn ang="0">
                  <a:pos x="T0" y="T1"/>
                </a:cxn>
                <a:cxn ang="0">
                  <a:pos x="T2" y="T3"/>
                </a:cxn>
                <a:cxn ang="0">
                  <a:pos x="T4" y="T5"/>
                </a:cxn>
                <a:cxn ang="0">
                  <a:pos x="T6" y="T7"/>
                </a:cxn>
                <a:cxn ang="0">
                  <a:pos x="T8" y="T9"/>
                </a:cxn>
              </a:cxnLst>
              <a:rect l="0" t="0" r="r" b="b"/>
              <a:pathLst>
                <a:path w="25" h="2">
                  <a:moveTo>
                    <a:pt x="13" y="0"/>
                  </a:moveTo>
                  <a:lnTo>
                    <a:pt x="13" y="0"/>
                  </a:lnTo>
                  <a:cubicBezTo>
                    <a:pt x="12" y="0"/>
                    <a:pt x="7" y="1"/>
                    <a:pt x="0" y="2"/>
                  </a:cubicBezTo>
                  <a:lnTo>
                    <a:pt x="25" y="0"/>
                  </a:lnTo>
                  <a:lnTo>
                    <a:pt x="13" y="0"/>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269" name="Freeform 17"/>
            <p:cNvSpPr/>
            <p:nvPr/>
          </p:nvSpPr>
          <p:spPr bwMode="invGray">
            <a:xfrm>
              <a:off x="-846542" y="8358911"/>
              <a:ext cx="104267" cy="6984"/>
            </a:xfrm>
            <a:custGeom>
              <a:avLst/>
              <a:gdLst>
                <a:gd name="T0" fmla="*/ 0 w 85"/>
                <a:gd name="T1" fmla="*/ 2 h 2"/>
                <a:gd name="T2" fmla="*/ 0 w 85"/>
                <a:gd name="T3" fmla="*/ 2 h 2"/>
                <a:gd name="T4" fmla="*/ 62 w 85"/>
                <a:gd name="T5" fmla="*/ 1 h 2"/>
                <a:gd name="T6" fmla="*/ 85 w 85"/>
                <a:gd name="T7" fmla="*/ 0 h 2"/>
                <a:gd name="T8" fmla="*/ 0 w 85"/>
                <a:gd name="T9" fmla="*/ 2 h 2"/>
              </a:gdLst>
              <a:ahLst/>
              <a:cxnLst>
                <a:cxn ang="0">
                  <a:pos x="T0" y="T1"/>
                </a:cxn>
                <a:cxn ang="0">
                  <a:pos x="T2" y="T3"/>
                </a:cxn>
                <a:cxn ang="0">
                  <a:pos x="T4" y="T5"/>
                </a:cxn>
                <a:cxn ang="0">
                  <a:pos x="T6" y="T7"/>
                </a:cxn>
                <a:cxn ang="0">
                  <a:pos x="T8" y="T9"/>
                </a:cxn>
              </a:cxnLst>
              <a:rect l="0" t="0" r="r" b="b"/>
              <a:pathLst>
                <a:path w="85" h="2">
                  <a:moveTo>
                    <a:pt x="0" y="2"/>
                  </a:moveTo>
                  <a:lnTo>
                    <a:pt x="0" y="2"/>
                  </a:lnTo>
                  <a:lnTo>
                    <a:pt x="62" y="1"/>
                  </a:lnTo>
                  <a:lnTo>
                    <a:pt x="85" y="0"/>
                  </a:lnTo>
                  <a:lnTo>
                    <a:pt x="0" y="2"/>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270" name="Freeform 18"/>
            <p:cNvSpPr/>
            <p:nvPr/>
          </p:nvSpPr>
          <p:spPr bwMode="invGray">
            <a:xfrm>
              <a:off x="-2189858" y="8382195"/>
              <a:ext cx="1218803" cy="74507"/>
            </a:xfrm>
            <a:custGeom>
              <a:avLst/>
              <a:gdLst>
                <a:gd name="T0" fmla="*/ 375 w 996"/>
                <a:gd name="T1" fmla="*/ 13 h 23"/>
                <a:gd name="T2" fmla="*/ 375 w 996"/>
                <a:gd name="T3" fmla="*/ 13 h 23"/>
                <a:gd name="T4" fmla="*/ 348 w 996"/>
                <a:gd name="T5" fmla="*/ 9 h 23"/>
                <a:gd name="T6" fmla="*/ 277 w 996"/>
                <a:gd name="T7" fmla="*/ 12 h 23"/>
                <a:gd name="T8" fmla="*/ 366 w 996"/>
                <a:gd name="T9" fmla="*/ 16 h 23"/>
                <a:gd name="T10" fmla="*/ 257 w 996"/>
                <a:gd name="T11" fmla="*/ 19 h 23"/>
                <a:gd name="T12" fmla="*/ 301 w 996"/>
                <a:gd name="T13" fmla="*/ 14 h 23"/>
                <a:gd name="T14" fmla="*/ 249 w 996"/>
                <a:gd name="T15" fmla="*/ 16 h 23"/>
                <a:gd name="T16" fmla="*/ 76 w 996"/>
                <a:gd name="T17" fmla="*/ 16 h 23"/>
                <a:gd name="T18" fmla="*/ 5 w 996"/>
                <a:gd name="T19" fmla="*/ 20 h 23"/>
                <a:gd name="T20" fmla="*/ 93 w 996"/>
                <a:gd name="T21" fmla="*/ 23 h 23"/>
                <a:gd name="T22" fmla="*/ 84 w 996"/>
                <a:gd name="T23" fmla="*/ 22 h 23"/>
                <a:gd name="T24" fmla="*/ 125 w 996"/>
                <a:gd name="T25" fmla="*/ 23 h 23"/>
                <a:gd name="T26" fmla="*/ 151 w 996"/>
                <a:gd name="T27" fmla="*/ 20 h 23"/>
                <a:gd name="T28" fmla="*/ 191 w 996"/>
                <a:gd name="T29" fmla="*/ 20 h 23"/>
                <a:gd name="T30" fmla="*/ 168 w 996"/>
                <a:gd name="T31" fmla="*/ 21 h 23"/>
                <a:gd name="T32" fmla="*/ 264 w 996"/>
                <a:gd name="T33" fmla="*/ 20 h 23"/>
                <a:gd name="T34" fmla="*/ 252 w 996"/>
                <a:gd name="T35" fmla="*/ 22 h 23"/>
                <a:gd name="T36" fmla="*/ 371 w 996"/>
                <a:gd name="T37" fmla="*/ 18 h 23"/>
                <a:gd name="T38" fmla="*/ 341 w 996"/>
                <a:gd name="T39" fmla="*/ 21 h 23"/>
                <a:gd name="T40" fmla="*/ 539 w 996"/>
                <a:gd name="T41" fmla="*/ 20 h 23"/>
                <a:gd name="T42" fmla="*/ 527 w 996"/>
                <a:gd name="T43" fmla="*/ 19 h 23"/>
                <a:gd name="T44" fmla="*/ 575 w 996"/>
                <a:gd name="T45" fmla="*/ 21 h 23"/>
                <a:gd name="T46" fmla="*/ 766 w 996"/>
                <a:gd name="T47" fmla="*/ 20 h 23"/>
                <a:gd name="T48" fmla="*/ 996 w 996"/>
                <a:gd name="T49" fmla="*/ 5 h 23"/>
                <a:gd name="T50" fmla="*/ 969 w 996"/>
                <a:gd name="T51" fmla="*/ 6 h 23"/>
                <a:gd name="T52" fmla="*/ 973 w 996"/>
                <a:gd name="T53" fmla="*/ 1 h 23"/>
                <a:gd name="T54" fmla="*/ 897 w 996"/>
                <a:gd name="T55" fmla="*/ 5 h 23"/>
                <a:gd name="T56" fmla="*/ 872 w 996"/>
                <a:gd name="T57" fmla="*/ 0 h 23"/>
                <a:gd name="T58" fmla="*/ 535 w 996"/>
                <a:gd name="T59" fmla="*/ 14 h 23"/>
                <a:gd name="T60" fmla="*/ 389 w 996"/>
                <a:gd name="T61" fmla="*/ 13 h 23"/>
                <a:gd name="T62" fmla="*/ 476 w 996"/>
                <a:gd name="T63" fmla="*/ 9 h 23"/>
                <a:gd name="T64" fmla="*/ 387 w 996"/>
                <a:gd name="T65" fmla="*/ 9 h 23"/>
                <a:gd name="T66" fmla="*/ 375 w 996"/>
                <a:gd name="T67" fmla="*/ 1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996" h="23">
                  <a:moveTo>
                    <a:pt x="375" y="13"/>
                  </a:moveTo>
                  <a:lnTo>
                    <a:pt x="375" y="13"/>
                  </a:lnTo>
                  <a:cubicBezTo>
                    <a:pt x="247" y="14"/>
                    <a:pt x="407" y="10"/>
                    <a:pt x="348" y="9"/>
                  </a:cubicBezTo>
                  <a:cubicBezTo>
                    <a:pt x="312" y="10"/>
                    <a:pt x="299" y="11"/>
                    <a:pt x="277" y="12"/>
                  </a:cubicBezTo>
                  <a:cubicBezTo>
                    <a:pt x="379" y="10"/>
                    <a:pt x="263" y="17"/>
                    <a:pt x="366" y="16"/>
                  </a:cubicBezTo>
                  <a:cubicBezTo>
                    <a:pt x="352" y="19"/>
                    <a:pt x="292" y="19"/>
                    <a:pt x="257" y="19"/>
                  </a:cubicBezTo>
                  <a:cubicBezTo>
                    <a:pt x="218" y="16"/>
                    <a:pt x="292" y="17"/>
                    <a:pt x="301" y="14"/>
                  </a:cubicBezTo>
                  <a:cubicBezTo>
                    <a:pt x="259" y="14"/>
                    <a:pt x="267" y="15"/>
                    <a:pt x="249" y="16"/>
                  </a:cubicBezTo>
                  <a:cubicBezTo>
                    <a:pt x="184" y="16"/>
                    <a:pt x="115" y="20"/>
                    <a:pt x="76" y="16"/>
                  </a:cubicBezTo>
                  <a:cubicBezTo>
                    <a:pt x="29" y="17"/>
                    <a:pt x="32" y="18"/>
                    <a:pt x="5" y="20"/>
                  </a:cubicBezTo>
                  <a:cubicBezTo>
                    <a:pt x="0" y="23"/>
                    <a:pt x="75" y="21"/>
                    <a:pt x="93" y="23"/>
                  </a:cubicBezTo>
                  <a:cubicBezTo>
                    <a:pt x="89" y="23"/>
                    <a:pt x="82" y="23"/>
                    <a:pt x="84" y="22"/>
                  </a:cubicBezTo>
                  <a:lnTo>
                    <a:pt x="125" y="23"/>
                  </a:lnTo>
                  <a:cubicBezTo>
                    <a:pt x="86" y="22"/>
                    <a:pt x="130" y="20"/>
                    <a:pt x="151" y="20"/>
                  </a:cubicBezTo>
                  <a:cubicBezTo>
                    <a:pt x="165" y="20"/>
                    <a:pt x="195" y="19"/>
                    <a:pt x="191" y="20"/>
                  </a:cubicBezTo>
                  <a:lnTo>
                    <a:pt x="168" y="21"/>
                  </a:lnTo>
                  <a:cubicBezTo>
                    <a:pt x="198" y="22"/>
                    <a:pt x="233" y="19"/>
                    <a:pt x="264" y="20"/>
                  </a:cubicBezTo>
                  <a:cubicBezTo>
                    <a:pt x="265" y="21"/>
                    <a:pt x="254" y="21"/>
                    <a:pt x="252" y="22"/>
                  </a:cubicBezTo>
                  <a:cubicBezTo>
                    <a:pt x="286" y="20"/>
                    <a:pt x="320" y="20"/>
                    <a:pt x="371" y="18"/>
                  </a:cubicBezTo>
                  <a:lnTo>
                    <a:pt x="341" y="21"/>
                  </a:lnTo>
                  <a:cubicBezTo>
                    <a:pt x="382" y="18"/>
                    <a:pt x="475" y="19"/>
                    <a:pt x="539" y="20"/>
                  </a:cubicBezTo>
                  <a:cubicBezTo>
                    <a:pt x="532" y="20"/>
                    <a:pt x="519" y="19"/>
                    <a:pt x="527" y="19"/>
                  </a:cubicBezTo>
                  <a:cubicBezTo>
                    <a:pt x="564" y="18"/>
                    <a:pt x="593" y="20"/>
                    <a:pt x="575" y="21"/>
                  </a:cubicBezTo>
                  <a:cubicBezTo>
                    <a:pt x="612" y="19"/>
                    <a:pt x="716" y="23"/>
                    <a:pt x="766" y="20"/>
                  </a:cubicBezTo>
                  <a:lnTo>
                    <a:pt x="996" y="5"/>
                  </a:lnTo>
                  <a:cubicBezTo>
                    <a:pt x="988" y="5"/>
                    <a:pt x="978" y="6"/>
                    <a:pt x="969" y="6"/>
                  </a:cubicBezTo>
                  <a:cubicBezTo>
                    <a:pt x="948" y="3"/>
                    <a:pt x="937" y="4"/>
                    <a:pt x="973" y="1"/>
                  </a:cubicBezTo>
                  <a:cubicBezTo>
                    <a:pt x="937" y="3"/>
                    <a:pt x="951" y="5"/>
                    <a:pt x="897" y="5"/>
                  </a:cubicBezTo>
                  <a:cubicBezTo>
                    <a:pt x="918" y="3"/>
                    <a:pt x="924" y="0"/>
                    <a:pt x="872" y="0"/>
                  </a:cubicBezTo>
                  <a:cubicBezTo>
                    <a:pt x="742" y="3"/>
                    <a:pt x="656" y="10"/>
                    <a:pt x="535" y="14"/>
                  </a:cubicBezTo>
                  <a:cubicBezTo>
                    <a:pt x="530" y="12"/>
                    <a:pt x="435" y="13"/>
                    <a:pt x="389" y="13"/>
                  </a:cubicBezTo>
                  <a:cubicBezTo>
                    <a:pt x="406" y="11"/>
                    <a:pt x="441" y="10"/>
                    <a:pt x="476" y="9"/>
                  </a:cubicBezTo>
                  <a:lnTo>
                    <a:pt x="387" y="9"/>
                  </a:lnTo>
                  <a:lnTo>
                    <a:pt x="375" y="13"/>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271" name="Freeform 19"/>
            <p:cNvSpPr/>
            <p:nvPr/>
          </p:nvSpPr>
          <p:spPr bwMode="invGray">
            <a:xfrm>
              <a:off x="-1373949" y="8400822"/>
              <a:ext cx="13160" cy="0"/>
            </a:xfrm>
            <a:custGeom>
              <a:avLst/>
              <a:gdLst>
                <a:gd name="T0" fmla="*/ 10 w 10"/>
                <a:gd name="T1" fmla="*/ 10 w 10"/>
                <a:gd name="T2" fmla="*/ 0 w 10"/>
                <a:gd name="T3" fmla="*/ 10 w 10"/>
              </a:gdLst>
              <a:ahLst/>
              <a:cxnLst>
                <a:cxn ang="0">
                  <a:pos x="T0" y="0"/>
                </a:cxn>
                <a:cxn ang="0">
                  <a:pos x="T1" y="0"/>
                </a:cxn>
                <a:cxn ang="0">
                  <a:pos x="T2" y="0"/>
                </a:cxn>
                <a:cxn ang="0">
                  <a:pos x="T3" y="0"/>
                </a:cxn>
              </a:cxnLst>
              <a:rect l="0" t="0" r="r" b="b"/>
              <a:pathLst>
                <a:path w="10">
                  <a:moveTo>
                    <a:pt x="10" y="0"/>
                  </a:moveTo>
                  <a:lnTo>
                    <a:pt x="10" y="0"/>
                  </a:lnTo>
                  <a:lnTo>
                    <a:pt x="0" y="0"/>
                  </a:lnTo>
                  <a:cubicBezTo>
                    <a:pt x="1" y="0"/>
                    <a:pt x="4" y="0"/>
                    <a:pt x="10" y="0"/>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272" name="Freeform 20"/>
            <p:cNvSpPr/>
            <p:nvPr/>
          </p:nvSpPr>
          <p:spPr bwMode="invGray">
            <a:xfrm>
              <a:off x="-1606776" y="8412464"/>
              <a:ext cx="14172" cy="0"/>
            </a:xfrm>
            <a:custGeom>
              <a:avLst/>
              <a:gdLst>
                <a:gd name="T0" fmla="*/ 11 w 12"/>
                <a:gd name="T1" fmla="*/ 11 w 12"/>
                <a:gd name="T2" fmla="*/ 12 w 12"/>
                <a:gd name="T3" fmla="*/ 0 w 12"/>
                <a:gd name="T4" fmla="*/ 11 w 12"/>
              </a:gdLst>
              <a:ahLst/>
              <a:cxnLst>
                <a:cxn ang="0">
                  <a:pos x="T0" y="0"/>
                </a:cxn>
                <a:cxn ang="0">
                  <a:pos x="T1" y="0"/>
                </a:cxn>
                <a:cxn ang="0">
                  <a:pos x="T2" y="0"/>
                </a:cxn>
                <a:cxn ang="0">
                  <a:pos x="T3" y="0"/>
                </a:cxn>
                <a:cxn ang="0">
                  <a:pos x="T4" y="0"/>
                </a:cxn>
              </a:cxnLst>
              <a:rect l="0" t="0" r="r" b="b"/>
              <a:pathLst>
                <a:path w="12">
                  <a:moveTo>
                    <a:pt x="11" y="0"/>
                  </a:moveTo>
                  <a:lnTo>
                    <a:pt x="11" y="0"/>
                  </a:lnTo>
                  <a:cubicBezTo>
                    <a:pt x="12" y="0"/>
                    <a:pt x="11" y="0"/>
                    <a:pt x="12" y="0"/>
                  </a:cubicBezTo>
                  <a:lnTo>
                    <a:pt x="0" y="0"/>
                  </a:lnTo>
                  <a:lnTo>
                    <a:pt x="11" y="0"/>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273" name="Freeform 21"/>
            <p:cNvSpPr/>
            <p:nvPr/>
          </p:nvSpPr>
          <p:spPr bwMode="invGray">
            <a:xfrm>
              <a:off x="-955870" y="8365898"/>
              <a:ext cx="29357" cy="2328"/>
            </a:xfrm>
            <a:custGeom>
              <a:avLst/>
              <a:gdLst>
                <a:gd name="T0" fmla="*/ 3 w 24"/>
                <a:gd name="T1" fmla="*/ 1 h 1"/>
                <a:gd name="T2" fmla="*/ 3 w 24"/>
                <a:gd name="T3" fmla="*/ 1 h 1"/>
                <a:gd name="T4" fmla="*/ 24 w 24"/>
                <a:gd name="T5" fmla="*/ 0 h 1"/>
                <a:gd name="T6" fmla="*/ 8 w 24"/>
                <a:gd name="T7" fmla="*/ 1 h 1"/>
                <a:gd name="T8" fmla="*/ 3 w 24"/>
                <a:gd name="T9" fmla="*/ 1 h 1"/>
              </a:gdLst>
              <a:ahLst/>
              <a:cxnLst>
                <a:cxn ang="0">
                  <a:pos x="T0" y="T1"/>
                </a:cxn>
                <a:cxn ang="0">
                  <a:pos x="T2" y="T3"/>
                </a:cxn>
                <a:cxn ang="0">
                  <a:pos x="T4" y="T5"/>
                </a:cxn>
                <a:cxn ang="0">
                  <a:pos x="T6" y="T7"/>
                </a:cxn>
                <a:cxn ang="0">
                  <a:pos x="T8" y="T9"/>
                </a:cxn>
              </a:cxnLst>
              <a:rect l="0" t="0" r="r" b="b"/>
              <a:pathLst>
                <a:path w="24" h="1">
                  <a:moveTo>
                    <a:pt x="3" y="1"/>
                  </a:moveTo>
                  <a:lnTo>
                    <a:pt x="3" y="1"/>
                  </a:lnTo>
                  <a:lnTo>
                    <a:pt x="24" y="0"/>
                  </a:lnTo>
                  <a:lnTo>
                    <a:pt x="8" y="1"/>
                  </a:lnTo>
                  <a:cubicBezTo>
                    <a:pt x="2" y="1"/>
                    <a:pt x="0" y="1"/>
                    <a:pt x="3" y="1"/>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274" name="Freeform 22"/>
            <p:cNvSpPr/>
            <p:nvPr/>
          </p:nvSpPr>
          <p:spPr bwMode="invGray">
            <a:xfrm>
              <a:off x="-925501" y="8382195"/>
              <a:ext cx="12148" cy="2328"/>
            </a:xfrm>
            <a:custGeom>
              <a:avLst/>
              <a:gdLst>
                <a:gd name="T0" fmla="*/ 4 w 10"/>
                <a:gd name="T1" fmla="*/ 0 h 1"/>
                <a:gd name="T2" fmla="*/ 4 w 10"/>
                <a:gd name="T3" fmla="*/ 0 h 1"/>
                <a:gd name="T4" fmla="*/ 0 w 10"/>
                <a:gd name="T5" fmla="*/ 1 h 1"/>
                <a:gd name="T6" fmla="*/ 9 w 10"/>
                <a:gd name="T7" fmla="*/ 1 h 1"/>
                <a:gd name="T8" fmla="*/ 4 w 10"/>
                <a:gd name="T9" fmla="*/ 0 h 1"/>
              </a:gdLst>
              <a:ahLst/>
              <a:cxnLst>
                <a:cxn ang="0">
                  <a:pos x="T0" y="T1"/>
                </a:cxn>
                <a:cxn ang="0">
                  <a:pos x="T2" y="T3"/>
                </a:cxn>
                <a:cxn ang="0">
                  <a:pos x="T4" y="T5"/>
                </a:cxn>
                <a:cxn ang="0">
                  <a:pos x="T6" y="T7"/>
                </a:cxn>
                <a:cxn ang="0">
                  <a:pos x="T8" y="T9"/>
                </a:cxn>
              </a:cxnLst>
              <a:rect l="0" t="0" r="r" b="b"/>
              <a:pathLst>
                <a:path w="10" h="1">
                  <a:moveTo>
                    <a:pt x="4" y="0"/>
                  </a:moveTo>
                  <a:lnTo>
                    <a:pt x="4" y="0"/>
                  </a:lnTo>
                  <a:lnTo>
                    <a:pt x="0" y="1"/>
                  </a:lnTo>
                  <a:lnTo>
                    <a:pt x="9" y="1"/>
                  </a:lnTo>
                  <a:cubicBezTo>
                    <a:pt x="10" y="0"/>
                    <a:pt x="9" y="0"/>
                    <a:pt x="4" y="0"/>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275" name="Freeform 23"/>
            <p:cNvSpPr/>
            <p:nvPr/>
          </p:nvSpPr>
          <p:spPr bwMode="invGray">
            <a:xfrm>
              <a:off x="-2346763" y="8368224"/>
              <a:ext cx="15185" cy="4657"/>
            </a:xfrm>
            <a:custGeom>
              <a:avLst/>
              <a:gdLst>
                <a:gd name="T0" fmla="*/ 13 w 13"/>
                <a:gd name="T1" fmla="*/ 0 h 1"/>
                <a:gd name="T2" fmla="*/ 13 w 13"/>
                <a:gd name="T3" fmla="*/ 0 h 1"/>
                <a:gd name="T4" fmla="*/ 0 w 13"/>
                <a:gd name="T5" fmla="*/ 1 h 1"/>
                <a:gd name="T6" fmla="*/ 13 w 13"/>
                <a:gd name="T7" fmla="*/ 0 h 1"/>
              </a:gdLst>
              <a:ahLst/>
              <a:cxnLst>
                <a:cxn ang="0">
                  <a:pos x="T0" y="T1"/>
                </a:cxn>
                <a:cxn ang="0">
                  <a:pos x="T2" y="T3"/>
                </a:cxn>
                <a:cxn ang="0">
                  <a:pos x="T4" y="T5"/>
                </a:cxn>
                <a:cxn ang="0">
                  <a:pos x="T6" y="T7"/>
                </a:cxn>
              </a:cxnLst>
              <a:rect l="0" t="0" r="r" b="b"/>
              <a:pathLst>
                <a:path w="13" h="1">
                  <a:moveTo>
                    <a:pt x="13" y="0"/>
                  </a:moveTo>
                  <a:lnTo>
                    <a:pt x="13" y="0"/>
                  </a:lnTo>
                  <a:lnTo>
                    <a:pt x="0" y="1"/>
                  </a:lnTo>
                  <a:cubicBezTo>
                    <a:pt x="8" y="1"/>
                    <a:pt x="11" y="1"/>
                    <a:pt x="13" y="0"/>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276" name="Freeform 24"/>
            <p:cNvSpPr/>
            <p:nvPr/>
          </p:nvSpPr>
          <p:spPr bwMode="invGray">
            <a:xfrm>
              <a:off x="-2009670" y="8384525"/>
              <a:ext cx="686336" cy="30268"/>
            </a:xfrm>
            <a:custGeom>
              <a:avLst/>
              <a:gdLst>
                <a:gd name="T0" fmla="*/ 85 w 561"/>
                <a:gd name="T1" fmla="*/ 9 h 9"/>
                <a:gd name="T2" fmla="*/ 85 w 561"/>
                <a:gd name="T3" fmla="*/ 9 h 9"/>
                <a:gd name="T4" fmla="*/ 154 w 561"/>
                <a:gd name="T5" fmla="*/ 6 h 9"/>
                <a:gd name="T6" fmla="*/ 135 w 561"/>
                <a:gd name="T7" fmla="*/ 6 h 9"/>
                <a:gd name="T8" fmla="*/ 314 w 561"/>
                <a:gd name="T9" fmla="*/ 5 h 9"/>
                <a:gd name="T10" fmla="*/ 341 w 561"/>
                <a:gd name="T11" fmla="*/ 8 h 9"/>
                <a:gd name="T12" fmla="*/ 433 w 561"/>
                <a:gd name="T13" fmla="*/ 5 h 9"/>
                <a:gd name="T14" fmla="*/ 520 w 561"/>
                <a:gd name="T15" fmla="*/ 5 h 9"/>
                <a:gd name="T16" fmla="*/ 490 w 561"/>
                <a:gd name="T17" fmla="*/ 3 h 9"/>
                <a:gd name="T18" fmla="*/ 498 w 561"/>
                <a:gd name="T19" fmla="*/ 2 h 9"/>
                <a:gd name="T20" fmla="*/ 395 w 561"/>
                <a:gd name="T21" fmla="*/ 3 h 9"/>
                <a:gd name="T22" fmla="*/ 411 w 561"/>
                <a:gd name="T23" fmla="*/ 1 h 9"/>
                <a:gd name="T24" fmla="*/ 261 w 561"/>
                <a:gd name="T25" fmla="*/ 4 h 9"/>
                <a:gd name="T26" fmla="*/ 210 w 561"/>
                <a:gd name="T27" fmla="*/ 3 h 9"/>
                <a:gd name="T28" fmla="*/ 1 w 561"/>
                <a:gd name="T29" fmla="*/ 7 h 9"/>
                <a:gd name="T30" fmla="*/ 85 w 561"/>
                <a:gd name="T31" fmla="*/ 6 h 9"/>
                <a:gd name="T32" fmla="*/ 85 w 561"/>
                <a:gd name="T33"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61" h="9">
                  <a:moveTo>
                    <a:pt x="85" y="9"/>
                  </a:moveTo>
                  <a:lnTo>
                    <a:pt x="85" y="9"/>
                  </a:lnTo>
                  <a:cubicBezTo>
                    <a:pt x="130" y="9"/>
                    <a:pt x="90" y="6"/>
                    <a:pt x="154" y="6"/>
                  </a:cubicBezTo>
                  <a:lnTo>
                    <a:pt x="135" y="6"/>
                  </a:lnTo>
                  <a:cubicBezTo>
                    <a:pt x="180" y="5"/>
                    <a:pt x="260" y="5"/>
                    <a:pt x="314" y="5"/>
                  </a:cubicBezTo>
                  <a:cubicBezTo>
                    <a:pt x="308" y="6"/>
                    <a:pt x="347" y="6"/>
                    <a:pt x="341" y="8"/>
                  </a:cubicBezTo>
                  <a:cubicBezTo>
                    <a:pt x="377" y="8"/>
                    <a:pt x="414" y="7"/>
                    <a:pt x="433" y="5"/>
                  </a:cubicBezTo>
                  <a:cubicBezTo>
                    <a:pt x="456" y="6"/>
                    <a:pt x="491" y="4"/>
                    <a:pt x="520" y="5"/>
                  </a:cubicBezTo>
                  <a:cubicBezTo>
                    <a:pt x="507" y="4"/>
                    <a:pt x="561" y="1"/>
                    <a:pt x="490" y="3"/>
                  </a:cubicBezTo>
                  <a:cubicBezTo>
                    <a:pt x="496" y="3"/>
                    <a:pt x="492" y="2"/>
                    <a:pt x="498" y="2"/>
                  </a:cubicBezTo>
                  <a:cubicBezTo>
                    <a:pt x="452" y="1"/>
                    <a:pt x="434" y="3"/>
                    <a:pt x="395" y="3"/>
                  </a:cubicBezTo>
                  <a:cubicBezTo>
                    <a:pt x="372" y="2"/>
                    <a:pt x="433" y="2"/>
                    <a:pt x="411" y="1"/>
                  </a:cubicBezTo>
                  <a:cubicBezTo>
                    <a:pt x="362" y="2"/>
                    <a:pt x="258" y="0"/>
                    <a:pt x="261" y="4"/>
                  </a:cubicBezTo>
                  <a:cubicBezTo>
                    <a:pt x="225" y="5"/>
                    <a:pt x="220" y="4"/>
                    <a:pt x="210" y="3"/>
                  </a:cubicBezTo>
                  <a:cubicBezTo>
                    <a:pt x="153" y="7"/>
                    <a:pt x="0" y="1"/>
                    <a:pt x="1" y="7"/>
                  </a:cubicBezTo>
                  <a:cubicBezTo>
                    <a:pt x="21" y="7"/>
                    <a:pt x="55" y="7"/>
                    <a:pt x="85" y="6"/>
                  </a:cubicBezTo>
                  <a:lnTo>
                    <a:pt x="85" y="9"/>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277" name="Freeform 25"/>
            <p:cNvSpPr/>
            <p:nvPr/>
          </p:nvSpPr>
          <p:spPr bwMode="invGray">
            <a:xfrm>
              <a:off x="-1055075" y="8372881"/>
              <a:ext cx="11136" cy="0"/>
            </a:xfrm>
            <a:custGeom>
              <a:avLst/>
              <a:gdLst>
                <a:gd name="T0" fmla="*/ 9 w 9"/>
                <a:gd name="T1" fmla="*/ 9 w 9"/>
                <a:gd name="T2" fmla="*/ 0 w 9"/>
                <a:gd name="T3" fmla="*/ 9 w 9"/>
              </a:gdLst>
              <a:ahLst/>
              <a:cxnLst>
                <a:cxn ang="0">
                  <a:pos x="T0" y="0"/>
                </a:cxn>
                <a:cxn ang="0">
                  <a:pos x="T1" y="0"/>
                </a:cxn>
                <a:cxn ang="0">
                  <a:pos x="T2" y="0"/>
                </a:cxn>
                <a:cxn ang="0">
                  <a:pos x="T3" y="0"/>
                </a:cxn>
              </a:cxnLst>
              <a:rect l="0" t="0" r="r" b="b"/>
              <a:pathLst>
                <a:path w="9">
                  <a:moveTo>
                    <a:pt x="9" y="0"/>
                  </a:moveTo>
                  <a:lnTo>
                    <a:pt x="9" y="0"/>
                  </a:lnTo>
                  <a:lnTo>
                    <a:pt x="0" y="0"/>
                  </a:lnTo>
                  <a:lnTo>
                    <a:pt x="9" y="0"/>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278" name="Freeform 26"/>
            <p:cNvSpPr>
              <a:spLocks noEditPoints="1"/>
            </p:cNvSpPr>
            <p:nvPr/>
          </p:nvSpPr>
          <p:spPr bwMode="invGray">
            <a:xfrm>
              <a:off x="-1027743" y="8391507"/>
              <a:ext cx="674188" cy="46567"/>
            </a:xfrm>
            <a:custGeom>
              <a:avLst/>
              <a:gdLst>
                <a:gd name="T0" fmla="*/ 495 w 551"/>
                <a:gd name="T1" fmla="*/ 10 h 14"/>
                <a:gd name="T2" fmla="*/ 495 w 551"/>
                <a:gd name="T3" fmla="*/ 10 h 14"/>
                <a:gd name="T4" fmla="*/ 461 w 551"/>
                <a:gd name="T5" fmla="*/ 9 h 14"/>
                <a:gd name="T6" fmla="*/ 495 w 551"/>
                <a:gd name="T7" fmla="*/ 10 h 14"/>
                <a:gd name="T8" fmla="*/ 551 w 551"/>
                <a:gd name="T9" fmla="*/ 9 h 14"/>
                <a:gd name="T10" fmla="*/ 551 w 551"/>
                <a:gd name="T11" fmla="*/ 9 h 14"/>
                <a:gd name="T12" fmla="*/ 532 w 551"/>
                <a:gd name="T13" fmla="*/ 13 h 14"/>
                <a:gd name="T14" fmla="*/ 294 w 551"/>
                <a:gd name="T15" fmla="*/ 13 h 14"/>
                <a:gd name="T16" fmla="*/ 304 w 551"/>
                <a:gd name="T17" fmla="*/ 12 h 14"/>
                <a:gd name="T18" fmla="*/ 93 w 551"/>
                <a:gd name="T19" fmla="*/ 14 h 14"/>
                <a:gd name="T20" fmla="*/ 38 w 551"/>
                <a:gd name="T21" fmla="*/ 12 h 14"/>
                <a:gd name="T22" fmla="*/ 4 w 551"/>
                <a:gd name="T23" fmla="*/ 12 h 14"/>
                <a:gd name="T24" fmla="*/ 31 w 551"/>
                <a:gd name="T25" fmla="*/ 11 h 14"/>
                <a:gd name="T26" fmla="*/ 16 w 551"/>
                <a:gd name="T27" fmla="*/ 11 h 14"/>
                <a:gd name="T28" fmla="*/ 73 w 551"/>
                <a:gd name="T29" fmla="*/ 6 h 14"/>
                <a:gd name="T30" fmla="*/ 39 w 551"/>
                <a:gd name="T31" fmla="*/ 10 h 14"/>
                <a:gd name="T32" fmla="*/ 62 w 551"/>
                <a:gd name="T33" fmla="*/ 8 h 14"/>
                <a:gd name="T34" fmla="*/ 90 w 551"/>
                <a:gd name="T35" fmla="*/ 10 h 14"/>
                <a:gd name="T36" fmla="*/ 157 w 551"/>
                <a:gd name="T37" fmla="*/ 9 h 14"/>
                <a:gd name="T38" fmla="*/ 193 w 551"/>
                <a:gd name="T39" fmla="*/ 11 h 14"/>
                <a:gd name="T40" fmla="*/ 215 w 551"/>
                <a:gd name="T41" fmla="*/ 8 h 14"/>
                <a:gd name="T42" fmla="*/ 280 w 551"/>
                <a:gd name="T43" fmla="*/ 8 h 14"/>
                <a:gd name="T44" fmla="*/ 373 w 551"/>
                <a:gd name="T45" fmla="*/ 0 h 14"/>
                <a:gd name="T46" fmla="*/ 452 w 551"/>
                <a:gd name="T47" fmla="*/ 6 h 14"/>
                <a:gd name="T48" fmla="*/ 329 w 551"/>
                <a:gd name="T49" fmla="*/ 7 h 14"/>
                <a:gd name="T50" fmla="*/ 282 w 551"/>
                <a:gd name="T51" fmla="*/ 11 h 14"/>
                <a:gd name="T52" fmla="*/ 389 w 551"/>
                <a:gd name="T53" fmla="*/ 9 h 14"/>
                <a:gd name="T54" fmla="*/ 377 w 551"/>
                <a:gd name="T55" fmla="*/ 10 h 14"/>
                <a:gd name="T56" fmla="*/ 494 w 551"/>
                <a:gd name="T57" fmla="*/ 8 h 14"/>
                <a:gd name="T58" fmla="*/ 510 w 551"/>
                <a:gd name="T59" fmla="*/ 9 h 14"/>
                <a:gd name="T60" fmla="*/ 551 w 551"/>
                <a:gd name="T61" fmla="*/ 9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551" h="14">
                  <a:moveTo>
                    <a:pt x="495" y="10"/>
                  </a:moveTo>
                  <a:lnTo>
                    <a:pt x="495" y="10"/>
                  </a:lnTo>
                  <a:lnTo>
                    <a:pt x="461" y="9"/>
                  </a:lnTo>
                  <a:cubicBezTo>
                    <a:pt x="469" y="10"/>
                    <a:pt x="482" y="10"/>
                    <a:pt x="495" y="10"/>
                  </a:cubicBezTo>
                  <a:close/>
                  <a:moveTo>
                    <a:pt x="551" y="9"/>
                  </a:moveTo>
                  <a:lnTo>
                    <a:pt x="551" y="9"/>
                  </a:lnTo>
                  <a:lnTo>
                    <a:pt x="532" y="13"/>
                  </a:lnTo>
                  <a:cubicBezTo>
                    <a:pt x="425" y="14"/>
                    <a:pt x="387" y="13"/>
                    <a:pt x="294" y="13"/>
                  </a:cubicBezTo>
                  <a:cubicBezTo>
                    <a:pt x="287" y="12"/>
                    <a:pt x="298" y="12"/>
                    <a:pt x="304" y="12"/>
                  </a:cubicBezTo>
                  <a:cubicBezTo>
                    <a:pt x="238" y="13"/>
                    <a:pt x="140" y="12"/>
                    <a:pt x="93" y="14"/>
                  </a:cubicBezTo>
                  <a:cubicBezTo>
                    <a:pt x="72" y="14"/>
                    <a:pt x="17" y="13"/>
                    <a:pt x="38" y="12"/>
                  </a:cubicBezTo>
                  <a:cubicBezTo>
                    <a:pt x="28" y="12"/>
                    <a:pt x="16" y="12"/>
                    <a:pt x="4" y="12"/>
                  </a:cubicBezTo>
                  <a:cubicBezTo>
                    <a:pt x="1" y="11"/>
                    <a:pt x="30" y="12"/>
                    <a:pt x="31" y="11"/>
                  </a:cubicBezTo>
                  <a:cubicBezTo>
                    <a:pt x="22" y="11"/>
                    <a:pt x="18" y="10"/>
                    <a:pt x="16" y="11"/>
                  </a:cubicBezTo>
                  <a:cubicBezTo>
                    <a:pt x="32" y="10"/>
                    <a:pt x="0" y="6"/>
                    <a:pt x="73" y="6"/>
                  </a:cubicBezTo>
                  <a:cubicBezTo>
                    <a:pt x="101" y="9"/>
                    <a:pt x="22" y="7"/>
                    <a:pt x="39" y="10"/>
                  </a:cubicBezTo>
                  <a:cubicBezTo>
                    <a:pt x="63" y="10"/>
                    <a:pt x="60" y="9"/>
                    <a:pt x="62" y="8"/>
                  </a:cubicBezTo>
                  <a:cubicBezTo>
                    <a:pt x="93" y="8"/>
                    <a:pt x="92" y="9"/>
                    <a:pt x="90" y="10"/>
                  </a:cubicBezTo>
                  <a:cubicBezTo>
                    <a:pt x="102" y="9"/>
                    <a:pt x="141" y="10"/>
                    <a:pt x="157" y="9"/>
                  </a:cubicBezTo>
                  <a:cubicBezTo>
                    <a:pt x="216" y="8"/>
                    <a:pt x="154" y="11"/>
                    <a:pt x="193" y="11"/>
                  </a:cubicBezTo>
                  <a:lnTo>
                    <a:pt x="215" y="8"/>
                  </a:lnTo>
                  <a:lnTo>
                    <a:pt x="280" y="8"/>
                  </a:lnTo>
                  <a:cubicBezTo>
                    <a:pt x="373" y="7"/>
                    <a:pt x="266" y="2"/>
                    <a:pt x="373" y="0"/>
                  </a:cubicBezTo>
                  <a:cubicBezTo>
                    <a:pt x="359" y="2"/>
                    <a:pt x="402" y="5"/>
                    <a:pt x="452" y="6"/>
                  </a:cubicBezTo>
                  <a:cubicBezTo>
                    <a:pt x="422" y="6"/>
                    <a:pt x="367" y="8"/>
                    <a:pt x="329" y="7"/>
                  </a:cubicBezTo>
                  <a:cubicBezTo>
                    <a:pt x="383" y="10"/>
                    <a:pt x="254" y="8"/>
                    <a:pt x="282" y="11"/>
                  </a:cubicBezTo>
                  <a:cubicBezTo>
                    <a:pt x="309" y="9"/>
                    <a:pt x="354" y="9"/>
                    <a:pt x="389" y="9"/>
                  </a:cubicBezTo>
                  <a:lnTo>
                    <a:pt x="377" y="10"/>
                  </a:lnTo>
                  <a:cubicBezTo>
                    <a:pt x="414" y="10"/>
                    <a:pt x="442" y="7"/>
                    <a:pt x="494" y="8"/>
                  </a:cubicBezTo>
                  <a:cubicBezTo>
                    <a:pt x="519" y="8"/>
                    <a:pt x="514" y="9"/>
                    <a:pt x="510" y="9"/>
                  </a:cubicBezTo>
                  <a:cubicBezTo>
                    <a:pt x="531" y="9"/>
                    <a:pt x="551" y="8"/>
                    <a:pt x="551" y="9"/>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279" name="Freeform 27"/>
            <p:cNvSpPr/>
            <p:nvPr/>
          </p:nvSpPr>
          <p:spPr bwMode="invGray">
            <a:xfrm>
              <a:off x="4863813" y="8305360"/>
              <a:ext cx="12148" cy="4657"/>
            </a:xfrm>
            <a:custGeom>
              <a:avLst/>
              <a:gdLst>
                <a:gd name="T0" fmla="*/ 0 w 10"/>
                <a:gd name="T1" fmla="*/ 0 h 1"/>
                <a:gd name="T2" fmla="*/ 0 w 10"/>
                <a:gd name="T3" fmla="*/ 0 h 1"/>
                <a:gd name="T4" fmla="*/ 10 w 10"/>
                <a:gd name="T5" fmla="*/ 1 h 1"/>
                <a:gd name="T6" fmla="*/ 0 w 10"/>
                <a:gd name="T7" fmla="*/ 0 h 1"/>
              </a:gdLst>
              <a:ahLst/>
              <a:cxnLst>
                <a:cxn ang="0">
                  <a:pos x="T0" y="T1"/>
                </a:cxn>
                <a:cxn ang="0">
                  <a:pos x="T2" y="T3"/>
                </a:cxn>
                <a:cxn ang="0">
                  <a:pos x="T4" y="T5"/>
                </a:cxn>
                <a:cxn ang="0">
                  <a:pos x="T6" y="T7"/>
                </a:cxn>
              </a:cxnLst>
              <a:rect l="0" t="0" r="r" b="b"/>
              <a:pathLst>
                <a:path w="10" h="1">
                  <a:moveTo>
                    <a:pt x="0" y="0"/>
                  </a:moveTo>
                  <a:lnTo>
                    <a:pt x="0" y="0"/>
                  </a:lnTo>
                  <a:lnTo>
                    <a:pt x="10" y="1"/>
                  </a:lnTo>
                  <a:cubicBezTo>
                    <a:pt x="8" y="1"/>
                    <a:pt x="4" y="1"/>
                    <a:pt x="0" y="0"/>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280" name="Freeform 28"/>
            <p:cNvSpPr/>
            <p:nvPr/>
          </p:nvSpPr>
          <p:spPr bwMode="invGray">
            <a:xfrm>
              <a:off x="1168938" y="8282077"/>
              <a:ext cx="24295" cy="0"/>
            </a:xfrm>
            <a:custGeom>
              <a:avLst/>
              <a:gdLst>
                <a:gd name="T0" fmla="*/ 0 w 20"/>
                <a:gd name="T1" fmla="*/ 0 w 20"/>
                <a:gd name="T2" fmla="*/ 20 w 20"/>
                <a:gd name="T3" fmla="*/ 0 w 20"/>
              </a:gdLst>
              <a:ahLst/>
              <a:cxnLst>
                <a:cxn ang="0">
                  <a:pos x="T0" y="0"/>
                </a:cxn>
                <a:cxn ang="0">
                  <a:pos x="T1" y="0"/>
                </a:cxn>
                <a:cxn ang="0">
                  <a:pos x="T2" y="0"/>
                </a:cxn>
                <a:cxn ang="0">
                  <a:pos x="T3" y="0"/>
                </a:cxn>
              </a:cxnLst>
              <a:rect l="0" t="0" r="r" b="b"/>
              <a:pathLst>
                <a:path w="20">
                  <a:moveTo>
                    <a:pt x="0" y="0"/>
                  </a:moveTo>
                  <a:lnTo>
                    <a:pt x="0" y="0"/>
                  </a:lnTo>
                  <a:lnTo>
                    <a:pt x="20" y="0"/>
                  </a:lnTo>
                  <a:lnTo>
                    <a:pt x="0" y="0"/>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281" name="Freeform 29"/>
            <p:cNvSpPr/>
            <p:nvPr/>
          </p:nvSpPr>
          <p:spPr bwMode="invGray">
            <a:xfrm>
              <a:off x="1710514" y="8240168"/>
              <a:ext cx="34418" cy="2328"/>
            </a:xfrm>
            <a:custGeom>
              <a:avLst/>
              <a:gdLst>
                <a:gd name="T0" fmla="*/ 0 w 28"/>
                <a:gd name="T1" fmla="*/ 1 h 1"/>
                <a:gd name="T2" fmla="*/ 0 w 28"/>
                <a:gd name="T3" fmla="*/ 1 h 1"/>
                <a:gd name="T4" fmla="*/ 28 w 28"/>
                <a:gd name="T5" fmla="*/ 0 h 1"/>
                <a:gd name="T6" fmla="*/ 0 w 28"/>
                <a:gd name="T7" fmla="*/ 1 h 1"/>
              </a:gdLst>
              <a:ahLst/>
              <a:cxnLst>
                <a:cxn ang="0">
                  <a:pos x="T0" y="T1"/>
                </a:cxn>
                <a:cxn ang="0">
                  <a:pos x="T2" y="T3"/>
                </a:cxn>
                <a:cxn ang="0">
                  <a:pos x="T4" y="T5"/>
                </a:cxn>
                <a:cxn ang="0">
                  <a:pos x="T6" y="T7"/>
                </a:cxn>
              </a:cxnLst>
              <a:rect l="0" t="0" r="r" b="b"/>
              <a:pathLst>
                <a:path w="28" h="1">
                  <a:moveTo>
                    <a:pt x="0" y="1"/>
                  </a:moveTo>
                  <a:lnTo>
                    <a:pt x="0" y="1"/>
                  </a:lnTo>
                  <a:lnTo>
                    <a:pt x="28" y="0"/>
                  </a:lnTo>
                  <a:cubicBezTo>
                    <a:pt x="17" y="0"/>
                    <a:pt x="8" y="1"/>
                    <a:pt x="0" y="1"/>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282" name="Freeform 30"/>
            <p:cNvSpPr/>
            <p:nvPr/>
          </p:nvSpPr>
          <p:spPr bwMode="invGray">
            <a:xfrm>
              <a:off x="4570248" y="8303032"/>
              <a:ext cx="6074" cy="0"/>
            </a:xfrm>
            <a:custGeom>
              <a:avLst/>
              <a:gdLst>
                <a:gd name="T0" fmla="*/ 5 w 5"/>
                <a:gd name="T1" fmla="*/ 5 w 5"/>
                <a:gd name="T2" fmla="*/ 4 w 5"/>
                <a:gd name="T3" fmla="*/ 0 w 5"/>
                <a:gd name="T4" fmla="*/ 5 w 5"/>
              </a:gdLst>
              <a:ahLst/>
              <a:cxnLst>
                <a:cxn ang="0">
                  <a:pos x="T0" y="0"/>
                </a:cxn>
                <a:cxn ang="0">
                  <a:pos x="T1" y="0"/>
                </a:cxn>
                <a:cxn ang="0">
                  <a:pos x="T2" y="0"/>
                </a:cxn>
                <a:cxn ang="0">
                  <a:pos x="T3" y="0"/>
                </a:cxn>
                <a:cxn ang="0">
                  <a:pos x="T4" y="0"/>
                </a:cxn>
              </a:cxnLst>
              <a:rect l="0" t="0" r="r" b="b"/>
              <a:pathLst>
                <a:path w="5">
                  <a:moveTo>
                    <a:pt x="5" y="0"/>
                  </a:moveTo>
                  <a:lnTo>
                    <a:pt x="5" y="0"/>
                  </a:lnTo>
                  <a:lnTo>
                    <a:pt x="4" y="0"/>
                  </a:lnTo>
                  <a:lnTo>
                    <a:pt x="0" y="0"/>
                  </a:lnTo>
                  <a:lnTo>
                    <a:pt x="5" y="0"/>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283" name="Freeform 31"/>
            <p:cNvSpPr/>
            <p:nvPr/>
          </p:nvSpPr>
          <p:spPr bwMode="invGray">
            <a:xfrm>
              <a:off x="2795694" y="8272765"/>
              <a:ext cx="19234" cy="0"/>
            </a:xfrm>
            <a:custGeom>
              <a:avLst/>
              <a:gdLst>
                <a:gd name="T0" fmla="*/ 0 w 16"/>
                <a:gd name="T1" fmla="*/ 0 w 16"/>
                <a:gd name="T2" fmla="*/ 16 w 16"/>
                <a:gd name="T3" fmla="*/ 0 w 16"/>
              </a:gdLst>
              <a:ahLst/>
              <a:cxnLst>
                <a:cxn ang="0">
                  <a:pos x="T0" y="0"/>
                </a:cxn>
                <a:cxn ang="0">
                  <a:pos x="T1" y="0"/>
                </a:cxn>
                <a:cxn ang="0">
                  <a:pos x="T2" y="0"/>
                </a:cxn>
                <a:cxn ang="0">
                  <a:pos x="T3" y="0"/>
                </a:cxn>
              </a:cxnLst>
              <a:rect l="0" t="0" r="r" b="b"/>
              <a:pathLst>
                <a:path w="16">
                  <a:moveTo>
                    <a:pt x="0" y="0"/>
                  </a:moveTo>
                  <a:lnTo>
                    <a:pt x="0" y="0"/>
                  </a:lnTo>
                  <a:cubicBezTo>
                    <a:pt x="4" y="0"/>
                    <a:pt x="9" y="0"/>
                    <a:pt x="16" y="0"/>
                  </a:cubicBezTo>
                  <a:cubicBezTo>
                    <a:pt x="15" y="0"/>
                    <a:pt x="9" y="0"/>
                    <a:pt x="0" y="0"/>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284" name="Freeform 32"/>
            <p:cNvSpPr/>
            <p:nvPr/>
          </p:nvSpPr>
          <p:spPr bwMode="invGray">
            <a:xfrm>
              <a:off x="1703429" y="8242496"/>
              <a:ext cx="6074" cy="0"/>
            </a:xfrm>
            <a:custGeom>
              <a:avLst/>
              <a:gdLst>
                <a:gd name="T0" fmla="*/ 0 w 5"/>
                <a:gd name="T1" fmla="*/ 0 w 5"/>
                <a:gd name="T2" fmla="*/ 2 w 5"/>
                <a:gd name="T3" fmla="*/ 5 w 5"/>
                <a:gd name="T4" fmla="*/ 0 w 5"/>
              </a:gdLst>
              <a:ahLst/>
              <a:cxnLst>
                <a:cxn ang="0">
                  <a:pos x="T0" y="0"/>
                </a:cxn>
                <a:cxn ang="0">
                  <a:pos x="T1" y="0"/>
                </a:cxn>
                <a:cxn ang="0">
                  <a:pos x="T2" y="0"/>
                </a:cxn>
                <a:cxn ang="0">
                  <a:pos x="T3" y="0"/>
                </a:cxn>
                <a:cxn ang="0">
                  <a:pos x="T4" y="0"/>
                </a:cxn>
              </a:cxnLst>
              <a:rect l="0" t="0" r="r" b="b"/>
              <a:pathLst>
                <a:path w="5">
                  <a:moveTo>
                    <a:pt x="0" y="0"/>
                  </a:moveTo>
                  <a:lnTo>
                    <a:pt x="0" y="0"/>
                  </a:lnTo>
                  <a:lnTo>
                    <a:pt x="2" y="0"/>
                  </a:lnTo>
                  <a:lnTo>
                    <a:pt x="5" y="0"/>
                  </a:lnTo>
                  <a:lnTo>
                    <a:pt x="0" y="0"/>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285" name="Freeform 33"/>
            <p:cNvSpPr/>
            <p:nvPr/>
          </p:nvSpPr>
          <p:spPr bwMode="invGray">
            <a:xfrm>
              <a:off x="913839" y="8249480"/>
              <a:ext cx="16197" cy="0"/>
            </a:xfrm>
            <a:custGeom>
              <a:avLst/>
              <a:gdLst>
                <a:gd name="T0" fmla="*/ 13 w 13"/>
                <a:gd name="T1" fmla="*/ 13 w 13"/>
                <a:gd name="T2" fmla="*/ 0 w 13"/>
                <a:gd name="T3" fmla="*/ 13 w 13"/>
              </a:gdLst>
              <a:ahLst/>
              <a:cxnLst>
                <a:cxn ang="0">
                  <a:pos x="T0" y="0"/>
                </a:cxn>
                <a:cxn ang="0">
                  <a:pos x="T1" y="0"/>
                </a:cxn>
                <a:cxn ang="0">
                  <a:pos x="T2" y="0"/>
                </a:cxn>
                <a:cxn ang="0">
                  <a:pos x="T3" y="0"/>
                </a:cxn>
              </a:cxnLst>
              <a:rect l="0" t="0" r="r" b="b"/>
              <a:pathLst>
                <a:path w="13">
                  <a:moveTo>
                    <a:pt x="13" y="0"/>
                  </a:moveTo>
                  <a:lnTo>
                    <a:pt x="13" y="0"/>
                  </a:lnTo>
                  <a:lnTo>
                    <a:pt x="0" y="0"/>
                  </a:lnTo>
                  <a:lnTo>
                    <a:pt x="13" y="0"/>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286" name="Freeform 34"/>
            <p:cNvSpPr/>
            <p:nvPr/>
          </p:nvSpPr>
          <p:spPr bwMode="invGray">
            <a:xfrm>
              <a:off x="949269" y="8279749"/>
              <a:ext cx="15185" cy="2328"/>
            </a:xfrm>
            <a:custGeom>
              <a:avLst/>
              <a:gdLst>
                <a:gd name="T0" fmla="*/ 12 w 12"/>
                <a:gd name="T1" fmla="*/ 0 h 1"/>
                <a:gd name="T2" fmla="*/ 12 w 12"/>
                <a:gd name="T3" fmla="*/ 0 h 1"/>
                <a:gd name="T4" fmla="*/ 0 w 12"/>
                <a:gd name="T5" fmla="*/ 1 h 1"/>
                <a:gd name="T6" fmla="*/ 12 w 12"/>
                <a:gd name="T7" fmla="*/ 0 h 1"/>
              </a:gdLst>
              <a:ahLst/>
              <a:cxnLst>
                <a:cxn ang="0">
                  <a:pos x="T0" y="T1"/>
                </a:cxn>
                <a:cxn ang="0">
                  <a:pos x="T2" y="T3"/>
                </a:cxn>
                <a:cxn ang="0">
                  <a:pos x="T4" y="T5"/>
                </a:cxn>
                <a:cxn ang="0">
                  <a:pos x="T6" y="T7"/>
                </a:cxn>
              </a:cxnLst>
              <a:rect l="0" t="0" r="r" b="b"/>
              <a:pathLst>
                <a:path w="12" h="1">
                  <a:moveTo>
                    <a:pt x="12" y="0"/>
                  </a:moveTo>
                  <a:lnTo>
                    <a:pt x="12" y="0"/>
                  </a:lnTo>
                  <a:lnTo>
                    <a:pt x="0" y="1"/>
                  </a:lnTo>
                  <a:lnTo>
                    <a:pt x="12" y="0"/>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287" name="Freeform 35"/>
            <p:cNvSpPr/>
            <p:nvPr/>
          </p:nvSpPr>
          <p:spPr bwMode="invGray">
            <a:xfrm>
              <a:off x="97929" y="8263451"/>
              <a:ext cx="32393" cy="0"/>
            </a:xfrm>
            <a:custGeom>
              <a:avLst/>
              <a:gdLst>
                <a:gd name="T0" fmla="*/ 26 w 26"/>
                <a:gd name="T1" fmla="*/ 26 w 26"/>
                <a:gd name="T2" fmla="*/ 0 w 26"/>
                <a:gd name="T3" fmla="*/ 26 w 26"/>
              </a:gdLst>
              <a:ahLst/>
              <a:cxnLst>
                <a:cxn ang="0">
                  <a:pos x="T0" y="0"/>
                </a:cxn>
                <a:cxn ang="0">
                  <a:pos x="T1" y="0"/>
                </a:cxn>
                <a:cxn ang="0">
                  <a:pos x="T2" y="0"/>
                </a:cxn>
                <a:cxn ang="0">
                  <a:pos x="T3" y="0"/>
                </a:cxn>
              </a:cxnLst>
              <a:rect l="0" t="0" r="r" b="b"/>
              <a:pathLst>
                <a:path w="26">
                  <a:moveTo>
                    <a:pt x="26" y="0"/>
                  </a:moveTo>
                  <a:lnTo>
                    <a:pt x="26" y="0"/>
                  </a:lnTo>
                  <a:lnTo>
                    <a:pt x="0" y="0"/>
                  </a:lnTo>
                  <a:cubicBezTo>
                    <a:pt x="13" y="0"/>
                    <a:pt x="20" y="0"/>
                    <a:pt x="26" y="0"/>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288" name="Freeform 36"/>
            <p:cNvSpPr/>
            <p:nvPr/>
          </p:nvSpPr>
          <p:spPr bwMode="invGray">
            <a:xfrm>
              <a:off x="873347" y="8272765"/>
              <a:ext cx="6074" cy="4657"/>
            </a:xfrm>
            <a:custGeom>
              <a:avLst/>
              <a:gdLst>
                <a:gd name="T0" fmla="*/ 4 w 5"/>
                <a:gd name="T1" fmla="*/ 0 h 1"/>
                <a:gd name="T2" fmla="*/ 4 w 5"/>
                <a:gd name="T3" fmla="*/ 0 h 1"/>
                <a:gd name="T4" fmla="*/ 0 w 5"/>
                <a:gd name="T5" fmla="*/ 1 h 1"/>
                <a:gd name="T6" fmla="*/ 4 w 5"/>
                <a:gd name="T7" fmla="*/ 0 h 1"/>
              </a:gdLst>
              <a:ahLst/>
              <a:cxnLst>
                <a:cxn ang="0">
                  <a:pos x="T0" y="T1"/>
                </a:cxn>
                <a:cxn ang="0">
                  <a:pos x="T2" y="T3"/>
                </a:cxn>
                <a:cxn ang="0">
                  <a:pos x="T4" y="T5"/>
                </a:cxn>
                <a:cxn ang="0">
                  <a:pos x="T6" y="T7"/>
                </a:cxn>
              </a:cxnLst>
              <a:rect l="0" t="0" r="r" b="b"/>
              <a:pathLst>
                <a:path w="5" h="1">
                  <a:moveTo>
                    <a:pt x="4" y="0"/>
                  </a:moveTo>
                  <a:lnTo>
                    <a:pt x="4" y="0"/>
                  </a:lnTo>
                  <a:lnTo>
                    <a:pt x="0" y="1"/>
                  </a:lnTo>
                  <a:cubicBezTo>
                    <a:pt x="3" y="1"/>
                    <a:pt x="5" y="1"/>
                    <a:pt x="4" y="0"/>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289" name="Freeform 37"/>
            <p:cNvSpPr/>
            <p:nvPr/>
          </p:nvSpPr>
          <p:spPr bwMode="invGray">
            <a:xfrm>
              <a:off x="5067284" y="8344942"/>
              <a:ext cx="4049" cy="0"/>
            </a:xfrm>
            <a:custGeom>
              <a:avLst/>
              <a:gdLst>
                <a:gd name="T0" fmla="*/ 3 w 3"/>
                <a:gd name="T1" fmla="*/ 3 w 3"/>
                <a:gd name="T2" fmla="*/ 1 w 3"/>
                <a:gd name="T3" fmla="*/ 0 w 3"/>
                <a:gd name="T4" fmla="*/ 3 w 3"/>
              </a:gdLst>
              <a:ahLst/>
              <a:cxnLst>
                <a:cxn ang="0">
                  <a:pos x="T0" y="0"/>
                </a:cxn>
                <a:cxn ang="0">
                  <a:pos x="T1" y="0"/>
                </a:cxn>
                <a:cxn ang="0">
                  <a:pos x="T2" y="0"/>
                </a:cxn>
                <a:cxn ang="0">
                  <a:pos x="T3" y="0"/>
                </a:cxn>
                <a:cxn ang="0">
                  <a:pos x="T4" y="0"/>
                </a:cxn>
              </a:cxnLst>
              <a:rect l="0" t="0" r="r" b="b"/>
              <a:pathLst>
                <a:path w="3">
                  <a:moveTo>
                    <a:pt x="3" y="0"/>
                  </a:moveTo>
                  <a:lnTo>
                    <a:pt x="3" y="0"/>
                  </a:lnTo>
                  <a:lnTo>
                    <a:pt x="1" y="0"/>
                  </a:lnTo>
                  <a:lnTo>
                    <a:pt x="0" y="0"/>
                  </a:lnTo>
                  <a:lnTo>
                    <a:pt x="3" y="0"/>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290" name="Freeform 38"/>
            <p:cNvSpPr/>
            <p:nvPr/>
          </p:nvSpPr>
          <p:spPr bwMode="invGray">
            <a:xfrm>
              <a:off x="5149281" y="8328645"/>
              <a:ext cx="29357" cy="0"/>
            </a:xfrm>
            <a:custGeom>
              <a:avLst/>
              <a:gdLst>
                <a:gd name="T0" fmla="*/ 0 w 24"/>
                <a:gd name="T1" fmla="*/ 0 w 24"/>
                <a:gd name="T2" fmla="*/ 24 w 24"/>
                <a:gd name="T3" fmla="*/ 0 w 24"/>
              </a:gdLst>
              <a:ahLst/>
              <a:cxnLst>
                <a:cxn ang="0">
                  <a:pos x="T0" y="0"/>
                </a:cxn>
                <a:cxn ang="0">
                  <a:pos x="T1" y="0"/>
                </a:cxn>
                <a:cxn ang="0">
                  <a:pos x="T2" y="0"/>
                </a:cxn>
                <a:cxn ang="0">
                  <a:pos x="T3" y="0"/>
                </a:cxn>
              </a:cxnLst>
              <a:rect l="0" t="0" r="r" b="b"/>
              <a:pathLst>
                <a:path w="24">
                  <a:moveTo>
                    <a:pt x="0" y="0"/>
                  </a:moveTo>
                  <a:lnTo>
                    <a:pt x="0" y="0"/>
                  </a:lnTo>
                  <a:lnTo>
                    <a:pt x="24" y="0"/>
                  </a:lnTo>
                  <a:cubicBezTo>
                    <a:pt x="15" y="0"/>
                    <a:pt x="6" y="0"/>
                    <a:pt x="0" y="0"/>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291" name="Freeform 39"/>
            <p:cNvSpPr/>
            <p:nvPr/>
          </p:nvSpPr>
          <p:spPr bwMode="invGray">
            <a:xfrm>
              <a:off x="3267423" y="8289063"/>
              <a:ext cx="35431" cy="6984"/>
            </a:xfrm>
            <a:custGeom>
              <a:avLst/>
              <a:gdLst>
                <a:gd name="T0" fmla="*/ 0 w 29"/>
                <a:gd name="T1" fmla="*/ 1 h 2"/>
                <a:gd name="T2" fmla="*/ 0 w 29"/>
                <a:gd name="T3" fmla="*/ 1 h 2"/>
                <a:gd name="T4" fmla="*/ 15 w 29"/>
                <a:gd name="T5" fmla="*/ 2 h 2"/>
                <a:gd name="T6" fmla="*/ 0 w 29"/>
                <a:gd name="T7" fmla="*/ 1 h 2"/>
              </a:gdLst>
              <a:ahLst/>
              <a:cxnLst>
                <a:cxn ang="0">
                  <a:pos x="T0" y="T1"/>
                </a:cxn>
                <a:cxn ang="0">
                  <a:pos x="T2" y="T3"/>
                </a:cxn>
                <a:cxn ang="0">
                  <a:pos x="T4" y="T5"/>
                </a:cxn>
                <a:cxn ang="0">
                  <a:pos x="T6" y="T7"/>
                </a:cxn>
              </a:cxnLst>
              <a:rect l="0" t="0" r="r" b="b"/>
              <a:pathLst>
                <a:path w="28" h="2">
                  <a:moveTo>
                    <a:pt x="0" y="1"/>
                  </a:moveTo>
                  <a:lnTo>
                    <a:pt x="0" y="1"/>
                  </a:lnTo>
                  <a:cubicBezTo>
                    <a:pt x="7" y="1"/>
                    <a:pt x="23" y="2"/>
                    <a:pt x="15" y="2"/>
                  </a:cubicBezTo>
                  <a:cubicBezTo>
                    <a:pt x="29" y="2"/>
                    <a:pt x="28" y="0"/>
                    <a:pt x="0" y="1"/>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292" name="Freeform 40"/>
            <p:cNvSpPr/>
            <p:nvPr/>
          </p:nvSpPr>
          <p:spPr bwMode="invGray">
            <a:xfrm>
              <a:off x="4908355" y="8407808"/>
              <a:ext cx="22270" cy="4657"/>
            </a:xfrm>
            <a:custGeom>
              <a:avLst/>
              <a:gdLst>
                <a:gd name="T0" fmla="*/ 3 w 18"/>
                <a:gd name="T1" fmla="*/ 1 h 1"/>
                <a:gd name="T2" fmla="*/ 3 w 18"/>
                <a:gd name="T3" fmla="*/ 1 h 1"/>
                <a:gd name="T4" fmla="*/ 18 w 18"/>
                <a:gd name="T5" fmla="*/ 0 h 1"/>
                <a:gd name="T6" fmla="*/ 3 w 18"/>
                <a:gd name="T7" fmla="*/ 1 h 1"/>
              </a:gdLst>
              <a:ahLst/>
              <a:cxnLst>
                <a:cxn ang="0">
                  <a:pos x="T0" y="T1"/>
                </a:cxn>
                <a:cxn ang="0">
                  <a:pos x="T2" y="T3"/>
                </a:cxn>
                <a:cxn ang="0">
                  <a:pos x="T4" y="T5"/>
                </a:cxn>
                <a:cxn ang="0">
                  <a:pos x="T6" y="T7"/>
                </a:cxn>
              </a:cxnLst>
              <a:rect l="0" t="0" r="r" b="b"/>
              <a:pathLst>
                <a:path w="18" h="1">
                  <a:moveTo>
                    <a:pt x="3" y="1"/>
                  </a:moveTo>
                  <a:lnTo>
                    <a:pt x="3" y="1"/>
                  </a:lnTo>
                  <a:cubicBezTo>
                    <a:pt x="7" y="1"/>
                    <a:pt x="13" y="0"/>
                    <a:pt x="18" y="0"/>
                  </a:cubicBezTo>
                  <a:cubicBezTo>
                    <a:pt x="8" y="0"/>
                    <a:pt x="0" y="1"/>
                    <a:pt x="3" y="1"/>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293" name="Freeform 41"/>
            <p:cNvSpPr/>
            <p:nvPr/>
          </p:nvSpPr>
          <p:spPr bwMode="invGray">
            <a:xfrm>
              <a:off x="4930624" y="8405477"/>
              <a:ext cx="16197" cy="2328"/>
            </a:xfrm>
            <a:custGeom>
              <a:avLst/>
              <a:gdLst>
                <a:gd name="T0" fmla="*/ 0 w 14"/>
                <a:gd name="T1" fmla="*/ 1 h 1"/>
                <a:gd name="T2" fmla="*/ 0 w 14"/>
                <a:gd name="T3" fmla="*/ 1 h 1"/>
                <a:gd name="T4" fmla="*/ 14 w 14"/>
                <a:gd name="T5" fmla="*/ 0 h 1"/>
                <a:gd name="T6" fmla="*/ 0 w 14"/>
                <a:gd name="T7" fmla="*/ 1 h 1"/>
              </a:gdLst>
              <a:ahLst/>
              <a:cxnLst>
                <a:cxn ang="0">
                  <a:pos x="T0" y="T1"/>
                </a:cxn>
                <a:cxn ang="0">
                  <a:pos x="T2" y="T3"/>
                </a:cxn>
                <a:cxn ang="0">
                  <a:pos x="T4" y="T5"/>
                </a:cxn>
                <a:cxn ang="0">
                  <a:pos x="T6" y="T7"/>
                </a:cxn>
              </a:cxnLst>
              <a:rect l="0" t="0" r="r" b="b"/>
              <a:pathLst>
                <a:path w="14" h="1">
                  <a:moveTo>
                    <a:pt x="0" y="1"/>
                  </a:moveTo>
                  <a:lnTo>
                    <a:pt x="0" y="1"/>
                  </a:lnTo>
                  <a:lnTo>
                    <a:pt x="14" y="0"/>
                  </a:lnTo>
                  <a:lnTo>
                    <a:pt x="0" y="1"/>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294" name="Freeform 42"/>
            <p:cNvSpPr/>
            <p:nvPr/>
          </p:nvSpPr>
          <p:spPr bwMode="invGray">
            <a:xfrm>
              <a:off x="3038645" y="8382195"/>
              <a:ext cx="10123" cy="2328"/>
            </a:xfrm>
            <a:custGeom>
              <a:avLst/>
              <a:gdLst>
                <a:gd name="T0" fmla="*/ 8 w 8"/>
                <a:gd name="T1" fmla="*/ 1 h 1"/>
                <a:gd name="T2" fmla="*/ 8 w 8"/>
                <a:gd name="T3" fmla="*/ 1 h 1"/>
                <a:gd name="T4" fmla="*/ 0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cubicBezTo>
                    <a:pt x="6" y="0"/>
                    <a:pt x="3" y="0"/>
                    <a:pt x="0" y="0"/>
                  </a:cubicBezTo>
                  <a:cubicBezTo>
                    <a:pt x="1" y="0"/>
                    <a:pt x="4" y="1"/>
                    <a:pt x="8" y="1"/>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295" name="Freeform 43"/>
            <p:cNvSpPr/>
            <p:nvPr/>
          </p:nvSpPr>
          <p:spPr bwMode="invGray">
            <a:xfrm>
              <a:off x="5075382" y="8298373"/>
              <a:ext cx="289516" cy="34924"/>
            </a:xfrm>
            <a:custGeom>
              <a:avLst/>
              <a:gdLst>
                <a:gd name="T0" fmla="*/ 102 w 236"/>
                <a:gd name="T1" fmla="*/ 10 h 10"/>
                <a:gd name="T2" fmla="*/ 102 w 236"/>
                <a:gd name="T3" fmla="*/ 10 h 10"/>
                <a:gd name="T4" fmla="*/ 123 w 236"/>
                <a:gd name="T5" fmla="*/ 7 h 10"/>
                <a:gd name="T6" fmla="*/ 200 w 236"/>
                <a:gd name="T7" fmla="*/ 6 h 10"/>
                <a:gd name="T8" fmla="*/ 203 w 236"/>
                <a:gd name="T9" fmla="*/ 3 h 10"/>
                <a:gd name="T10" fmla="*/ 160 w 236"/>
                <a:gd name="T11" fmla="*/ 4 h 10"/>
                <a:gd name="T12" fmla="*/ 202 w 236"/>
                <a:gd name="T13" fmla="*/ 3 h 10"/>
                <a:gd name="T14" fmla="*/ 198 w 236"/>
                <a:gd name="T15" fmla="*/ 0 h 10"/>
                <a:gd name="T16" fmla="*/ 0 w 236"/>
                <a:gd name="T17" fmla="*/ 4 h 10"/>
                <a:gd name="T18" fmla="*/ 137 w 236"/>
                <a:gd name="T19" fmla="*/ 4 h 10"/>
                <a:gd name="T20" fmla="*/ 121 w 236"/>
                <a:gd name="T21" fmla="*/ 6 h 10"/>
                <a:gd name="T22" fmla="*/ 8 w 236"/>
                <a:gd name="T23" fmla="*/ 5 h 10"/>
                <a:gd name="T24" fmla="*/ 104 w 236"/>
                <a:gd name="T25" fmla="*/ 7 h 10"/>
                <a:gd name="T26" fmla="*/ 84 w 236"/>
                <a:gd name="T27" fmla="*/ 9 h 10"/>
                <a:gd name="T28" fmla="*/ 102 w 236"/>
                <a:gd name="T29" fmla="*/ 1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36" h="10">
                  <a:moveTo>
                    <a:pt x="102" y="10"/>
                  </a:moveTo>
                  <a:lnTo>
                    <a:pt x="102" y="10"/>
                  </a:lnTo>
                  <a:cubicBezTo>
                    <a:pt x="107" y="9"/>
                    <a:pt x="208" y="8"/>
                    <a:pt x="123" y="7"/>
                  </a:cubicBezTo>
                  <a:cubicBezTo>
                    <a:pt x="126" y="4"/>
                    <a:pt x="177" y="6"/>
                    <a:pt x="200" y="6"/>
                  </a:cubicBezTo>
                  <a:cubicBezTo>
                    <a:pt x="184" y="5"/>
                    <a:pt x="208" y="4"/>
                    <a:pt x="203" y="3"/>
                  </a:cubicBezTo>
                  <a:cubicBezTo>
                    <a:pt x="192" y="4"/>
                    <a:pt x="179" y="4"/>
                    <a:pt x="160" y="4"/>
                  </a:cubicBezTo>
                  <a:cubicBezTo>
                    <a:pt x="152" y="3"/>
                    <a:pt x="180" y="2"/>
                    <a:pt x="202" y="3"/>
                  </a:cubicBezTo>
                  <a:cubicBezTo>
                    <a:pt x="175" y="1"/>
                    <a:pt x="236" y="1"/>
                    <a:pt x="198" y="0"/>
                  </a:cubicBezTo>
                  <a:cubicBezTo>
                    <a:pt x="116" y="0"/>
                    <a:pt x="57" y="0"/>
                    <a:pt x="0" y="4"/>
                  </a:cubicBezTo>
                  <a:cubicBezTo>
                    <a:pt x="46" y="3"/>
                    <a:pt x="99" y="3"/>
                    <a:pt x="137" y="4"/>
                  </a:cubicBezTo>
                  <a:lnTo>
                    <a:pt x="121" y="6"/>
                  </a:lnTo>
                  <a:cubicBezTo>
                    <a:pt x="78" y="4"/>
                    <a:pt x="51" y="5"/>
                    <a:pt x="8" y="5"/>
                  </a:cubicBezTo>
                  <a:lnTo>
                    <a:pt x="104" y="7"/>
                  </a:lnTo>
                  <a:cubicBezTo>
                    <a:pt x="149" y="9"/>
                    <a:pt x="119" y="9"/>
                    <a:pt x="84" y="9"/>
                  </a:cubicBezTo>
                  <a:cubicBezTo>
                    <a:pt x="92" y="9"/>
                    <a:pt x="100" y="9"/>
                    <a:pt x="102" y="10"/>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296" name="Freeform 44"/>
            <p:cNvSpPr/>
            <p:nvPr/>
          </p:nvSpPr>
          <p:spPr bwMode="invGray">
            <a:xfrm>
              <a:off x="5121948" y="8391509"/>
              <a:ext cx="6074" cy="0"/>
            </a:xfrm>
            <a:custGeom>
              <a:avLst/>
              <a:gdLst>
                <a:gd name="T0" fmla="*/ 0 w 5"/>
                <a:gd name="T1" fmla="*/ 0 w 5"/>
                <a:gd name="T2" fmla="*/ 1 w 5"/>
                <a:gd name="T3" fmla="*/ 5 w 5"/>
                <a:gd name="T4" fmla="*/ 0 w 5"/>
              </a:gdLst>
              <a:ahLst/>
              <a:cxnLst>
                <a:cxn ang="0">
                  <a:pos x="T0" y="0"/>
                </a:cxn>
                <a:cxn ang="0">
                  <a:pos x="T1" y="0"/>
                </a:cxn>
                <a:cxn ang="0">
                  <a:pos x="T2" y="0"/>
                </a:cxn>
                <a:cxn ang="0">
                  <a:pos x="T3" y="0"/>
                </a:cxn>
                <a:cxn ang="0">
                  <a:pos x="T4" y="0"/>
                </a:cxn>
              </a:cxnLst>
              <a:rect l="0" t="0" r="r" b="b"/>
              <a:pathLst>
                <a:path w="5">
                  <a:moveTo>
                    <a:pt x="0" y="0"/>
                  </a:moveTo>
                  <a:lnTo>
                    <a:pt x="0" y="0"/>
                  </a:lnTo>
                  <a:lnTo>
                    <a:pt x="1" y="0"/>
                  </a:lnTo>
                  <a:lnTo>
                    <a:pt x="5" y="0"/>
                  </a:lnTo>
                  <a:lnTo>
                    <a:pt x="0" y="0"/>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297" name="Freeform 45"/>
            <p:cNvSpPr/>
            <p:nvPr/>
          </p:nvSpPr>
          <p:spPr bwMode="invGray">
            <a:xfrm>
              <a:off x="126273" y="8407808"/>
              <a:ext cx="11136" cy="4657"/>
            </a:xfrm>
            <a:custGeom>
              <a:avLst/>
              <a:gdLst>
                <a:gd name="T0" fmla="*/ 8 w 9"/>
                <a:gd name="T1" fmla="*/ 0 h 1"/>
                <a:gd name="T2" fmla="*/ 8 w 9"/>
                <a:gd name="T3" fmla="*/ 0 h 1"/>
                <a:gd name="T4" fmla="*/ 0 w 9"/>
                <a:gd name="T5" fmla="*/ 1 h 1"/>
                <a:gd name="T6" fmla="*/ 8 w 9"/>
                <a:gd name="T7" fmla="*/ 0 h 1"/>
              </a:gdLst>
              <a:ahLst/>
              <a:cxnLst>
                <a:cxn ang="0">
                  <a:pos x="T0" y="T1"/>
                </a:cxn>
                <a:cxn ang="0">
                  <a:pos x="T2" y="T3"/>
                </a:cxn>
                <a:cxn ang="0">
                  <a:pos x="T4" y="T5"/>
                </a:cxn>
                <a:cxn ang="0">
                  <a:pos x="T6" y="T7"/>
                </a:cxn>
              </a:cxnLst>
              <a:rect l="0" t="0" r="r" b="b"/>
              <a:pathLst>
                <a:path w="9" h="1">
                  <a:moveTo>
                    <a:pt x="8" y="0"/>
                  </a:moveTo>
                  <a:lnTo>
                    <a:pt x="8" y="0"/>
                  </a:lnTo>
                  <a:lnTo>
                    <a:pt x="0" y="1"/>
                  </a:lnTo>
                  <a:cubicBezTo>
                    <a:pt x="7" y="0"/>
                    <a:pt x="9" y="0"/>
                    <a:pt x="8" y="0"/>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298" name="Freeform 46"/>
            <p:cNvSpPr/>
            <p:nvPr/>
          </p:nvSpPr>
          <p:spPr bwMode="invGray">
            <a:xfrm flipH="1">
              <a:off x="5051087" y="8354254"/>
              <a:ext cx="0" cy="0"/>
            </a:xfrm>
            <a:custGeom>
              <a:avLst/>
              <a:gdLst/>
              <a:ahLst/>
              <a:cxnLst>
                <a:cxn ang="0">
                  <a:pos x="0" y="0"/>
                </a:cxn>
                <a:cxn ang="0">
                  <a:pos x="0" y="0"/>
                </a:cxn>
                <a:cxn ang="0">
                  <a:pos x="0" y="0"/>
                </a:cxn>
                <a:cxn ang="0">
                  <a:pos x="0" y="0"/>
                </a:cxn>
              </a:cxnLst>
              <a:rect l="0" t="0" r="r" b="b"/>
              <a:pathLst>
                <a:path>
                  <a:moveTo>
                    <a:pt x="0" y="0"/>
                  </a:moveTo>
                  <a:lnTo>
                    <a:pt x="0" y="0"/>
                  </a:lnTo>
                  <a:lnTo>
                    <a:pt x="0" y="0"/>
                  </a:lnTo>
                  <a:cubicBezTo>
                    <a:pt x="0" y="0"/>
                    <a:pt x="0" y="0"/>
                    <a:pt x="0" y="0"/>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299" name="Freeform 47"/>
            <p:cNvSpPr/>
            <p:nvPr/>
          </p:nvSpPr>
          <p:spPr bwMode="invGray">
            <a:xfrm>
              <a:off x="385421" y="8407806"/>
              <a:ext cx="3037" cy="0"/>
            </a:xfrm>
            <a:custGeom>
              <a:avLst/>
              <a:gdLst>
                <a:gd name="T0" fmla="*/ 2 w 2"/>
                <a:gd name="T1" fmla="*/ 2 w 2"/>
                <a:gd name="T2" fmla="*/ 0 w 2"/>
                <a:gd name="T3" fmla="*/ 2 w 2"/>
              </a:gdLst>
              <a:ahLst/>
              <a:cxnLst>
                <a:cxn ang="0">
                  <a:pos x="T0" y="0"/>
                </a:cxn>
                <a:cxn ang="0">
                  <a:pos x="T1" y="0"/>
                </a:cxn>
                <a:cxn ang="0">
                  <a:pos x="T2" y="0"/>
                </a:cxn>
                <a:cxn ang="0">
                  <a:pos x="T3" y="0"/>
                </a:cxn>
              </a:cxnLst>
              <a:rect l="0" t="0" r="r" b="b"/>
              <a:pathLst>
                <a:path w="2">
                  <a:moveTo>
                    <a:pt x="2" y="0"/>
                  </a:moveTo>
                  <a:lnTo>
                    <a:pt x="2" y="0"/>
                  </a:lnTo>
                  <a:lnTo>
                    <a:pt x="0" y="0"/>
                  </a:lnTo>
                  <a:cubicBezTo>
                    <a:pt x="1" y="0"/>
                    <a:pt x="1" y="0"/>
                    <a:pt x="2" y="0"/>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300" name="Freeform 48"/>
            <p:cNvSpPr/>
            <p:nvPr/>
          </p:nvSpPr>
          <p:spPr bwMode="invGray">
            <a:xfrm>
              <a:off x="448183" y="8249480"/>
              <a:ext cx="6074" cy="4657"/>
            </a:xfrm>
            <a:custGeom>
              <a:avLst/>
              <a:gdLst>
                <a:gd name="T0" fmla="*/ 5 w 5"/>
                <a:gd name="T1" fmla="*/ 1 h 1"/>
                <a:gd name="T2" fmla="*/ 5 w 5"/>
                <a:gd name="T3" fmla="*/ 1 h 1"/>
                <a:gd name="T4" fmla="*/ 4 w 5"/>
                <a:gd name="T5" fmla="*/ 0 h 1"/>
                <a:gd name="T6" fmla="*/ 5 w 5"/>
                <a:gd name="T7" fmla="*/ 1 h 1"/>
              </a:gdLst>
              <a:ahLst/>
              <a:cxnLst>
                <a:cxn ang="0">
                  <a:pos x="T0" y="T1"/>
                </a:cxn>
                <a:cxn ang="0">
                  <a:pos x="T2" y="T3"/>
                </a:cxn>
                <a:cxn ang="0">
                  <a:pos x="T4" y="T5"/>
                </a:cxn>
                <a:cxn ang="0">
                  <a:pos x="T6" y="T7"/>
                </a:cxn>
              </a:cxnLst>
              <a:rect l="0" t="0" r="r" b="b"/>
              <a:pathLst>
                <a:path w="5" h="1">
                  <a:moveTo>
                    <a:pt x="5" y="1"/>
                  </a:moveTo>
                  <a:lnTo>
                    <a:pt x="5" y="1"/>
                  </a:lnTo>
                  <a:cubicBezTo>
                    <a:pt x="5" y="1"/>
                    <a:pt x="5" y="1"/>
                    <a:pt x="4" y="0"/>
                  </a:cubicBezTo>
                  <a:cubicBezTo>
                    <a:pt x="0" y="1"/>
                    <a:pt x="2" y="1"/>
                    <a:pt x="5" y="1"/>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301" name="Freeform 49"/>
            <p:cNvSpPr/>
            <p:nvPr/>
          </p:nvSpPr>
          <p:spPr bwMode="invGray">
            <a:xfrm flipH="1">
              <a:off x="388457" y="8407806"/>
              <a:ext cx="0" cy="0"/>
            </a:xfrm>
            <a:custGeom>
              <a:avLst/>
              <a:gdLst/>
              <a:ahLst/>
              <a:cxnLst>
                <a:cxn ang="0">
                  <a:pos x="0" y="0"/>
                </a:cxn>
                <a:cxn ang="0">
                  <a:pos x="0" y="0"/>
                </a:cxn>
                <a:cxn ang="0">
                  <a:pos x="0" y="0"/>
                </a:cxn>
                <a:cxn ang="0">
                  <a:pos x="0" y="0"/>
                </a:cxn>
              </a:cxnLst>
              <a:rect l="0" t="0" r="r" b="b"/>
              <a:pathLst>
                <a:path>
                  <a:moveTo>
                    <a:pt x="0" y="0"/>
                  </a:moveTo>
                  <a:lnTo>
                    <a:pt x="0" y="0"/>
                  </a:lnTo>
                  <a:cubicBezTo>
                    <a:pt x="0" y="0"/>
                    <a:pt x="0" y="0"/>
                    <a:pt x="0" y="0"/>
                  </a:cubicBezTo>
                  <a:cubicBezTo>
                    <a:pt x="0" y="0"/>
                    <a:pt x="0" y="0"/>
                    <a:pt x="0" y="0"/>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302" name="Freeform 50"/>
            <p:cNvSpPr/>
            <p:nvPr/>
          </p:nvSpPr>
          <p:spPr bwMode="invGray">
            <a:xfrm>
              <a:off x="1597138" y="8375210"/>
              <a:ext cx="12148" cy="2328"/>
            </a:xfrm>
            <a:custGeom>
              <a:avLst/>
              <a:gdLst>
                <a:gd name="T0" fmla="*/ 10 w 10"/>
                <a:gd name="T1" fmla="*/ 1 h 1"/>
                <a:gd name="T2" fmla="*/ 10 w 10"/>
                <a:gd name="T3" fmla="*/ 1 h 1"/>
                <a:gd name="T4" fmla="*/ 2 w 10"/>
                <a:gd name="T5" fmla="*/ 0 h 1"/>
                <a:gd name="T6" fmla="*/ 10 w 10"/>
                <a:gd name="T7" fmla="*/ 1 h 1"/>
              </a:gdLst>
              <a:ahLst/>
              <a:cxnLst>
                <a:cxn ang="0">
                  <a:pos x="T0" y="T1"/>
                </a:cxn>
                <a:cxn ang="0">
                  <a:pos x="T2" y="T3"/>
                </a:cxn>
                <a:cxn ang="0">
                  <a:pos x="T4" y="T5"/>
                </a:cxn>
                <a:cxn ang="0">
                  <a:pos x="T6" y="T7"/>
                </a:cxn>
              </a:cxnLst>
              <a:rect l="0" t="0" r="r" b="b"/>
              <a:pathLst>
                <a:path w="10" h="1">
                  <a:moveTo>
                    <a:pt x="10" y="1"/>
                  </a:moveTo>
                  <a:lnTo>
                    <a:pt x="10" y="1"/>
                  </a:lnTo>
                  <a:lnTo>
                    <a:pt x="2" y="0"/>
                  </a:lnTo>
                  <a:cubicBezTo>
                    <a:pt x="0" y="0"/>
                    <a:pt x="2" y="0"/>
                    <a:pt x="10" y="1"/>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303" name="Freeform 51"/>
            <p:cNvSpPr/>
            <p:nvPr/>
          </p:nvSpPr>
          <p:spPr bwMode="invGray">
            <a:xfrm>
              <a:off x="1364309" y="8365896"/>
              <a:ext cx="4049" cy="0"/>
            </a:xfrm>
            <a:custGeom>
              <a:avLst/>
              <a:gdLst>
                <a:gd name="T0" fmla="*/ 3 w 3"/>
                <a:gd name="T1" fmla="*/ 3 w 3"/>
                <a:gd name="T2" fmla="*/ 0 w 3"/>
                <a:gd name="T3" fmla="*/ 3 w 3"/>
              </a:gdLst>
              <a:ahLst/>
              <a:cxnLst>
                <a:cxn ang="0">
                  <a:pos x="T0" y="0"/>
                </a:cxn>
                <a:cxn ang="0">
                  <a:pos x="T1" y="0"/>
                </a:cxn>
                <a:cxn ang="0">
                  <a:pos x="T2" y="0"/>
                </a:cxn>
                <a:cxn ang="0">
                  <a:pos x="T3" y="0"/>
                </a:cxn>
              </a:cxnLst>
              <a:rect l="0" t="0" r="r" b="b"/>
              <a:pathLst>
                <a:path w="3">
                  <a:moveTo>
                    <a:pt x="3" y="0"/>
                  </a:moveTo>
                  <a:lnTo>
                    <a:pt x="3" y="0"/>
                  </a:lnTo>
                  <a:lnTo>
                    <a:pt x="0" y="0"/>
                  </a:lnTo>
                  <a:lnTo>
                    <a:pt x="3" y="0"/>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304" name="Freeform 52"/>
            <p:cNvSpPr/>
            <p:nvPr/>
          </p:nvSpPr>
          <p:spPr bwMode="invGray">
            <a:xfrm>
              <a:off x="3182391" y="8258794"/>
              <a:ext cx="28344" cy="0"/>
            </a:xfrm>
            <a:custGeom>
              <a:avLst/>
              <a:gdLst>
                <a:gd name="T0" fmla="*/ 23 w 23"/>
                <a:gd name="T1" fmla="*/ 23 w 23"/>
                <a:gd name="T2" fmla="*/ 0 w 23"/>
                <a:gd name="T3" fmla="*/ 23 w 23"/>
              </a:gdLst>
              <a:ahLst/>
              <a:cxnLst>
                <a:cxn ang="0">
                  <a:pos x="T0" y="0"/>
                </a:cxn>
                <a:cxn ang="0">
                  <a:pos x="T1" y="0"/>
                </a:cxn>
                <a:cxn ang="0">
                  <a:pos x="T2" y="0"/>
                </a:cxn>
                <a:cxn ang="0">
                  <a:pos x="T3" y="0"/>
                </a:cxn>
              </a:cxnLst>
              <a:rect l="0" t="0" r="r" b="b"/>
              <a:pathLst>
                <a:path w="23">
                  <a:moveTo>
                    <a:pt x="23" y="0"/>
                  </a:moveTo>
                  <a:lnTo>
                    <a:pt x="23" y="0"/>
                  </a:lnTo>
                  <a:lnTo>
                    <a:pt x="0" y="0"/>
                  </a:lnTo>
                  <a:lnTo>
                    <a:pt x="23" y="0"/>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305" name="Freeform 53"/>
            <p:cNvSpPr/>
            <p:nvPr/>
          </p:nvSpPr>
          <p:spPr bwMode="invGray">
            <a:xfrm>
              <a:off x="374285" y="8407808"/>
              <a:ext cx="11136" cy="4657"/>
            </a:xfrm>
            <a:custGeom>
              <a:avLst/>
              <a:gdLst>
                <a:gd name="T0" fmla="*/ 9 w 9"/>
                <a:gd name="T1" fmla="*/ 0 h 1"/>
                <a:gd name="T2" fmla="*/ 9 w 9"/>
                <a:gd name="T3" fmla="*/ 0 h 1"/>
                <a:gd name="T4" fmla="*/ 0 w 9"/>
                <a:gd name="T5" fmla="*/ 1 h 1"/>
                <a:gd name="T6" fmla="*/ 9 w 9"/>
                <a:gd name="T7" fmla="*/ 0 h 1"/>
              </a:gdLst>
              <a:ahLst/>
              <a:cxnLst>
                <a:cxn ang="0">
                  <a:pos x="T0" y="T1"/>
                </a:cxn>
                <a:cxn ang="0">
                  <a:pos x="T2" y="T3"/>
                </a:cxn>
                <a:cxn ang="0">
                  <a:pos x="T4" y="T5"/>
                </a:cxn>
                <a:cxn ang="0">
                  <a:pos x="T6" y="T7"/>
                </a:cxn>
              </a:cxnLst>
              <a:rect l="0" t="0" r="r" b="b"/>
              <a:pathLst>
                <a:path w="9" h="1">
                  <a:moveTo>
                    <a:pt x="9" y="0"/>
                  </a:moveTo>
                  <a:lnTo>
                    <a:pt x="9" y="0"/>
                  </a:lnTo>
                  <a:lnTo>
                    <a:pt x="0" y="1"/>
                  </a:lnTo>
                  <a:cubicBezTo>
                    <a:pt x="5" y="0"/>
                    <a:pt x="8" y="0"/>
                    <a:pt x="9" y="0"/>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306" name="Freeform 54"/>
            <p:cNvSpPr/>
            <p:nvPr/>
          </p:nvSpPr>
          <p:spPr bwMode="invGray">
            <a:xfrm>
              <a:off x="1969662" y="8337957"/>
              <a:ext cx="7086" cy="4657"/>
            </a:xfrm>
            <a:custGeom>
              <a:avLst/>
              <a:gdLst>
                <a:gd name="T0" fmla="*/ 6 w 6"/>
                <a:gd name="T1" fmla="*/ 0 h 1"/>
                <a:gd name="T2" fmla="*/ 6 w 6"/>
                <a:gd name="T3" fmla="*/ 0 h 1"/>
                <a:gd name="T4" fmla="*/ 0 w 6"/>
                <a:gd name="T5" fmla="*/ 1 h 1"/>
                <a:gd name="T6" fmla="*/ 4 w 6"/>
                <a:gd name="T7" fmla="*/ 1 h 1"/>
                <a:gd name="T8" fmla="*/ 6 w 6"/>
                <a:gd name="T9" fmla="*/ 0 h 1"/>
              </a:gdLst>
              <a:ahLst/>
              <a:cxnLst>
                <a:cxn ang="0">
                  <a:pos x="T0" y="T1"/>
                </a:cxn>
                <a:cxn ang="0">
                  <a:pos x="T2" y="T3"/>
                </a:cxn>
                <a:cxn ang="0">
                  <a:pos x="T4" y="T5"/>
                </a:cxn>
                <a:cxn ang="0">
                  <a:pos x="T6" y="T7"/>
                </a:cxn>
                <a:cxn ang="0">
                  <a:pos x="T8" y="T9"/>
                </a:cxn>
              </a:cxnLst>
              <a:rect l="0" t="0" r="r" b="b"/>
              <a:pathLst>
                <a:path w="6" h="1">
                  <a:moveTo>
                    <a:pt x="6" y="0"/>
                  </a:moveTo>
                  <a:lnTo>
                    <a:pt x="6" y="0"/>
                  </a:lnTo>
                  <a:lnTo>
                    <a:pt x="0" y="1"/>
                  </a:lnTo>
                  <a:lnTo>
                    <a:pt x="4" y="1"/>
                  </a:lnTo>
                  <a:lnTo>
                    <a:pt x="6" y="0"/>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307" name="Freeform 55"/>
            <p:cNvSpPr/>
            <p:nvPr/>
          </p:nvSpPr>
          <p:spPr bwMode="invGray">
            <a:xfrm>
              <a:off x="1933219" y="8328644"/>
              <a:ext cx="298627" cy="23283"/>
            </a:xfrm>
            <a:custGeom>
              <a:avLst/>
              <a:gdLst>
                <a:gd name="T0" fmla="*/ 139 w 244"/>
                <a:gd name="T1" fmla="*/ 5 h 7"/>
                <a:gd name="T2" fmla="*/ 139 w 244"/>
                <a:gd name="T3" fmla="*/ 5 h 7"/>
                <a:gd name="T4" fmla="*/ 132 w 244"/>
                <a:gd name="T5" fmla="*/ 6 h 7"/>
                <a:gd name="T6" fmla="*/ 244 w 244"/>
                <a:gd name="T7" fmla="*/ 4 h 7"/>
                <a:gd name="T8" fmla="*/ 178 w 244"/>
                <a:gd name="T9" fmla="*/ 1 h 7"/>
                <a:gd name="T10" fmla="*/ 101 w 244"/>
                <a:gd name="T11" fmla="*/ 0 h 7"/>
                <a:gd name="T12" fmla="*/ 77 w 244"/>
                <a:gd name="T13" fmla="*/ 3 h 7"/>
                <a:gd name="T14" fmla="*/ 60 w 244"/>
                <a:gd name="T15" fmla="*/ 1 h 7"/>
                <a:gd name="T16" fmla="*/ 0 w 244"/>
                <a:gd name="T17" fmla="*/ 1 h 7"/>
                <a:gd name="T18" fmla="*/ 52 w 244"/>
                <a:gd name="T19" fmla="*/ 1 h 7"/>
                <a:gd name="T20" fmla="*/ 36 w 244"/>
                <a:gd name="T21" fmla="*/ 3 h 7"/>
                <a:gd name="T22" fmla="*/ 41 w 244"/>
                <a:gd name="T23" fmla="*/ 3 h 7"/>
                <a:gd name="T24" fmla="*/ 139 w 244"/>
                <a:gd name="T25" fmla="*/ 5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44" h="7">
                  <a:moveTo>
                    <a:pt x="139" y="5"/>
                  </a:moveTo>
                  <a:lnTo>
                    <a:pt x="139" y="5"/>
                  </a:lnTo>
                  <a:cubicBezTo>
                    <a:pt x="135" y="5"/>
                    <a:pt x="134" y="6"/>
                    <a:pt x="132" y="6"/>
                  </a:cubicBezTo>
                  <a:cubicBezTo>
                    <a:pt x="169" y="5"/>
                    <a:pt x="236" y="6"/>
                    <a:pt x="244" y="4"/>
                  </a:cubicBezTo>
                  <a:cubicBezTo>
                    <a:pt x="232" y="4"/>
                    <a:pt x="167" y="2"/>
                    <a:pt x="178" y="1"/>
                  </a:cubicBezTo>
                  <a:cubicBezTo>
                    <a:pt x="152" y="2"/>
                    <a:pt x="115" y="0"/>
                    <a:pt x="101" y="0"/>
                  </a:cubicBezTo>
                  <a:cubicBezTo>
                    <a:pt x="143" y="2"/>
                    <a:pt x="105" y="2"/>
                    <a:pt x="77" y="3"/>
                  </a:cubicBezTo>
                  <a:cubicBezTo>
                    <a:pt x="51" y="2"/>
                    <a:pt x="82" y="1"/>
                    <a:pt x="60" y="1"/>
                  </a:cubicBezTo>
                  <a:lnTo>
                    <a:pt x="0" y="1"/>
                  </a:lnTo>
                  <a:lnTo>
                    <a:pt x="52" y="1"/>
                  </a:lnTo>
                  <a:lnTo>
                    <a:pt x="36" y="3"/>
                  </a:lnTo>
                  <a:lnTo>
                    <a:pt x="41" y="3"/>
                  </a:lnTo>
                  <a:cubicBezTo>
                    <a:pt x="129" y="2"/>
                    <a:pt x="49" y="7"/>
                    <a:pt x="139" y="5"/>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308" name="Freeform 56"/>
            <p:cNvSpPr/>
            <p:nvPr/>
          </p:nvSpPr>
          <p:spPr bwMode="invGray">
            <a:xfrm>
              <a:off x="2076965" y="8349598"/>
              <a:ext cx="17209" cy="0"/>
            </a:xfrm>
            <a:custGeom>
              <a:avLst/>
              <a:gdLst>
                <a:gd name="T0" fmla="*/ 14 w 14"/>
                <a:gd name="T1" fmla="*/ 14 w 14"/>
                <a:gd name="T2" fmla="*/ 0 w 14"/>
                <a:gd name="T3" fmla="*/ 14 w 14"/>
              </a:gdLst>
              <a:ahLst/>
              <a:cxnLst>
                <a:cxn ang="0">
                  <a:pos x="T0" y="0"/>
                </a:cxn>
                <a:cxn ang="0">
                  <a:pos x="T1" y="0"/>
                </a:cxn>
                <a:cxn ang="0">
                  <a:pos x="T2" y="0"/>
                </a:cxn>
                <a:cxn ang="0">
                  <a:pos x="T3" y="0"/>
                </a:cxn>
              </a:cxnLst>
              <a:rect l="0" t="0" r="r" b="b"/>
              <a:pathLst>
                <a:path w="14">
                  <a:moveTo>
                    <a:pt x="14" y="0"/>
                  </a:moveTo>
                  <a:lnTo>
                    <a:pt x="14" y="0"/>
                  </a:lnTo>
                  <a:lnTo>
                    <a:pt x="0" y="0"/>
                  </a:lnTo>
                  <a:cubicBezTo>
                    <a:pt x="8" y="0"/>
                    <a:pt x="11" y="0"/>
                    <a:pt x="14" y="0"/>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309" name="Freeform 57"/>
            <p:cNvSpPr/>
            <p:nvPr/>
          </p:nvSpPr>
          <p:spPr bwMode="invGray">
            <a:xfrm>
              <a:off x="2533512" y="8358911"/>
              <a:ext cx="20246" cy="2328"/>
            </a:xfrm>
            <a:custGeom>
              <a:avLst/>
              <a:gdLst>
                <a:gd name="T0" fmla="*/ 0 w 16"/>
                <a:gd name="T1" fmla="*/ 1 h 1"/>
                <a:gd name="T2" fmla="*/ 0 w 16"/>
                <a:gd name="T3" fmla="*/ 1 h 1"/>
                <a:gd name="T4" fmla="*/ 16 w 16"/>
                <a:gd name="T5" fmla="*/ 0 h 1"/>
                <a:gd name="T6" fmla="*/ 0 w 16"/>
                <a:gd name="T7" fmla="*/ 1 h 1"/>
              </a:gdLst>
              <a:ahLst/>
              <a:cxnLst>
                <a:cxn ang="0">
                  <a:pos x="T0" y="T1"/>
                </a:cxn>
                <a:cxn ang="0">
                  <a:pos x="T2" y="T3"/>
                </a:cxn>
                <a:cxn ang="0">
                  <a:pos x="T4" y="T5"/>
                </a:cxn>
                <a:cxn ang="0">
                  <a:pos x="T6" y="T7"/>
                </a:cxn>
              </a:cxnLst>
              <a:rect l="0" t="0" r="r" b="b"/>
              <a:pathLst>
                <a:path w="16" h="1">
                  <a:moveTo>
                    <a:pt x="0" y="1"/>
                  </a:moveTo>
                  <a:lnTo>
                    <a:pt x="0" y="1"/>
                  </a:lnTo>
                  <a:lnTo>
                    <a:pt x="16" y="0"/>
                  </a:lnTo>
                  <a:lnTo>
                    <a:pt x="0" y="1"/>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310" name="Freeform 58"/>
            <p:cNvSpPr/>
            <p:nvPr/>
          </p:nvSpPr>
          <p:spPr bwMode="invGray">
            <a:xfrm>
              <a:off x="-688624" y="8358911"/>
              <a:ext cx="64787" cy="6984"/>
            </a:xfrm>
            <a:custGeom>
              <a:avLst/>
              <a:gdLst>
                <a:gd name="T0" fmla="*/ 0 w 53"/>
                <a:gd name="T1" fmla="*/ 0 h 2"/>
                <a:gd name="T2" fmla="*/ 0 w 53"/>
                <a:gd name="T3" fmla="*/ 0 h 2"/>
                <a:gd name="T4" fmla="*/ 52 w 53"/>
                <a:gd name="T5" fmla="*/ 0 h 2"/>
                <a:gd name="T6" fmla="*/ 6 w 53"/>
                <a:gd name="T7" fmla="*/ 0 h 2"/>
                <a:gd name="T8" fmla="*/ 0 w 53"/>
                <a:gd name="T9" fmla="*/ 0 h 2"/>
              </a:gdLst>
              <a:ahLst/>
              <a:cxnLst>
                <a:cxn ang="0">
                  <a:pos x="T0" y="T1"/>
                </a:cxn>
                <a:cxn ang="0">
                  <a:pos x="T2" y="T3"/>
                </a:cxn>
                <a:cxn ang="0">
                  <a:pos x="T4" y="T5"/>
                </a:cxn>
                <a:cxn ang="0">
                  <a:pos x="T6" y="T7"/>
                </a:cxn>
                <a:cxn ang="0">
                  <a:pos x="T8" y="T9"/>
                </a:cxn>
              </a:cxnLst>
              <a:rect l="0" t="0" r="r" b="b"/>
              <a:pathLst>
                <a:path w="52" h="2">
                  <a:moveTo>
                    <a:pt x="0" y="0"/>
                  </a:moveTo>
                  <a:lnTo>
                    <a:pt x="0" y="0"/>
                  </a:lnTo>
                  <a:cubicBezTo>
                    <a:pt x="2" y="1"/>
                    <a:pt x="53" y="2"/>
                    <a:pt x="52" y="0"/>
                  </a:cubicBezTo>
                  <a:lnTo>
                    <a:pt x="6" y="0"/>
                  </a:lnTo>
                  <a:lnTo>
                    <a:pt x="0" y="0"/>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311" name="Freeform 59"/>
            <p:cNvSpPr/>
            <p:nvPr/>
          </p:nvSpPr>
          <p:spPr bwMode="invGray">
            <a:xfrm>
              <a:off x="3706760" y="8335629"/>
              <a:ext cx="26320" cy="0"/>
            </a:xfrm>
            <a:custGeom>
              <a:avLst/>
              <a:gdLst>
                <a:gd name="T0" fmla="*/ 21 w 21"/>
                <a:gd name="T1" fmla="*/ 21 w 21"/>
                <a:gd name="T2" fmla="*/ 3 w 21"/>
                <a:gd name="T3" fmla="*/ 0 w 21"/>
                <a:gd name="T4" fmla="*/ 21 w 21"/>
              </a:gdLst>
              <a:ahLst/>
              <a:cxnLst>
                <a:cxn ang="0">
                  <a:pos x="T0" y="0"/>
                </a:cxn>
                <a:cxn ang="0">
                  <a:pos x="T1" y="0"/>
                </a:cxn>
                <a:cxn ang="0">
                  <a:pos x="T2" y="0"/>
                </a:cxn>
                <a:cxn ang="0">
                  <a:pos x="T3" y="0"/>
                </a:cxn>
                <a:cxn ang="0">
                  <a:pos x="T4" y="0"/>
                </a:cxn>
              </a:cxnLst>
              <a:rect l="0" t="0" r="r" b="b"/>
              <a:pathLst>
                <a:path w="21">
                  <a:moveTo>
                    <a:pt x="21" y="0"/>
                  </a:moveTo>
                  <a:lnTo>
                    <a:pt x="21" y="0"/>
                  </a:lnTo>
                  <a:lnTo>
                    <a:pt x="3" y="0"/>
                  </a:lnTo>
                  <a:lnTo>
                    <a:pt x="0" y="0"/>
                  </a:lnTo>
                  <a:cubicBezTo>
                    <a:pt x="4" y="0"/>
                    <a:pt x="15" y="0"/>
                    <a:pt x="21" y="0"/>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312" name="Freeform 60"/>
            <p:cNvSpPr/>
            <p:nvPr/>
          </p:nvSpPr>
          <p:spPr bwMode="invGray">
            <a:xfrm>
              <a:off x="2150863" y="8328645"/>
              <a:ext cx="19234" cy="4657"/>
            </a:xfrm>
            <a:custGeom>
              <a:avLst/>
              <a:gdLst>
                <a:gd name="T0" fmla="*/ 16 w 16"/>
                <a:gd name="T1" fmla="*/ 0 h 1"/>
                <a:gd name="T2" fmla="*/ 16 w 16"/>
                <a:gd name="T3" fmla="*/ 0 h 1"/>
                <a:gd name="T4" fmla="*/ 0 w 16"/>
                <a:gd name="T5" fmla="*/ 1 h 1"/>
                <a:gd name="T6" fmla="*/ 16 w 16"/>
                <a:gd name="T7" fmla="*/ 0 h 1"/>
              </a:gdLst>
              <a:ahLst/>
              <a:cxnLst>
                <a:cxn ang="0">
                  <a:pos x="T0" y="T1"/>
                </a:cxn>
                <a:cxn ang="0">
                  <a:pos x="T2" y="T3"/>
                </a:cxn>
                <a:cxn ang="0">
                  <a:pos x="T4" y="T5"/>
                </a:cxn>
                <a:cxn ang="0">
                  <a:pos x="T6" y="T7"/>
                </a:cxn>
              </a:cxnLst>
              <a:rect l="0" t="0" r="r" b="b"/>
              <a:pathLst>
                <a:path w="16" h="1">
                  <a:moveTo>
                    <a:pt x="16" y="0"/>
                  </a:moveTo>
                  <a:lnTo>
                    <a:pt x="16" y="0"/>
                  </a:lnTo>
                  <a:cubicBezTo>
                    <a:pt x="6" y="0"/>
                    <a:pt x="2" y="1"/>
                    <a:pt x="0" y="1"/>
                  </a:cubicBezTo>
                  <a:cubicBezTo>
                    <a:pt x="6" y="1"/>
                    <a:pt x="12" y="1"/>
                    <a:pt x="16" y="0"/>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313" name="Freeform 61"/>
            <p:cNvSpPr/>
            <p:nvPr/>
          </p:nvSpPr>
          <p:spPr bwMode="invGray">
            <a:xfrm>
              <a:off x="3736117" y="8349598"/>
              <a:ext cx="73898" cy="4657"/>
            </a:xfrm>
            <a:custGeom>
              <a:avLst/>
              <a:gdLst>
                <a:gd name="T0" fmla="*/ 0 w 60"/>
                <a:gd name="T1" fmla="*/ 0 h 2"/>
                <a:gd name="T2" fmla="*/ 0 w 60"/>
                <a:gd name="T3" fmla="*/ 0 h 2"/>
                <a:gd name="T4" fmla="*/ 19 w 60"/>
                <a:gd name="T5" fmla="*/ 2 h 2"/>
                <a:gd name="T6" fmla="*/ 60 w 60"/>
                <a:gd name="T7" fmla="*/ 1 h 2"/>
                <a:gd name="T8" fmla="*/ 0 w 60"/>
                <a:gd name="T9" fmla="*/ 0 h 2"/>
              </a:gdLst>
              <a:ahLst/>
              <a:cxnLst>
                <a:cxn ang="0">
                  <a:pos x="T0" y="T1"/>
                </a:cxn>
                <a:cxn ang="0">
                  <a:pos x="T2" y="T3"/>
                </a:cxn>
                <a:cxn ang="0">
                  <a:pos x="T4" y="T5"/>
                </a:cxn>
                <a:cxn ang="0">
                  <a:pos x="T6" y="T7"/>
                </a:cxn>
                <a:cxn ang="0">
                  <a:pos x="T8" y="T9"/>
                </a:cxn>
              </a:cxnLst>
              <a:rect l="0" t="0" r="r" b="b"/>
              <a:pathLst>
                <a:path w="60" h="2">
                  <a:moveTo>
                    <a:pt x="0" y="0"/>
                  </a:moveTo>
                  <a:lnTo>
                    <a:pt x="0" y="0"/>
                  </a:lnTo>
                  <a:cubicBezTo>
                    <a:pt x="7" y="0"/>
                    <a:pt x="18" y="1"/>
                    <a:pt x="19" y="2"/>
                  </a:cubicBezTo>
                  <a:cubicBezTo>
                    <a:pt x="34" y="2"/>
                    <a:pt x="45" y="1"/>
                    <a:pt x="60" y="1"/>
                  </a:cubicBezTo>
                  <a:cubicBezTo>
                    <a:pt x="43" y="1"/>
                    <a:pt x="23" y="1"/>
                    <a:pt x="0" y="0"/>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314" name="Freeform 62"/>
            <p:cNvSpPr/>
            <p:nvPr/>
          </p:nvSpPr>
          <p:spPr bwMode="invGray">
            <a:xfrm>
              <a:off x="3810013" y="8351926"/>
              <a:ext cx="1013" cy="0"/>
            </a:xfrm>
            <a:custGeom>
              <a:avLst/>
              <a:gdLst>
                <a:gd name="T0" fmla="*/ 1 w 1"/>
                <a:gd name="T1" fmla="*/ 1 w 1"/>
                <a:gd name="T2" fmla="*/ 0 w 1"/>
                <a:gd name="T3" fmla="*/ 1 w 1"/>
              </a:gdLst>
              <a:ahLst/>
              <a:cxnLst>
                <a:cxn ang="0">
                  <a:pos x="T0" y="0"/>
                </a:cxn>
                <a:cxn ang="0">
                  <a:pos x="T1" y="0"/>
                </a:cxn>
                <a:cxn ang="0">
                  <a:pos x="T2" y="0"/>
                </a:cxn>
                <a:cxn ang="0">
                  <a:pos x="T3" y="0"/>
                </a:cxn>
              </a:cxnLst>
              <a:rect l="0" t="0" r="r" b="b"/>
              <a:pathLst>
                <a:path w="1">
                  <a:moveTo>
                    <a:pt x="1" y="0"/>
                  </a:moveTo>
                  <a:lnTo>
                    <a:pt x="1" y="0"/>
                  </a:lnTo>
                  <a:lnTo>
                    <a:pt x="0" y="0"/>
                  </a:lnTo>
                  <a:lnTo>
                    <a:pt x="1" y="0"/>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315" name="Freeform 63"/>
            <p:cNvSpPr>
              <a:spLocks noEditPoints="1"/>
            </p:cNvSpPr>
            <p:nvPr/>
          </p:nvSpPr>
          <p:spPr bwMode="invGray">
            <a:xfrm>
              <a:off x="-5267234" y="8226199"/>
              <a:ext cx="10512682" cy="197908"/>
            </a:xfrm>
            <a:custGeom>
              <a:avLst/>
              <a:gdLst>
                <a:gd name="T0" fmla="*/ 5206 w 8594"/>
                <a:gd name="T1" fmla="*/ 34 h 60"/>
                <a:gd name="T2" fmla="*/ 4851 w 8594"/>
                <a:gd name="T3" fmla="*/ 37 h 60"/>
                <a:gd name="T4" fmla="*/ 5322 w 8594"/>
                <a:gd name="T5" fmla="*/ 35 h 60"/>
                <a:gd name="T6" fmla="*/ 5841 w 8594"/>
                <a:gd name="T7" fmla="*/ 43 h 60"/>
                <a:gd name="T8" fmla="*/ 5952 w 8594"/>
                <a:gd name="T9" fmla="*/ 46 h 60"/>
                <a:gd name="T10" fmla="*/ 6323 w 8594"/>
                <a:gd name="T11" fmla="*/ 40 h 60"/>
                <a:gd name="T12" fmla="*/ 6806 w 8594"/>
                <a:gd name="T13" fmla="*/ 32 h 60"/>
                <a:gd name="T14" fmla="*/ 6211 w 8594"/>
                <a:gd name="T15" fmla="*/ 34 h 60"/>
                <a:gd name="T16" fmla="*/ 5558 w 8594"/>
                <a:gd name="T17" fmla="*/ 29 h 60"/>
                <a:gd name="T18" fmla="*/ 7046 w 8594"/>
                <a:gd name="T19" fmla="*/ 41 h 60"/>
                <a:gd name="T20" fmla="*/ 7472 w 8594"/>
                <a:gd name="T21" fmla="*/ 40 h 60"/>
                <a:gd name="T22" fmla="*/ 7784 w 8594"/>
                <a:gd name="T23" fmla="*/ 39 h 60"/>
                <a:gd name="T24" fmla="*/ 4392 w 8594"/>
                <a:gd name="T25" fmla="*/ 36 h 60"/>
                <a:gd name="T26" fmla="*/ 4053 w 8594"/>
                <a:gd name="T27" fmla="*/ 35 h 60"/>
                <a:gd name="T28" fmla="*/ 4729 w 8594"/>
                <a:gd name="T29" fmla="*/ 29 h 60"/>
                <a:gd name="T30" fmla="*/ 348 w 8594"/>
                <a:gd name="T31" fmla="*/ 40 h 60"/>
                <a:gd name="T32" fmla="*/ 3365 w 8594"/>
                <a:gd name="T33" fmla="*/ 41 h 60"/>
                <a:gd name="T34" fmla="*/ 2626 w 8594"/>
                <a:gd name="T35" fmla="*/ 45 h 60"/>
                <a:gd name="T36" fmla="*/ 1989 w 8594"/>
                <a:gd name="T37" fmla="*/ 45 h 60"/>
                <a:gd name="T38" fmla="*/ 1241 w 8594"/>
                <a:gd name="T39" fmla="*/ 44 h 60"/>
                <a:gd name="T40" fmla="*/ 260 w 8594"/>
                <a:gd name="T41" fmla="*/ 41 h 60"/>
                <a:gd name="T42" fmla="*/ 403 w 8594"/>
                <a:gd name="T43" fmla="*/ 29 h 60"/>
                <a:gd name="T44" fmla="*/ 1235 w 8594"/>
                <a:gd name="T45" fmla="*/ 30 h 60"/>
                <a:gd name="T46" fmla="*/ 1695 w 8594"/>
                <a:gd name="T47" fmla="*/ 28 h 60"/>
                <a:gd name="T48" fmla="*/ 2516 w 8594"/>
                <a:gd name="T49" fmla="*/ 20 h 60"/>
                <a:gd name="T50" fmla="*/ 3096 w 8594"/>
                <a:gd name="T51" fmla="*/ 21 h 60"/>
                <a:gd name="T52" fmla="*/ 3775 w 8594"/>
                <a:gd name="T53" fmla="*/ 17 h 60"/>
                <a:gd name="T54" fmla="*/ 3608 w 8594"/>
                <a:gd name="T55" fmla="*/ 13 h 60"/>
                <a:gd name="T56" fmla="*/ 3472 w 8594"/>
                <a:gd name="T57" fmla="*/ 9 h 60"/>
                <a:gd name="T58" fmla="*/ 4061 w 8594"/>
                <a:gd name="T59" fmla="*/ 4 h 60"/>
                <a:gd name="T60" fmla="*/ 4257 w 8594"/>
                <a:gd name="T61" fmla="*/ 12 h 60"/>
                <a:gd name="T62" fmla="*/ 4645 w 8594"/>
                <a:gd name="T63" fmla="*/ 16 h 60"/>
                <a:gd name="T64" fmla="*/ 4373 w 8594"/>
                <a:gd name="T65" fmla="*/ 10 h 60"/>
                <a:gd name="T66" fmla="*/ 5119 w 8594"/>
                <a:gd name="T67" fmla="*/ 4 h 60"/>
                <a:gd name="T68" fmla="*/ 5193 w 8594"/>
                <a:gd name="T69" fmla="*/ 5 h 60"/>
                <a:gd name="T70" fmla="*/ 5134 w 8594"/>
                <a:gd name="T71" fmla="*/ 16 h 60"/>
                <a:gd name="T72" fmla="*/ 5438 w 8594"/>
                <a:gd name="T73" fmla="*/ 15 h 60"/>
                <a:gd name="T74" fmla="*/ 5834 w 8594"/>
                <a:gd name="T75" fmla="*/ 5 h 60"/>
                <a:gd name="T76" fmla="*/ 5843 w 8594"/>
                <a:gd name="T77" fmla="*/ 16 h 60"/>
                <a:gd name="T78" fmla="*/ 5967 w 8594"/>
                <a:gd name="T79" fmla="*/ 11 h 60"/>
                <a:gd name="T80" fmla="*/ 6226 w 8594"/>
                <a:gd name="T81" fmla="*/ 10 h 60"/>
                <a:gd name="T82" fmla="*/ 6261 w 8594"/>
                <a:gd name="T83" fmla="*/ 13 h 60"/>
                <a:gd name="T84" fmla="*/ 6697 w 8594"/>
                <a:gd name="T85" fmla="*/ 10 h 60"/>
                <a:gd name="T86" fmla="*/ 6837 w 8594"/>
                <a:gd name="T87" fmla="*/ 16 h 60"/>
                <a:gd name="T88" fmla="*/ 7682 w 8594"/>
                <a:gd name="T89" fmla="*/ 14 h 60"/>
                <a:gd name="T90" fmla="*/ 7802 w 8594"/>
                <a:gd name="T91" fmla="*/ 24 h 60"/>
                <a:gd name="T92" fmla="*/ 8182 w 8594"/>
                <a:gd name="T93" fmla="*/ 23 h 60"/>
                <a:gd name="T94" fmla="*/ 8315 w 8594"/>
                <a:gd name="T95" fmla="*/ 27 h 60"/>
                <a:gd name="T96" fmla="*/ 8441 w 8594"/>
                <a:gd name="T97" fmla="*/ 38 h 60"/>
                <a:gd name="T98" fmla="*/ 8077 w 8594"/>
                <a:gd name="T99" fmla="*/ 45 h 60"/>
                <a:gd name="T100" fmla="*/ 8594 w 8594"/>
                <a:gd name="T101" fmla="*/ 47 h 60"/>
                <a:gd name="T102" fmla="*/ 8205 w 8594"/>
                <a:gd name="T103" fmla="*/ 53 h 60"/>
                <a:gd name="T104" fmla="*/ 7779 w 8594"/>
                <a:gd name="T105" fmla="*/ 58 h 60"/>
                <a:gd name="T106" fmla="*/ 7358 w 8594"/>
                <a:gd name="T107" fmla="*/ 54 h 60"/>
                <a:gd name="T108" fmla="*/ 6692 w 8594"/>
                <a:gd name="T109" fmla="*/ 49 h 60"/>
                <a:gd name="T110" fmla="*/ 5792 w 8594"/>
                <a:gd name="T111" fmla="*/ 53 h 60"/>
                <a:gd name="T112" fmla="*/ 5390 w 8594"/>
                <a:gd name="T113" fmla="*/ 47 h 60"/>
                <a:gd name="T114" fmla="*/ 5194 w 8594"/>
                <a:gd name="T115" fmla="*/ 51 h 60"/>
                <a:gd name="T116" fmla="*/ 4559 w 8594"/>
                <a:gd name="T117" fmla="*/ 53 h 60"/>
                <a:gd name="T118" fmla="*/ 4226 w 8594"/>
                <a:gd name="T119" fmla="*/ 58 h 60"/>
                <a:gd name="T120" fmla="*/ 4010 w 8594"/>
                <a:gd name="T121" fmla="*/ 60 h 60"/>
                <a:gd name="T122" fmla="*/ 3858 w 8594"/>
                <a:gd name="T123" fmla="*/ 34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8594" h="60">
                  <a:moveTo>
                    <a:pt x="4248" y="14"/>
                  </a:moveTo>
                  <a:lnTo>
                    <a:pt x="4248" y="14"/>
                  </a:lnTo>
                  <a:lnTo>
                    <a:pt x="4246" y="14"/>
                  </a:lnTo>
                  <a:lnTo>
                    <a:pt x="4248" y="14"/>
                  </a:lnTo>
                  <a:lnTo>
                    <a:pt x="4248" y="14"/>
                  </a:lnTo>
                  <a:close/>
                  <a:moveTo>
                    <a:pt x="5299" y="30"/>
                  </a:moveTo>
                  <a:lnTo>
                    <a:pt x="5299" y="30"/>
                  </a:lnTo>
                  <a:lnTo>
                    <a:pt x="5241" y="31"/>
                  </a:lnTo>
                  <a:lnTo>
                    <a:pt x="5247" y="31"/>
                  </a:lnTo>
                  <a:lnTo>
                    <a:pt x="5190" y="32"/>
                  </a:lnTo>
                  <a:cubicBezTo>
                    <a:pt x="5225" y="33"/>
                    <a:pt x="5248" y="35"/>
                    <a:pt x="5199" y="36"/>
                  </a:cubicBezTo>
                  <a:cubicBezTo>
                    <a:pt x="5203" y="36"/>
                    <a:pt x="5189" y="35"/>
                    <a:pt x="5206" y="34"/>
                  </a:cubicBezTo>
                  <a:cubicBezTo>
                    <a:pt x="5173" y="33"/>
                    <a:pt x="5101" y="32"/>
                    <a:pt x="5120" y="35"/>
                  </a:cubicBezTo>
                  <a:cubicBezTo>
                    <a:pt x="5183" y="32"/>
                    <a:pt x="5134" y="39"/>
                    <a:pt x="5184" y="36"/>
                  </a:cubicBezTo>
                  <a:cubicBezTo>
                    <a:pt x="5157" y="38"/>
                    <a:pt x="5131" y="38"/>
                    <a:pt x="5106" y="38"/>
                  </a:cubicBezTo>
                  <a:cubicBezTo>
                    <a:pt x="5132" y="37"/>
                    <a:pt x="5100" y="35"/>
                    <a:pt x="5061" y="34"/>
                  </a:cubicBezTo>
                  <a:cubicBezTo>
                    <a:pt x="5044" y="35"/>
                    <a:pt x="4997" y="34"/>
                    <a:pt x="4969" y="35"/>
                  </a:cubicBezTo>
                  <a:cubicBezTo>
                    <a:pt x="4979" y="37"/>
                    <a:pt x="4954" y="38"/>
                    <a:pt x="5001" y="38"/>
                  </a:cubicBezTo>
                  <a:cubicBezTo>
                    <a:pt x="4984" y="39"/>
                    <a:pt x="4957" y="39"/>
                    <a:pt x="4928" y="38"/>
                  </a:cubicBezTo>
                  <a:cubicBezTo>
                    <a:pt x="4940" y="38"/>
                    <a:pt x="4960" y="38"/>
                    <a:pt x="4959" y="37"/>
                  </a:cubicBezTo>
                  <a:cubicBezTo>
                    <a:pt x="4940" y="35"/>
                    <a:pt x="4917" y="35"/>
                    <a:pt x="4905" y="35"/>
                  </a:cubicBezTo>
                  <a:lnTo>
                    <a:pt x="4876" y="35"/>
                  </a:lnTo>
                  <a:cubicBezTo>
                    <a:pt x="4879" y="35"/>
                    <a:pt x="4881" y="35"/>
                    <a:pt x="4883" y="36"/>
                  </a:cubicBezTo>
                  <a:lnTo>
                    <a:pt x="4851" y="37"/>
                  </a:lnTo>
                  <a:cubicBezTo>
                    <a:pt x="4894" y="36"/>
                    <a:pt x="4871" y="38"/>
                    <a:pt x="4870" y="39"/>
                  </a:cubicBezTo>
                  <a:cubicBezTo>
                    <a:pt x="4871" y="37"/>
                    <a:pt x="4842" y="39"/>
                    <a:pt x="4827" y="39"/>
                  </a:cubicBezTo>
                  <a:lnTo>
                    <a:pt x="4860" y="41"/>
                  </a:lnTo>
                  <a:cubicBezTo>
                    <a:pt x="4844" y="42"/>
                    <a:pt x="4805" y="40"/>
                    <a:pt x="4813" y="42"/>
                  </a:cubicBezTo>
                  <a:cubicBezTo>
                    <a:pt x="4881" y="43"/>
                    <a:pt x="4907" y="42"/>
                    <a:pt x="4969" y="42"/>
                  </a:cubicBezTo>
                  <a:lnTo>
                    <a:pt x="4944" y="40"/>
                  </a:lnTo>
                  <a:cubicBezTo>
                    <a:pt x="5014" y="39"/>
                    <a:pt x="4987" y="43"/>
                    <a:pt x="5065" y="43"/>
                  </a:cubicBezTo>
                  <a:cubicBezTo>
                    <a:pt x="5098" y="41"/>
                    <a:pt x="5183" y="42"/>
                    <a:pt x="5184" y="39"/>
                  </a:cubicBezTo>
                  <a:cubicBezTo>
                    <a:pt x="5174" y="40"/>
                    <a:pt x="5233" y="42"/>
                    <a:pt x="5260" y="40"/>
                  </a:cubicBezTo>
                  <a:cubicBezTo>
                    <a:pt x="5289" y="38"/>
                    <a:pt x="5379" y="37"/>
                    <a:pt x="5352" y="36"/>
                  </a:cubicBezTo>
                  <a:cubicBezTo>
                    <a:pt x="5328" y="36"/>
                    <a:pt x="5295" y="37"/>
                    <a:pt x="5276" y="36"/>
                  </a:cubicBezTo>
                  <a:lnTo>
                    <a:pt x="5322" y="35"/>
                  </a:lnTo>
                  <a:lnTo>
                    <a:pt x="5292" y="33"/>
                  </a:lnTo>
                  <a:cubicBezTo>
                    <a:pt x="5308" y="34"/>
                    <a:pt x="5306" y="32"/>
                    <a:pt x="5299" y="30"/>
                  </a:cubicBezTo>
                  <a:close/>
                  <a:moveTo>
                    <a:pt x="5493" y="27"/>
                  </a:moveTo>
                  <a:lnTo>
                    <a:pt x="5493" y="27"/>
                  </a:lnTo>
                  <a:cubicBezTo>
                    <a:pt x="5524" y="32"/>
                    <a:pt x="5557" y="36"/>
                    <a:pt x="5700" y="35"/>
                  </a:cubicBezTo>
                  <a:lnTo>
                    <a:pt x="5689" y="35"/>
                  </a:lnTo>
                  <a:cubicBezTo>
                    <a:pt x="5761" y="38"/>
                    <a:pt x="5829" y="32"/>
                    <a:pt x="5916" y="35"/>
                  </a:cubicBezTo>
                  <a:cubicBezTo>
                    <a:pt x="5874" y="36"/>
                    <a:pt x="5876" y="36"/>
                    <a:pt x="5829" y="40"/>
                  </a:cubicBezTo>
                  <a:lnTo>
                    <a:pt x="5875" y="39"/>
                  </a:lnTo>
                  <a:cubicBezTo>
                    <a:pt x="5862" y="41"/>
                    <a:pt x="5907" y="40"/>
                    <a:pt x="5941" y="40"/>
                  </a:cubicBezTo>
                  <a:lnTo>
                    <a:pt x="5911" y="43"/>
                  </a:lnTo>
                  <a:cubicBezTo>
                    <a:pt x="5891" y="42"/>
                    <a:pt x="5839" y="42"/>
                    <a:pt x="5841" y="43"/>
                  </a:cubicBezTo>
                  <a:cubicBezTo>
                    <a:pt x="5852" y="42"/>
                    <a:pt x="5772" y="39"/>
                    <a:pt x="5729" y="40"/>
                  </a:cubicBezTo>
                  <a:cubicBezTo>
                    <a:pt x="5733" y="42"/>
                    <a:pt x="5825" y="41"/>
                    <a:pt x="5784" y="44"/>
                  </a:cubicBezTo>
                  <a:cubicBezTo>
                    <a:pt x="5820" y="43"/>
                    <a:pt x="5825" y="45"/>
                    <a:pt x="5862" y="44"/>
                  </a:cubicBezTo>
                  <a:cubicBezTo>
                    <a:pt x="5826" y="45"/>
                    <a:pt x="5853" y="47"/>
                    <a:pt x="5827" y="48"/>
                  </a:cubicBezTo>
                  <a:lnTo>
                    <a:pt x="5888" y="47"/>
                  </a:lnTo>
                  <a:cubicBezTo>
                    <a:pt x="5890" y="48"/>
                    <a:pt x="5798" y="49"/>
                    <a:pt x="5849" y="51"/>
                  </a:cubicBezTo>
                  <a:cubicBezTo>
                    <a:pt x="5874" y="50"/>
                    <a:pt x="5940" y="52"/>
                    <a:pt x="5941" y="49"/>
                  </a:cubicBezTo>
                  <a:lnTo>
                    <a:pt x="5943" y="50"/>
                  </a:lnTo>
                  <a:cubicBezTo>
                    <a:pt x="5989" y="51"/>
                    <a:pt x="5963" y="47"/>
                    <a:pt x="6020" y="48"/>
                  </a:cubicBezTo>
                  <a:cubicBezTo>
                    <a:pt x="6021" y="47"/>
                    <a:pt x="6010" y="47"/>
                    <a:pt x="5989" y="47"/>
                  </a:cubicBezTo>
                  <a:cubicBezTo>
                    <a:pt x="5972" y="47"/>
                    <a:pt x="5969" y="49"/>
                    <a:pt x="5934" y="49"/>
                  </a:cubicBezTo>
                  <a:cubicBezTo>
                    <a:pt x="5918" y="47"/>
                    <a:pt x="5977" y="49"/>
                    <a:pt x="5952" y="46"/>
                  </a:cubicBezTo>
                  <a:cubicBezTo>
                    <a:pt x="5940" y="45"/>
                    <a:pt x="5858" y="48"/>
                    <a:pt x="5884" y="44"/>
                  </a:cubicBezTo>
                  <a:lnTo>
                    <a:pt x="5931" y="45"/>
                  </a:lnTo>
                  <a:cubicBezTo>
                    <a:pt x="5932" y="43"/>
                    <a:pt x="5965" y="43"/>
                    <a:pt x="5964" y="41"/>
                  </a:cubicBezTo>
                  <a:cubicBezTo>
                    <a:pt x="5993" y="40"/>
                    <a:pt x="6019" y="43"/>
                    <a:pt x="6048" y="41"/>
                  </a:cubicBezTo>
                  <a:cubicBezTo>
                    <a:pt x="6060" y="40"/>
                    <a:pt x="6039" y="37"/>
                    <a:pt x="6087" y="38"/>
                  </a:cubicBezTo>
                  <a:cubicBezTo>
                    <a:pt x="6124" y="41"/>
                    <a:pt x="6234" y="41"/>
                    <a:pt x="6276" y="40"/>
                  </a:cubicBezTo>
                  <a:lnTo>
                    <a:pt x="6312" y="39"/>
                  </a:lnTo>
                  <a:cubicBezTo>
                    <a:pt x="6309" y="38"/>
                    <a:pt x="6243" y="39"/>
                    <a:pt x="6266" y="38"/>
                  </a:cubicBezTo>
                  <a:lnTo>
                    <a:pt x="6322" y="37"/>
                  </a:lnTo>
                  <a:lnTo>
                    <a:pt x="6318" y="38"/>
                  </a:lnTo>
                  <a:cubicBezTo>
                    <a:pt x="6337" y="38"/>
                    <a:pt x="6356" y="37"/>
                    <a:pt x="6373" y="37"/>
                  </a:cubicBezTo>
                  <a:cubicBezTo>
                    <a:pt x="6355" y="38"/>
                    <a:pt x="6315" y="38"/>
                    <a:pt x="6323" y="40"/>
                  </a:cubicBezTo>
                  <a:cubicBezTo>
                    <a:pt x="6349" y="40"/>
                    <a:pt x="6353" y="41"/>
                    <a:pt x="6377" y="41"/>
                  </a:cubicBezTo>
                  <a:cubicBezTo>
                    <a:pt x="6372" y="41"/>
                    <a:pt x="6368" y="41"/>
                    <a:pt x="6368" y="41"/>
                  </a:cubicBezTo>
                  <a:cubicBezTo>
                    <a:pt x="6422" y="42"/>
                    <a:pt x="6420" y="39"/>
                    <a:pt x="6433" y="38"/>
                  </a:cubicBezTo>
                  <a:cubicBezTo>
                    <a:pt x="6487" y="36"/>
                    <a:pt x="6379" y="36"/>
                    <a:pt x="6386" y="33"/>
                  </a:cubicBezTo>
                  <a:lnTo>
                    <a:pt x="6543" y="32"/>
                  </a:lnTo>
                  <a:cubicBezTo>
                    <a:pt x="6529" y="33"/>
                    <a:pt x="6516" y="34"/>
                    <a:pt x="6521" y="35"/>
                  </a:cubicBezTo>
                  <a:cubicBezTo>
                    <a:pt x="6559" y="36"/>
                    <a:pt x="6522" y="36"/>
                    <a:pt x="6576" y="36"/>
                  </a:cubicBezTo>
                  <a:cubicBezTo>
                    <a:pt x="6572" y="33"/>
                    <a:pt x="6644" y="35"/>
                    <a:pt x="6682" y="33"/>
                  </a:cubicBezTo>
                  <a:cubicBezTo>
                    <a:pt x="6700" y="34"/>
                    <a:pt x="6704" y="34"/>
                    <a:pt x="6665" y="34"/>
                  </a:cubicBezTo>
                  <a:cubicBezTo>
                    <a:pt x="6669" y="36"/>
                    <a:pt x="6721" y="36"/>
                    <a:pt x="6740" y="36"/>
                  </a:cubicBezTo>
                  <a:lnTo>
                    <a:pt x="6781" y="35"/>
                  </a:lnTo>
                  <a:cubicBezTo>
                    <a:pt x="6765" y="34"/>
                    <a:pt x="6772" y="32"/>
                    <a:pt x="6806" y="32"/>
                  </a:cubicBezTo>
                  <a:lnTo>
                    <a:pt x="6808" y="31"/>
                  </a:lnTo>
                  <a:cubicBezTo>
                    <a:pt x="6752" y="31"/>
                    <a:pt x="6666" y="28"/>
                    <a:pt x="6631" y="30"/>
                  </a:cubicBezTo>
                  <a:lnTo>
                    <a:pt x="6641" y="29"/>
                  </a:lnTo>
                  <a:cubicBezTo>
                    <a:pt x="6577" y="28"/>
                    <a:pt x="6502" y="33"/>
                    <a:pt x="6472" y="29"/>
                  </a:cubicBezTo>
                  <a:cubicBezTo>
                    <a:pt x="6475" y="28"/>
                    <a:pt x="6459" y="29"/>
                    <a:pt x="6460" y="27"/>
                  </a:cubicBezTo>
                  <a:lnTo>
                    <a:pt x="6413" y="28"/>
                  </a:lnTo>
                  <a:lnTo>
                    <a:pt x="6423" y="27"/>
                  </a:lnTo>
                  <a:lnTo>
                    <a:pt x="6343" y="28"/>
                  </a:lnTo>
                  <a:lnTo>
                    <a:pt x="6345" y="27"/>
                  </a:lnTo>
                  <a:lnTo>
                    <a:pt x="6253" y="32"/>
                  </a:lnTo>
                  <a:cubicBezTo>
                    <a:pt x="6253" y="33"/>
                    <a:pt x="6255" y="33"/>
                    <a:pt x="6242" y="34"/>
                  </a:cubicBezTo>
                  <a:cubicBezTo>
                    <a:pt x="6230" y="34"/>
                    <a:pt x="6220" y="34"/>
                    <a:pt x="6211" y="34"/>
                  </a:cubicBezTo>
                  <a:cubicBezTo>
                    <a:pt x="6211" y="34"/>
                    <a:pt x="6211" y="34"/>
                    <a:pt x="6211" y="34"/>
                  </a:cubicBezTo>
                  <a:lnTo>
                    <a:pt x="6211" y="34"/>
                  </a:lnTo>
                  <a:cubicBezTo>
                    <a:pt x="6191" y="34"/>
                    <a:pt x="6178" y="32"/>
                    <a:pt x="6154" y="32"/>
                  </a:cubicBezTo>
                  <a:lnTo>
                    <a:pt x="6229" y="32"/>
                  </a:lnTo>
                  <a:cubicBezTo>
                    <a:pt x="6235" y="30"/>
                    <a:pt x="6228" y="29"/>
                    <a:pt x="6192" y="27"/>
                  </a:cubicBezTo>
                  <a:cubicBezTo>
                    <a:pt x="6207" y="27"/>
                    <a:pt x="6213" y="26"/>
                    <a:pt x="6195" y="26"/>
                  </a:cubicBezTo>
                  <a:cubicBezTo>
                    <a:pt x="6192" y="26"/>
                    <a:pt x="6146" y="27"/>
                    <a:pt x="6163" y="28"/>
                  </a:cubicBezTo>
                  <a:cubicBezTo>
                    <a:pt x="6092" y="29"/>
                    <a:pt x="5978" y="25"/>
                    <a:pt x="5870" y="28"/>
                  </a:cubicBezTo>
                  <a:cubicBezTo>
                    <a:pt x="5947" y="26"/>
                    <a:pt x="5808" y="25"/>
                    <a:pt x="5894" y="25"/>
                  </a:cubicBezTo>
                  <a:cubicBezTo>
                    <a:pt x="5834" y="22"/>
                    <a:pt x="5842" y="27"/>
                    <a:pt x="5781" y="27"/>
                  </a:cubicBezTo>
                  <a:cubicBezTo>
                    <a:pt x="5776" y="26"/>
                    <a:pt x="5814" y="27"/>
                    <a:pt x="5828" y="25"/>
                  </a:cubicBezTo>
                  <a:cubicBezTo>
                    <a:pt x="5727" y="24"/>
                    <a:pt x="5657" y="29"/>
                    <a:pt x="5558" y="29"/>
                  </a:cubicBezTo>
                  <a:lnTo>
                    <a:pt x="5554" y="27"/>
                  </a:lnTo>
                  <a:lnTo>
                    <a:pt x="5493" y="27"/>
                  </a:lnTo>
                  <a:close/>
                  <a:moveTo>
                    <a:pt x="7145" y="32"/>
                  </a:moveTo>
                  <a:lnTo>
                    <a:pt x="7145" y="32"/>
                  </a:lnTo>
                  <a:cubicBezTo>
                    <a:pt x="7151" y="32"/>
                    <a:pt x="7153" y="31"/>
                    <a:pt x="7153" y="31"/>
                  </a:cubicBezTo>
                  <a:cubicBezTo>
                    <a:pt x="7028" y="36"/>
                    <a:pt x="6926" y="37"/>
                    <a:pt x="6859" y="36"/>
                  </a:cubicBezTo>
                  <a:cubicBezTo>
                    <a:pt x="6872" y="38"/>
                    <a:pt x="6932" y="40"/>
                    <a:pt x="6961" y="41"/>
                  </a:cubicBezTo>
                  <a:lnTo>
                    <a:pt x="6936" y="43"/>
                  </a:lnTo>
                  <a:lnTo>
                    <a:pt x="6920" y="41"/>
                  </a:lnTo>
                  <a:lnTo>
                    <a:pt x="6876" y="43"/>
                  </a:lnTo>
                  <a:cubicBezTo>
                    <a:pt x="6888" y="44"/>
                    <a:pt x="6924" y="44"/>
                    <a:pt x="6947" y="45"/>
                  </a:cubicBezTo>
                  <a:lnTo>
                    <a:pt x="7046" y="41"/>
                  </a:lnTo>
                  <a:lnTo>
                    <a:pt x="6986" y="40"/>
                  </a:lnTo>
                  <a:cubicBezTo>
                    <a:pt x="7002" y="40"/>
                    <a:pt x="7082" y="40"/>
                    <a:pt x="7114" y="40"/>
                  </a:cubicBezTo>
                  <a:cubicBezTo>
                    <a:pt x="7115" y="38"/>
                    <a:pt x="7060" y="37"/>
                    <a:pt x="7053" y="39"/>
                  </a:cubicBezTo>
                  <a:cubicBezTo>
                    <a:pt x="7047" y="37"/>
                    <a:pt x="7110" y="38"/>
                    <a:pt x="7070" y="36"/>
                  </a:cubicBezTo>
                  <a:cubicBezTo>
                    <a:pt x="7117" y="34"/>
                    <a:pt x="7193" y="36"/>
                    <a:pt x="7228" y="37"/>
                  </a:cubicBezTo>
                  <a:lnTo>
                    <a:pt x="7234" y="39"/>
                  </a:lnTo>
                  <a:cubicBezTo>
                    <a:pt x="7272" y="41"/>
                    <a:pt x="7260" y="36"/>
                    <a:pt x="7305" y="38"/>
                  </a:cubicBezTo>
                  <a:cubicBezTo>
                    <a:pt x="7249" y="38"/>
                    <a:pt x="7315" y="41"/>
                    <a:pt x="7270" y="41"/>
                  </a:cubicBezTo>
                  <a:cubicBezTo>
                    <a:pt x="7284" y="42"/>
                    <a:pt x="7270" y="44"/>
                    <a:pt x="7315" y="44"/>
                  </a:cubicBezTo>
                  <a:cubicBezTo>
                    <a:pt x="7352" y="40"/>
                    <a:pt x="7362" y="46"/>
                    <a:pt x="7398" y="43"/>
                  </a:cubicBezTo>
                  <a:cubicBezTo>
                    <a:pt x="7421" y="44"/>
                    <a:pt x="7372" y="45"/>
                    <a:pt x="7418" y="46"/>
                  </a:cubicBezTo>
                  <a:cubicBezTo>
                    <a:pt x="7472" y="44"/>
                    <a:pt x="7469" y="43"/>
                    <a:pt x="7472" y="40"/>
                  </a:cubicBezTo>
                  <a:cubicBezTo>
                    <a:pt x="7422" y="39"/>
                    <a:pt x="7416" y="43"/>
                    <a:pt x="7375" y="42"/>
                  </a:cubicBezTo>
                  <a:lnTo>
                    <a:pt x="7456" y="38"/>
                  </a:lnTo>
                  <a:cubicBezTo>
                    <a:pt x="7441" y="38"/>
                    <a:pt x="7430" y="38"/>
                    <a:pt x="7421" y="38"/>
                  </a:cubicBezTo>
                  <a:cubicBezTo>
                    <a:pt x="7437" y="38"/>
                    <a:pt x="7451" y="37"/>
                    <a:pt x="7463" y="36"/>
                  </a:cubicBezTo>
                  <a:lnTo>
                    <a:pt x="7482" y="35"/>
                  </a:lnTo>
                  <a:cubicBezTo>
                    <a:pt x="7436" y="35"/>
                    <a:pt x="7395" y="35"/>
                    <a:pt x="7388" y="34"/>
                  </a:cubicBezTo>
                  <a:lnTo>
                    <a:pt x="7394" y="32"/>
                  </a:lnTo>
                  <a:cubicBezTo>
                    <a:pt x="7378" y="31"/>
                    <a:pt x="7352" y="32"/>
                    <a:pt x="7339" y="33"/>
                  </a:cubicBezTo>
                  <a:cubicBezTo>
                    <a:pt x="7299" y="33"/>
                    <a:pt x="7258" y="34"/>
                    <a:pt x="7249" y="33"/>
                  </a:cubicBezTo>
                  <a:lnTo>
                    <a:pt x="7264" y="32"/>
                  </a:lnTo>
                  <a:lnTo>
                    <a:pt x="7145" y="32"/>
                  </a:lnTo>
                  <a:close/>
                  <a:moveTo>
                    <a:pt x="7784" y="39"/>
                  </a:moveTo>
                  <a:lnTo>
                    <a:pt x="7784" y="39"/>
                  </a:lnTo>
                  <a:lnTo>
                    <a:pt x="7795" y="40"/>
                  </a:lnTo>
                  <a:lnTo>
                    <a:pt x="7764" y="41"/>
                  </a:lnTo>
                  <a:cubicBezTo>
                    <a:pt x="7709" y="41"/>
                    <a:pt x="7664" y="37"/>
                    <a:pt x="7614" y="40"/>
                  </a:cubicBezTo>
                  <a:cubicBezTo>
                    <a:pt x="7591" y="39"/>
                    <a:pt x="7578" y="37"/>
                    <a:pt x="7566" y="36"/>
                  </a:cubicBezTo>
                  <a:lnTo>
                    <a:pt x="7597" y="36"/>
                  </a:lnTo>
                  <a:cubicBezTo>
                    <a:pt x="7737" y="32"/>
                    <a:pt x="7670" y="41"/>
                    <a:pt x="7784" y="39"/>
                  </a:cubicBezTo>
                  <a:close/>
                  <a:moveTo>
                    <a:pt x="4385" y="43"/>
                  </a:moveTo>
                  <a:lnTo>
                    <a:pt x="4385" y="43"/>
                  </a:lnTo>
                  <a:cubicBezTo>
                    <a:pt x="4401" y="40"/>
                    <a:pt x="4455" y="40"/>
                    <a:pt x="4458" y="38"/>
                  </a:cubicBezTo>
                  <a:cubicBezTo>
                    <a:pt x="4462" y="37"/>
                    <a:pt x="4450" y="37"/>
                    <a:pt x="4437" y="37"/>
                  </a:cubicBezTo>
                  <a:lnTo>
                    <a:pt x="4392" y="36"/>
                  </a:lnTo>
                  <a:cubicBezTo>
                    <a:pt x="4391" y="37"/>
                    <a:pt x="4388" y="37"/>
                    <a:pt x="4383" y="37"/>
                  </a:cubicBezTo>
                  <a:cubicBezTo>
                    <a:pt x="4399" y="38"/>
                    <a:pt x="4409" y="38"/>
                    <a:pt x="4403" y="40"/>
                  </a:cubicBezTo>
                  <a:cubicBezTo>
                    <a:pt x="4362" y="37"/>
                    <a:pt x="4366" y="42"/>
                    <a:pt x="4322" y="42"/>
                  </a:cubicBezTo>
                  <a:cubicBezTo>
                    <a:pt x="4308" y="43"/>
                    <a:pt x="4371" y="43"/>
                    <a:pt x="4385" y="43"/>
                  </a:cubicBezTo>
                  <a:close/>
                  <a:moveTo>
                    <a:pt x="4129" y="37"/>
                  </a:moveTo>
                  <a:lnTo>
                    <a:pt x="4129" y="37"/>
                  </a:lnTo>
                  <a:lnTo>
                    <a:pt x="4138" y="35"/>
                  </a:lnTo>
                  <a:lnTo>
                    <a:pt x="4112" y="35"/>
                  </a:lnTo>
                  <a:cubicBezTo>
                    <a:pt x="4115" y="36"/>
                    <a:pt x="4118" y="37"/>
                    <a:pt x="4129" y="37"/>
                  </a:cubicBezTo>
                  <a:close/>
                  <a:moveTo>
                    <a:pt x="4049" y="35"/>
                  </a:moveTo>
                  <a:lnTo>
                    <a:pt x="4049" y="35"/>
                  </a:lnTo>
                  <a:lnTo>
                    <a:pt x="4053" y="35"/>
                  </a:lnTo>
                  <a:lnTo>
                    <a:pt x="4025" y="34"/>
                  </a:lnTo>
                  <a:cubicBezTo>
                    <a:pt x="4029" y="35"/>
                    <a:pt x="4036" y="35"/>
                    <a:pt x="4049" y="35"/>
                  </a:cubicBezTo>
                  <a:close/>
                  <a:moveTo>
                    <a:pt x="4812" y="35"/>
                  </a:moveTo>
                  <a:lnTo>
                    <a:pt x="4812" y="35"/>
                  </a:lnTo>
                  <a:cubicBezTo>
                    <a:pt x="4808" y="35"/>
                    <a:pt x="4804" y="35"/>
                    <a:pt x="4802" y="35"/>
                  </a:cubicBezTo>
                  <a:lnTo>
                    <a:pt x="4812" y="35"/>
                  </a:lnTo>
                  <a:close/>
                  <a:moveTo>
                    <a:pt x="4778" y="37"/>
                  </a:moveTo>
                  <a:lnTo>
                    <a:pt x="4778" y="37"/>
                  </a:lnTo>
                  <a:cubicBezTo>
                    <a:pt x="4817" y="38"/>
                    <a:pt x="4808" y="37"/>
                    <a:pt x="4814" y="36"/>
                  </a:cubicBezTo>
                  <a:lnTo>
                    <a:pt x="4773" y="36"/>
                  </a:lnTo>
                  <a:cubicBezTo>
                    <a:pt x="4778" y="36"/>
                    <a:pt x="4781" y="37"/>
                    <a:pt x="4778" y="37"/>
                  </a:cubicBezTo>
                  <a:close/>
                  <a:moveTo>
                    <a:pt x="4729" y="29"/>
                  </a:moveTo>
                  <a:lnTo>
                    <a:pt x="4729" y="29"/>
                  </a:lnTo>
                  <a:lnTo>
                    <a:pt x="4523" y="28"/>
                  </a:lnTo>
                  <a:cubicBezTo>
                    <a:pt x="4643" y="33"/>
                    <a:pt x="4728" y="36"/>
                    <a:pt x="4527" y="37"/>
                  </a:cubicBezTo>
                  <a:lnTo>
                    <a:pt x="4514" y="37"/>
                  </a:lnTo>
                  <a:cubicBezTo>
                    <a:pt x="4540" y="38"/>
                    <a:pt x="4586" y="38"/>
                    <a:pt x="4628" y="37"/>
                  </a:cubicBezTo>
                  <a:cubicBezTo>
                    <a:pt x="4662" y="35"/>
                    <a:pt x="4773" y="29"/>
                    <a:pt x="4772" y="28"/>
                  </a:cubicBezTo>
                  <a:cubicBezTo>
                    <a:pt x="4760" y="27"/>
                    <a:pt x="4742" y="28"/>
                    <a:pt x="4720" y="28"/>
                  </a:cubicBezTo>
                  <a:lnTo>
                    <a:pt x="4729" y="29"/>
                  </a:lnTo>
                  <a:close/>
                  <a:moveTo>
                    <a:pt x="348" y="40"/>
                  </a:moveTo>
                  <a:lnTo>
                    <a:pt x="348" y="40"/>
                  </a:lnTo>
                  <a:cubicBezTo>
                    <a:pt x="352" y="40"/>
                    <a:pt x="354" y="40"/>
                    <a:pt x="356" y="40"/>
                  </a:cubicBezTo>
                  <a:cubicBezTo>
                    <a:pt x="354" y="40"/>
                    <a:pt x="356" y="40"/>
                    <a:pt x="348" y="40"/>
                  </a:cubicBezTo>
                  <a:close/>
                  <a:moveTo>
                    <a:pt x="3713" y="39"/>
                  </a:moveTo>
                  <a:lnTo>
                    <a:pt x="3713" y="39"/>
                  </a:lnTo>
                  <a:lnTo>
                    <a:pt x="3699" y="40"/>
                  </a:lnTo>
                  <a:lnTo>
                    <a:pt x="3706" y="39"/>
                  </a:lnTo>
                  <a:lnTo>
                    <a:pt x="3671" y="39"/>
                  </a:lnTo>
                  <a:lnTo>
                    <a:pt x="3656" y="39"/>
                  </a:lnTo>
                  <a:cubicBezTo>
                    <a:pt x="3658" y="39"/>
                    <a:pt x="3660" y="39"/>
                    <a:pt x="3661" y="39"/>
                  </a:cubicBezTo>
                  <a:lnTo>
                    <a:pt x="3650" y="38"/>
                  </a:lnTo>
                  <a:cubicBezTo>
                    <a:pt x="3622" y="40"/>
                    <a:pt x="3552" y="42"/>
                    <a:pt x="3532" y="43"/>
                  </a:cubicBezTo>
                  <a:cubicBezTo>
                    <a:pt x="3505" y="44"/>
                    <a:pt x="3473" y="44"/>
                    <a:pt x="3452" y="44"/>
                  </a:cubicBezTo>
                  <a:cubicBezTo>
                    <a:pt x="3471" y="44"/>
                    <a:pt x="3496" y="44"/>
                    <a:pt x="3489" y="43"/>
                  </a:cubicBezTo>
                  <a:cubicBezTo>
                    <a:pt x="3450" y="42"/>
                    <a:pt x="3431" y="39"/>
                    <a:pt x="3365" y="41"/>
                  </a:cubicBezTo>
                  <a:lnTo>
                    <a:pt x="3404" y="41"/>
                  </a:lnTo>
                  <a:lnTo>
                    <a:pt x="3316" y="45"/>
                  </a:lnTo>
                  <a:cubicBezTo>
                    <a:pt x="3286" y="44"/>
                    <a:pt x="3360" y="43"/>
                    <a:pt x="3372" y="42"/>
                  </a:cubicBezTo>
                  <a:cubicBezTo>
                    <a:pt x="3304" y="44"/>
                    <a:pt x="3247" y="39"/>
                    <a:pt x="3216" y="42"/>
                  </a:cubicBezTo>
                  <a:cubicBezTo>
                    <a:pt x="3211" y="40"/>
                    <a:pt x="3204" y="37"/>
                    <a:pt x="3159" y="37"/>
                  </a:cubicBezTo>
                  <a:cubicBezTo>
                    <a:pt x="3191" y="40"/>
                    <a:pt x="3132" y="39"/>
                    <a:pt x="3159" y="41"/>
                  </a:cubicBezTo>
                  <a:cubicBezTo>
                    <a:pt x="3143" y="42"/>
                    <a:pt x="3109" y="41"/>
                    <a:pt x="3106" y="42"/>
                  </a:cubicBezTo>
                  <a:lnTo>
                    <a:pt x="3110" y="41"/>
                  </a:lnTo>
                  <a:cubicBezTo>
                    <a:pt x="3034" y="38"/>
                    <a:pt x="3009" y="43"/>
                    <a:pt x="2976" y="45"/>
                  </a:cubicBezTo>
                  <a:cubicBezTo>
                    <a:pt x="2885" y="46"/>
                    <a:pt x="2843" y="45"/>
                    <a:pt x="2768" y="45"/>
                  </a:cubicBezTo>
                  <a:cubicBezTo>
                    <a:pt x="2765" y="44"/>
                    <a:pt x="2745" y="40"/>
                    <a:pt x="2715" y="40"/>
                  </a:cubicBezTo>
                  <a:cubicBezTo>
                    <a:pt x="2701" y="42"/>
                    <a:pt x="2633" y="43"/>
                    <a:pt x="2626" y="45"/>
                  </a:cubicBezTo>
                  <a:cubicBezTo>
                    <a:pt x="2680" y="46"/>
                    <a:pt x="2670" y="43"/>
                    <a:pt x="2702" y="43"/>
                  </a:cubicBezTo>
                  <a:cubicBezTo>
                    <a:pt x="2729" y="45"/>
                    <a:pt x="2705" y="45"/>
                    <a:pt x="2741" y="46"/>
                  </a:cubicBezTo>
                  <a:cubicBezTo>
                    <a:pt x="2712" y="46"/>
                    <a:pt x="2608" y="48"/>
                    <a:pt x="2576" y="46"/>
                  </a:cubicBezTo>
                  <a:lnTo>
                    <a:pt x="2587" y="45"/>
                  </a:lnTo>
                  <a:cubicBezTo>
                    <a:pt x="2536" y="44"/>
                    <a:pt x="2526" y="39"/>
                    <a:pt x="2441" y="42"/>
                  </a:cubicBezTo>
                  <a:lnTo>
                    <a:pt x="2400" y="43"/>
                  </a:lnTo>
                  <a:cubicBezTo>
                    <a:pt x="2402" y="43"/>
                    <a:pt x="2402" y="43"/>
                    <a:pt x="2403" y="43"/>
                  </a:cubicBezTo>
                  <a:cubicBezTo>
                    <a:pt x="2336" y="43"/>
                    <a:pt x="2354" y="40"/>
                    <a:pt x="2280" y="42"/>
                  </a:cubicBezTo>
                  <a:cubicBezTo>
                    <a:pt x="2286" y="42"/>
                    <a:pt x="2283" y="42"/>
                    <a:pt x="2288" y="42"/>
                  </a:cubicBezTo>
                  <a:cubicBezTo>
                    <a:pt x="2246" y="40"/>
                    <a:pt x="2204" y="43"/>
                    <a:pt x="2172" y="44"/>
                  </a:cubicBezTo>
                  <a:cubicBezTo>
                    <a:pt x="2153" y="42"/>
                    <a:pt x="2177" y="42"/>
                    <a:pt x="2189" y="40"/>
                  </a:cubicBezTo>
                  <a:cubicBezTo>
                    <a:pt x="2115" y="40"/>
                    <a:pt x="2035" y="43"/>
                    <a:pt x="1989" y="45"/>
                  </a:cubicBezTo>
                  <a:lnTo>
                    <a:pt x="1941" y="44"/>
                  </a:lnTo>
                  <a:cubicBezTo>
                    <a:pt x="1969" y="43"/>
                    <a:pt x="2004" y="41"/>
                    <a:pt x="1995" y="40"/>
                  </a:cubicBezTo>
                  <a:cubicBezTo>
                    <a:pt x="1969" y="41"/>
                    <a:pt x="1974" y="42"/>
                    <a:pt x="1937" y="41"/>
                  </a:cubicBezTo>
                  <a:cubicBezTo>
                    <a:pt x="1943" y="40"/>
                    <a:pt x="1959" y="39"/>
                    <a:pt x="1976" y="37"/>
                  </a:cubicBezTo>
                  <a:cubicBezTo>
                    <a:pt x="1900" y="35"/>
                    <a:pt x="1959" y="42"/>
                    <a:pt x="1905" y="38"/>
                  </a:cubicBezTo>
                  <a:cubicBezTo>
                    <a:pt x="1881" y="38"/>
                    <a:pt x="1867" y="40"/>
                    <a:pt x="1865" y="41"/>
                  </a:cubicBezTo>
                  <a:lnTo>
                    <a:pt x="1821" y="39"/>
                  </a:lnTo>
                  <a:cubicBezTo>
                    <a:pt x="1816" y="41"/>
                    <a:pt x="1762" y="41"/>
                    <a:pt x="1727" y="42"/>
                  </a:cubicBezTo>
                  <a:cubicBezTo>
                    <a:pt x="1722" y="42"/>
                    <a:pt x="1755" y="44"/>
                    <a:pt x="1769" y="43"/>
                  </a:cubicBezTo>
                  <a:cubicBezTo>
                    <a:pt x="1766" y="44"/>
                    <a:pt x="1728" y="45"/>
                    <a:pt x="1704" y="45"/>
                  </a:cubicBezTo>
                  <a:cubicBezTo>
                    <a:pt x="1695" y="41"/>
                    <a:pt x="1546" y="46"/>
                    <a:pt x="1574" y="41"/>
                  </a:cubicBezTo>
                  <a:cubicBezTo>
                    <a:pt x="1466" y="42"/>
                    <a:pt x="1313" y="43"/>
                    <a:pt x="1241" y="44"/>
                  </a:cubicBezTo>
                  <a:cubicBezTo>
                    <a:pt x="1218" y="43"/>
                    <a:pt x="1170" y="43"/>
                    <a:pt x="1198" y="41"/>
                  </a:cubicBezTo>
                  <a:cubicBezTo>
                    <a:pt x="1111" y="41"/>
                    <a:pt x="1066" y="45"/>
                    <a:pt x="979" y="44"/>
                  </a:cubicBezTo>
                  <a:cubicBezTo>
                    <a:pt x="972" y="44"/>
                    <a:pt x="1018" y="44"/>
                    <a:pt x="1015" y="43"/>
                  </a:cubicBezTo>
                  <a:cubicBezTo>
                    <a:pt x="958" y="44"/>
                    <a:pt x="912" y="41"/>
                    <a:pt x="824" y="42"/>
                  </a:cubicBezTo>
                  <a:cubicBezTo>
                    <a:pt x="839" y="42"/>
                    <a:pt x="843" y="41"/>
                    <a:pt x="845" y="41"/>
                  </a:cubicBezTo>
                  <a:cubicBezTo>
                    <a:pt x="847" y="41"/>
                    <a:pt x="809" y="42"/>
                    <a:pt x="786" y="43"/>
                  </a:cubicBezTo>
                  <a:cubicBezTo>
                    <a:pt x="773" y="42"/>
                    <a:pt x="803" y="42"/>
                    <a:pt x="796" y="42"/>
                  </a:cubicBezTo>
                  <a:cubicBezTo>
                    <a:pt x="626" y="40"/>
                    <a:pt x="496" y="45"/>
                    <a:pt x="327" y="44"/>
                  </a:cubicBezTo>
                  <a:cubicBezTo>
                    <a:pt x="376" y="44"/>
                    <a:pt x="394" y="42"/>
                    <a:pt x="394" y="41"/>
                  </a:cubicBezTo>
                  <a:lnTo>
                    <a:pt x="347" y="41"/>
                  </a:lnTo>
                  <a:cubicBezTo>
                    <a:pt x="329" y="42"/>
                    <a:pt x="293" y="42"/>
                    <a:pt x="263" y="43"/>
                  </a:cubicBezTo>
                  <a:cubicBezTo>
                    <a:pt x="260" y="42"/>
                    <a:pt x="245" y="42"/>
                    <a:pt x="260" y="41"/>
                  </a:cubicBezTo>
                  <a:cubicBezTo>
                    <a:pt x="167" y="38"/>
                    <a:pt x="114" y="45"/>
                    <a:pt x="0" y="44"/>
                  </a:cubicBezTo>
                  <a:lnTo>
                    <a:pt x="138" y="39"/>
                  </a:lnTo>
                  <a:lnTo>
                    <a:pt x="104" y="37"/>
                  </a:lnTo>
                  <a:lnTo>
                    <a:pt x="165" y="35"/>
                  </a:lnTo>
                  <a:cubicBezTo>
                    <a:pt x="129" y="33"/>
                    <a:pt x="97" y="36"/>
                    <a:pt x="92" y="34"/>
                  </a:cubicBezTo>
                  <a:cubicBezTo>
                    <a:pt x="100" y="34"/>
                    <a:pt x="119" y="34"/>
                    <a:pt x="119" y="33"/>
                  </a:cubicBezTo>
                  <a:cubicBezTo>
                    <a:pt x="84" y="32"/>
                    <a:pt x="82" y="34"/>
                    <a:pt x="55" y="34"/>
                  </a:cubicBezTo>
                  <a:cubicBezTo>
                    <a:pt x="125" y="30"/>
                    <a:pt x="260" y="31"/>
                    <a:pt x="333" y="30"/>
                  </a:cubicBezTo>
                  <a:cubicBezTo>
                    <a:pt x="345" y="30"/>
                    <a:pt x="324" y="31"/>
                    <a:pt x="322" y="31"/>
                  </a:cubicBezTo>
                  <a:cubicBezTo>
                    <a:pt x="351" y="31"/>
                    <a:pt x="369" y="32"/>
                    <a:pt x="407" y="32"/>
                  </a:cubicBezTo>
                  <a:cubicBezTo>
                    <a:pt x="430" y="30"/>
                    <a:pt x="389" y="30"/>
                    <a:pt x="371" y="30"/>
                  </a:cubicBezTo>
                  <a:cubicBezTo>
                    <a:pt x="373" y="29"/>
                    <a:pt x="382" y="29"/>
                    <a:pt x="403" y="29"/>
                  </a:cubicBezTo>
                  <a:cubicBezTo>
                    <a:pt x="408" y="31"/>
                    <a:pt x="516" y="30"/>
                    <a:pt x="543" y="32"/>
                  </a:cubicBezTo>
                  <a:cubicBezTo>
                    <a:pt x="653" y="32"/>
                    <a:pt x="525" y="27"/>
                    <a:pt x="633" y="28"/>
                  </a:cubicBezTo>
                  <a:lnTo>
                    <a:pt x="665" y="30"/>
                  </a:lnTo>
                  <a:cubicBezTo>
                    <a:pt x="727" y="29"/>
                    <a:pt x="808" y="27"/>
                    <a:pt x="878" y="28"/>
                  </a:cubicBezTo>
                  <a:lnTo>
                    <a:pt x="864" y="28"/>
                  </a:lnTo>
                  <a:cubicBezTo>
                    <a:pt x="854" y="29"/>
                    <a:pt x="870" y="29"/>
                    <a:pt x="877" y="30"/>
                  </a:cubicBezTo>
                  <a:cubicBezTo>
                    <a:pt x="931" y="31"/>
                    <a:pt x="979" y="28"/>
                    <a:pt x="1011" y="30"/>
                  </a:cubicBezTo>
                  <a:cubicBezTo>
                    <a:pt x="1072" y="28"/>
                    <a:pt x="1173" y="26"/>
                    <a:pt x="1243" y="25"/>
                  </a:cubicBezTo>
                  <a:cubicBezTo>
                    <a:pt x="1262" y="28"/>
                    <a:pt x="1152" y="28"/>
                    <a:pt x="1123" y="30"/>
                  </a:cubicBezTo>
                  <a:lnTo>
                    <a:pt x="1187" y="30"/>
                  </a:lnTo>
                  <a:cubicBezTo>
                    <a:pt x="1147" y="30"/>
                    <a:pt x="1132" y="31"/>
                    <a:pt x="1108" y="32"/>
                  </a:cubicBezTo>
                  <a:cubicBezTo>
                    <a:pt x="1164" y="33"/>
                    <a:pt x="1182" y="30"/>
                    <a:pt x="1235" y="30"/>
                  </a:cubicBezTo>
                  <a:cubicBezTo>
                    <a:pt x="1231" y="30"/>
                    <a:pt x="1238" y="31"/>
                    <a:pt x="1262" y="31"/>
                  </a:cubicBezTo>
                  <a:lnTo>
                    <a:pt x="1269" y="29"/>
                  </a:lnTo>
                  <a:cubicBezTo>
                    <a:pt x="1269" y="29"/>
                    <a:pt x="1272" y="29"/>
                    <a:pt x="1280" y="29"/>
                  </a:cubicBezTo>
                  <a:lnTo>
                    <a:pt x="1373" y="28"/>
                  </a:lnTo>
                  <a:cubicBezTo>
                    <a:pt x="1353" y="27"/>
                    <a:pt x="1352" y="26"/>
                    <a:pt x="1328" y="26"/>
                  </a:cubicBezTo>
                  <a:cubicBezTo>
                    <a:pt x="1337" y="27"/>
                    <a:pt x="1316" y="27"/>
                    <a:pt x="1292" y="27"/>
                  </a:cubicBezTo>
                  <a:cubicBezTo>
                    <a:pt x="1313" y="26"/>
                    <a:pt x="1269" y="26"/>
                    <a:pt x="1269" y="25"/>
                  </a:cubicBezTo>
                  <a:cubicBezTo>
                    <a:pt x="1318" y="25"/>
                    <a:pt x="1377" y="25"/>
                    <a:pt x="1409" y="24"/>
                  </a:cubicBezTo>
                  <a:lnTo>
                    <a:pt x="1419" y="26"/>
                  </a:lnTo>
                  <a:lnTo>
                    <a:pt x="1546" y="26"/>
                  </a:lnTo>
                  <a:lnTo>
                    <a:pt x="1536" y="27"/>
                  </a:lnTo>
                  <a:cubicBezTo>
                    <a:pt x="1591" y="27"/>
                    <a:pt x="1646" y="26"/>
                    <a:pt x="1695" y="28"/>
                  </a:cubicBezTo>
                  <a:cubicBezTo>
                    <a:pt x="1745" y="26"/>
                    <a:pt x="1807" y="24"/>
                    <a:pt x="1848" y="22"/>
                  </a:cubicBezTo>
                  <a:cubicBezTo>
                    <a:pt x="1869" y="20"/>
                    <a:pt x="1993" y="25"/>
                    <a:pt x="2049" y="21"/>
                  </a:cubicBezTo>
                  <a:cubicBezTo>
                    <a:pt x="2052" y="22"/>
                    <a:pt x="2010" y="23"/>
                    <a:pt x="1991" y="24"/>
                  </a:cubicBezTo>
                  <a:cubicBezTo>
                    <a:pt x="2028" y="24"/>
                    <a:pt x="2058" y="22"/>
                    <a:pt x="2070" y="24"/>
                  </a:cubicBezTo>
                  <a:cubicBezTo>
                    <a:pt x="1986" y="23"/>
                    <a:pt x="2074" y="26"/>
                    <a:pt x="2037" y="27"/>
                  </a:cubicBezTo>
                  <a:cubicBezTo>
                    <a:pt x="2076" y="27"/>
                    <a:pt x="2117" y="26"/>
                    <a:pt x="2136" y="25"/>
                  </a:cubicBezTo>
                  <a:cubicBezTo>
                    <a:pt x="2073" y="25"/>
                    <a:pt x="2158" y="22"/>
                    <a:pt x="2094" y="23"/>
                  </a:cubicBezTo>
                  <a:cubicBezTo>
                    <a:pt x="2144" y="21"/>
                    <a:pt x="2211" y="20"/>
                    <a:pt x="2270" y="21"/>
                  </a:cubicBezTo>
                  <a:cubicBezTo>
                    <a:pt x="2270" y="22"/>
                    <a:pt x="2277" y="22"/>
                    <a:pt x="2299" y="23"/>
                  </a:cubicBezTo>
                  <a:lnTo>
                    <a:pt x="2317" y="21"/>
                  </a:lnTo>
                  <a:cubicBezTo>
                    <a:pt x="2344" y="21"/>
                    <a:pt x="2263" y="23"/>
                    <a:pt x="2319" y="23"/>
                  </a:cubicBezTo>
                  <a:cubicBezTo>
                    <a:pt x="2376" y="21"/>
                    <a:pt x="2491" y="25"/>
                    <a:pt x="2516" y="20"/>
                  </a:cubicBezTo>
                  <a:cubicBezTo>
                    <a:pt x="2560" y="22"/>
                    <a:pt x="2433" y="22"/>
                    <a:pt x="2499" y="24"/>
                  </a:cubicBezTo>
                  <a:cubicBezTo>
                    <a:pt x="2461" y="26"/>
                    <a:pt x="2408" y="24"/>
                    <a:pt x="2396" y="26"/>
                  </a:cubicBezTo>
                  <a:cubicBezTo>
                    <a:pt x="2433" y="26"/>
                    <a:pt x="2409" y="28"/>
                    <a:pt x="2433" y="28"/>
                  </a:cubicBezTo>
                  <a:lnTo>
                    <a:pt x="2475" y="27"/>
                  </a:lnTo>
                  <a:lnTo>
                    <a:pt x="2466" y="27"/>
                  </a:lnTo>
                  <a:cubicBezTo>
                    <a:pt x="2536" y="24"/>
                    <a:pt x="2647" y="25"/>
                    <a:pt x="2737" y="25"/>
                  </a:cubicBezTo>
                  <a:cubicBezTo>
                    <a:pt x="2812" y="22"/>
                    <a:pt x="2865" y="19"/>
                    <a:pt x="2956" y="19"/>
                  </a:cubicBezTo>
                  <a:cubicBezTo>
                    <a:pt x="2929" y="20"/>
                    <a:pt x="3031" y="20"/>
                    <a:pt x="2974" y="23"/>
                  </a:cubicBezTo>
                  <a:cubicBezTo>
                    <a:pt x="3016" y="24"/>
                    <a:pt x="3058" y="22"/>
                    <a:pt x="3058" y="21"/>
                  </a:cubicBezTo>
                  <a:cubicBezTo>
                    <a:pt x="3021" y="21"/>
                    <a:pt x="3045" y="21"/>
                    <a:pt x="3014" y="21"/>
                  </a:cubicBezTo>
                  <a:cubicBezTo>
                    <a:pt x="3035" y="19"/>
                    <a:pt x="3084" y="19"/>
                    <a:pt x="3104" y="20"/>
                  </a:cubicBezTo>
                  <a:cubicBezTo>
                    <a:pt x="3094" y="20"/>
                    <a:pt x="3098" y="20"/>
                    <a:pt x="3096" y="21"/>
                  </a:cubicBezTo>
                  <a:cubicBezTo>
                    <a:pt x="3140" y="21"/>
                    <a:pt x="3117" y="19"/>
                    <a:pt x="3149" y="19"/>
                  </a:cubicBezTo>
                  <a:cubicBezTo>
                    <a:pt x="3159" y="20"/>
                    <a:pt x="3220" y="19"/>
                    <a:pt x="3249" y="20"/>
                  </a:cubicBezTo>
                  <a:lnTo>
                    <a:pt x="3291" y="17"/>
                  </a:lnTo>
                  <a:cubicBezTo>
                    <a:pt x="3268" y="19"/>
                    <a:pt x="3332" y="18"/>
                    <a:pt x="3338" y="19"/>
                  </a:cubicBezTo>
                  <a:cubicBezTo>
                    <a:pt x="3369" y="18"/>
                    <a:pt x="3394" y="16"/>
                    <a:pt x="3440" y="16"/>
                  </a:cubicBezTo>
                  <a:cubicBezTo>
                    <a:pt x="3421" y="17"/>
                    <a:pt x="3483" y="17"/>
                    <a:pt x="3483" y="19"/>
                  </a:cubicBezTo>
                  <a:cubicBezTo>
                    <a:pt x="3562" y="21"/>
                    <a:pt x="3614" y="14"/>
                    <a:pt x="3689" y="17"/>
                  </a:cubicBezTo>
                  <a:cubicBezTo>
                    <a:pt x="3687" y="17"/>
                    <a:pt x="3672" y="18"/>
                    <a:pt x="3694" y="19"/>
                  </a:cubicBezTo>
                  <a:cubicBezTo>
                    <a:pt x="3711" y="18"/>
                    <a:pt x="3741" y="18"/>
                    <a:pt x="3760" y="18"/>
                  </a:cubicBezTo>
                  <a:lnTo>
                    <a:pt x="3759" y="18"/>
                  </a:lnTo>
                  <a:lnTo>
                    <a:pt x="3760" y="18"/>
                  </a:lnTo>
                  <a:cubicBezTo>
                    <a:pt x="3769" y="18"/>
                    <a:pt x="3775" y="18"/>
                    <a:pt x="3775" y="17"/>
                  </a:cubicBezTo>
                  <a:cubicBezTo>
                    <a:pt x="3807" y="15"/>
                    <a:pt x="3823" y="14"/>
                    <a:pt x="3885" y="12"/>
                  </a:cubicBezTo>
                  <a:cubicBezTo>
                    <a:pt x="3881" y="10"/>
                    <a:pt x="3828" y="11"/>
                    <a:pt x="3805" y="12"/>
                  </a:cubicBezTo>
                  <a:lnTo>
                    <a:pt x="3786" y="14"/>
                  </a:lnTo>
                  <a:cubicBezTo>
                    <a:pt x="3767" y="11"/>
                    <a:pt x="3730" y="14"/>
                    <a:pt x="3715" y="13"/>
                  </a:cubicBezTo>
                  <a:cubicBezTo>
                    <a:pt x="3753" y="10"/>
                    <a:pt x="3860" y="11"/>
                    <a:pt x="3924" y="8"/>
                  </a:cubicBezTo>
                  <a:cubicBezTo>
                    <a:pt x="3885" y="6"/>
                    <a:pt x="3800" y="5"/>
                    <a:pt x="3725" y="6"/>
                  </a:cubicBezTo>
                  <a:lnTo>
                    <a:pt x="3758" y="7"/>
                  </a:lnTo>
                  <a:lnTo>
                    <a:pt x="3719" y="7"/>
                  </a:lnTo>
                  <a:lnTo>
                    <a:pt x="3757" y="9"/>
                  </a:lnTo>
                  <a:lnTo>
                    <a:pt x="3654" y="9"/>
                  </a:lnTo>
                  <a:cubicBezTo>
                    <a:pt x="3693" y="9"/>
                    <a:pt x="3709" y="12"/>
                    <a:pt x="3687" y="11"/>
                  </a:cubicBezTo>
                  <a:cubicBezTo>
                    <a:pt x="3643" y="10"/>
                    <a:pt x="3641" y="13"/>
                    <a:pt x="3608" y="13"/>
                  </a:cubicBezTo>
                  <a:cubicBezTo>
                    <a:pt x="3626" y="13"/>
                    <a:pt x="3650" y="13"/>
                    <a:pt x="3635" y="14"/>
                  </a:cubicBezTo>
                  <a:cubicBezTo>
                    <a:pt x="3569" y="12"/>
                    <a:pt x="3551" y="13"/>
                    <a:pt x="3492" y="11"/>
                  </a:cubicBezTo>
                  <a:cubicBezTo>
                    <a:pt x="3499" y="14"/>
                    <a:pt x="3417" y="11"/>
                    <a:pt x="3408" y="14"/>
                  </a:cubicBezTo>
                  <a:lnTo>
                    <a:pt x="3436" y="14"/>
                  </a:lnTo>
                  <a:lnTo>
                    <a:pt x="3377" y="16"/>
                  </a:lnTo>
                  <a:cubicBezTo>
                    <a:pt x="3323" y="14"/>
                    <a:pt x="3425" y="14"/>
                    <a:pt x="3343" y="12"/>
                  </a:cubicBezTo>
                  <a:cubicBezTo>
                    <a:pt x="3266" y="12"/>
                    <a:pt x="3268" y="15"/>
                    <a:pt x="3208" y="15"/>
                  </a:cubicBezTo>
                  <a:cubicBezTo>
                    <a:pt x="3228" y="14"/>
                    <a:pt x="3276" y="12"/>
                    <a:pt x="3324" y="12"/>
                  </a:cubicBezTo>
                  <a:lnTo>
                    <a:pt x="3295" y="11"/>
                  </a:lnTo>
                  <a:cubicBezTo>
                    <a:pt x="3310" y="10"/>
                    <a:pt x="3377" y="10"/>
                    <a:pt x="3410" y="10"/>
                  </a:cubicBezTo>
                  <a:cubicBezTo>
                    <a:pt x="3355" y="12"/>
                    <a:pt x="3436" y="11"/>
                    <a:pt x="3461" y="12"/>
                  </a:cubicBezTo>
                  <a:cubicBezTo>
                    <a:pt x="3466" y="10"/>
                    <a:pt x="3431" y="11"/>
                    <a:pt x="3472" y="9"/>
                  </a:cubicBezTo>
                  <a:cubicBezTo>
                    <a:pt x="3433" y="9"/>
                    <a:pt x="3427" y="9"/>
                    <a:pt x="3378" y="9"/>
                  </a:cubicBezTo>
                  <a:cubicBezTo>
                    <a:pt x="3485" y="9"/>
                    <a:pt x="3474" y="3"/>
                    <a:pt x="3568" y="4"/>
                  </a:cubicBezTo>
                  <a:cubicBezTo>
                    <a:pt x="3525" y="4"/>
                    <a:pt x="3584" y="6"/>
                    <a:pt x="3589" y="7"/>
                  </a:cubicBezTo>
                  <a:lnTo>
                    <a:pt x="3667" y="6"/>
                  </a:lnTo>
                  <a:lnTo>
                    <a:pt x="3652" y="4"/>
                  </a:lnTo>
                  <a:cubicBezTo>
                    <a:pt x="3707" y="3"/>
                    <a:pt x="3726" y="8"/>
                    <a:pt x="3789" y="5"/>
                  </a:cubicBezTo>
                  <a:cubicBezTo>
                    <a:pt x="3797" y="4"/>
                    <a:pt x="3733" y="4"/>
                    <a:pt x="3745" y="4"/>
                  </a:cubicBezTo>
                  <a:cubicBezTo>
                    <a:pt x="3831" y="3"/>
                    <a:pt x="3862" y="6"/>
                    <a:pt x="3939" y="8"/>
                  </a:cubicBezTo>
                  <a:cubicBezTo>
                    <a:pt x="3944" y="7"/>
                    <a:pt x="3943" y="6"/>
                    <a:pt x="3970" y="4"/>
                  </a:cubicBezTo>
                  <a:cubicBezTo>
                    <a:pt x="3961" y="6"/>
                    <a:pt x="3981" y="7"/>
                    <a:pt x="3951" y="8"/>
                  </a:cubicBezTo>
                  <a:cubicBezTo>
                    <a:pt x="3976" y="8"/>
                    <a:pt x="4007" y="7"/>
                    <a:pt x="4029" y="7"/>
                  </a:cubicBezTo>
                  <a:cubicBezTo>
                    <a:pt x="3976" y="6"/>
                    <a:pt x="4051" y="4"/>
                    <a:pt x="4061" y="4"/>
                  </a:cubicBezTo>
                  <a:cubicBezTo>
                    <a:pt x="4089" y="4"/>
                    <a:pt x="4053" y="5"/>
                    <a:pt x="4036" y="5"/>
                  </a:cubicBezTo>
                  <a:cubicBezTo>
                    <a:pt x="4058" y="6"/>
                    <a:pt x="4084" y="8"/>
                    <a:pt x="4097" y="6"/>
                  </a:cubicBezTo>
                  <a:cubicBezTo>
                    <a:pt x="4098" y="7"/>
                    <a:pt x="4035" y="10"/>
                    <a:pt x="3994" y="11"/>
                  </a:cubicBezTo>
                  <a:lnTo>
                    <a:pt x="4021" y="11"/>
                  </a:lnTo>
                  <a:cubicBezTo>
                    <a:pt x="4002" y="12"/>
                    <a:pt x="3999" y="12"/>
                    <a:pt x="3971" y="11"/>
                  </a:cubicBezTo>
                  <a:cubicBezTo>
                    <a:pt x="3998" y="13"/>
                    <a:pt x="3995" y="14"/>
                    <a:pt x="3989" y="15"/>
                  </a:cubicBezTo>
                  <a:cubicBezTo>
                    <a:pt x="3986" y="15"/>
                    <a:pt x="3991" y="15"/>
                    <a:pt x="3988" y="15"/>
                  </a:cubicBezTo>
                  <a:cubicBezTo>
                    <a:pt x="3966" y="14"/>
                    <a:pt x="3949" y="15"/>
                    <a:pt x="3954" y="16"/>
                  </a:cubicBezTo>
                  <a:cubicBezTo>
                    <a:pt x="3934" y="18"/>
                    <a:pt x="3985" y="17"/>
                    <a:pt x="4000" y="18"/>
                  </a:cubicBezTo>
                  <a:lnTo>
                    <a:pt x="4033" y="18"/>
                  </a:lnTo>
                  <a:lnTo>
                    <a:pt x="4149" y="10"/>
                  </a:lnTo>
                  <a:cubicBezTo>
                    <a:pt x="4198" y="9"/>
                    <a:pt x="4220" y="11"/>
                    <a:pt x="4257" y="12"/>
                  </a:cubicBezTo>
                  <a:lnTo>
                    <a:pt x="4267" y="10"/>
                  </a:lnTo>
                  <a:cubicBezTo>
                    <a:pt x="4310" y="10"/>
                    <a:pt x="4351" y="11"/>
                    <a:pt x="4323" y="13"/>
                  </a:cubicBezTo>
                  <a:cubicBezTo>
                    <a:pt x="4322" y="13"/>
                    <a:pt x="4316" y="13"/>
                    <a:pt x="4307" y="13"/>
                  </a:cubicBezTo>
                  <a:cubicBezTo>
                    <a:pt x="4305" y="13"/>
                    <a:pt x="4303" y="13"/>
                    <a:pt x="4301" y="13"/>
                  </a:cubicBezTo>
                  <a:lnTo>
                    <a:pt x="4298" y="14"/>
                  </a:lnTo>
                  <a:lnTo>
                    <a:pt x="4376" y="12"/>
                  </a:lnTo>
                  <a:cubicBezTo>
                    <a:pt x="4298" y="15"/>
                    <a:pt x="4372" y="16"/>
                    <a:pt x="4359" y="19"/>
                  </a:cubicBezTo>
                  <a:lnTo>
                    <a:pt x="4438" y="18"/>
                  </a:lnTo>
                  <a:cubicBezTo>
                    <a:pt x="4390" y="17"/>
                    <a:pt x="4437" y="16"/>
                    <a:pt x="4454" y="16"/>
                  </a:cubicBezTo>
                  <a:cubicBezTo>
                    <a:pt x="4458" y="18"/>
                    <a:pt x="4517" y="16"/>
                    <a:pt x="4545" y="16"/>
                  </a:cubicBezTo>
                  <a:lnTo>
                    <a:pt x="4543" y="16"/>
                  </a:lnTo>
                  <a:cubicBezTo>
                    <a:pt x="4568" y="17"/>
                    <a:pt x="4613" y="17"/>
                    <a:pt x="4645" y="16"/>
                  </a:cubicBezTo>
                  <a:cubicBezTo>
                    <a:pt x="4643" y="16"/>
                    <a:pt x="4684" y="12"/>
                    <a:pt x="4704" y="10"/>
                  </a:cubicBezTo>
                  <a:cubicBezTo>
                    <a:pt x="4649" y="10"/>
                    <a:pt x="4682" y="9"/>
                    <a:pt x="4677" y="8"/>
                  </a:cubicBezTo>
                  <a:cubicBezTo>
                    <a:pt x="4683" y="8"/>
                    <a:pt x="4693" y="8"/>
                    <a:pt x="4694" y="8"/>
                  </a:cubicBezTo>
                  <a:cubicBezTo>
                    <a:pt x="4702" y="7"/>
                    <a:pt x="4684" y="7"/>
                    <a:pt x="4682" y="6"/>
                  </a:cubicBezTo>
                  <a:cubicBezTo>
                    <a:pt x="4624" y="7"/>
                    <a:pt x="4564" y="8"/>
                    <a:pt x="4541" y="10"/>
                  </a:cubicBezTo>
                  <a:cubicBezTo>
                    <a:pt x="4558" y="12"/>
                    <a:pt x="4571" y="9"/>
                    <a:pt x="4591" y="10"/>
                  </a:cubicBezTo>
                  <a:cubicBezTo>
                    <a:pt x="4562" y="12"/>
                    <a:pt x="4525" y="11"/>
                    <a:pt x="4477" y="11"/>
                  </a:cubicBezTo>
                  <a:lnTo>
                    <a:pt x="4461" y="10"/>
                  </a:lnTo>
                  <a:lnTo>
                    <a:pt x="4412" y="11"/>
                  </a:lnTo>
                  <a:cubicBezTo>
                    <a:pt x="4432" y="10"/>
                    <a:pt x="4420" y="8"/>
                    <a:pt x="4471" y="8"/>
                  </a:cubicBezTo>
                  <a:cubicBezTo>
                    <a:pt x="4465" y="6"/>
                    <a:pt x="4421" y="8"/>
                    <a:pt x="4389" y="8"/>
                  </a:cubicBezTo>
                  <a:lnTo>
                    <a:pt x="4373" y="10"/>
                  </a:lnTo>
                  <a:cubicBezTo>
                    <a:pt x="4380" y="9"/>
                    <a:pt x="4313" y="9"/>
                    <a:pt x="4360" y="7"/>
                  </a:cubicBezTo>
                  <a:lnTo>
                    <a:pt x="4438" y="5"/>
                  </a:lnTo>
                  <a:lnTo>
                    <a:pt x="4416" y="4"/>
                  </a:lnTo>
                  <a:lnTo>
                    <a:pt x="4481" y="4"/>
                  </a:lnTo>
                  <a:lnTo>
                    <a:pt x="4466" y="4"/>
                  </a:lnTo>
                  <a:cubicBezTo>
                    <a:pt x="4571" y="4"/>
                    <a:pt x="4497" y="8"/>
                    <a:pt x="4603" y="6"/>
                  </a:cubicBezTo>
                  <a:cubicBezTo>
                    <a:pt x="4636" y="4"/>
                    <a:pt x="4671" y="4"/>
                    <a:pt x="4736" y="4"/>
                  </a:cubicBezTo>
                  <a:cubicBezTo>
                    <a:pt x="4689" y="4"/>
                    <a:pt x="4731" y="5"/>
                    <a:pt x="4714" y="7"/>
                  </a:cubicBezTo>
                  <a:cubicBezTo>
                    <a:pt x="4761" y="8"/>
                    <a:pt x="4777" y="6"/>
                    <a:pt x="4802" y="4"/>
                  </a:cubicBezTo>
                  <a:cubicBezTo>
                    <a:pt x="4814" y="6"/>
                    <a:pt x="4823" y="7"/>
                    <a:pt x="4780" y="7"/>
                  </a:cubicBezTo>
                  <a:cubicBezTo>
                    <a:pt x="4775" y="10"/>
                    <a:pt x="4837" y="6"/>
                    <a:pt x="4840" y="9"/>
                  </a:cubicBezTo>
                  <a:cubicBezTo>
                    <a:pt x="4982" y="9"/>
                    <a:pt x="4954" y="0"/>
                    <a:pt x="5119" y="4"/>
                  </a:cubicBezTo>
                  <a:lnTo>
                    <a:pt x="5113" y="4"/>
                  </a:lnTo>
                  <a:cubicBezTo>
                    <a:pt x="5218" y="4"/>
                    <a:pt x="5279" y="4"/>
                    <a:pt x="5376" y="4"/>
                  </a:cubicBezTo>
                  <a:lnTo>
                    <a:pt x="5452" y="6"/>
                  </a:lnTo>
                  <a:cubicBezTo>
                    <a:pt x="5435" y="6"/>
                    <a:pt x="5389" y="9"/>
                    <a:pt x="5411" y="10"/>
                  </a:cubicBezTo>
                  <a:cubicBezTo>
                    <a:pt x="5373" y="7"/>
                    <a:pt x="5334" y="8"/>
                    <a:pt x="5294" y="7"/>
                  </a:cubicBezTo>
                  <a:cubicBezTo>
                    <a:pt x="5290" y="7"/>
                    <a:pt x="5306" y="8"/>
                    <a:pt x="5313" y="9"/>
                  </a:cubicBezTo>
                  <a:cubicBezTo>
                    <a:pt x="5289" y="9"/>
                    <a:pt x="5277" y="7"/>
                    <a:pt x="5245" y="8"/>
                  </a:cubicBezTo>
                  <a:cubicBezTo>
                    <a:pt x="5246" y="8"/>
                    <a:pt x="5281" y="9"/>
                    <a:pt x="5255" y="9"/>
                  </a:cubicBezTo>
                  <a:lnTo>
                    <a:pt x="5211" y="8"/>
                  </a:lnTo>
                  <a:cubicBezTo>
                    <a:pt x="5153" y="9"/>
                    <a:pt x="5183" y="12"/>
                    <a:pt x="5114" y="11"/>
                  </a:cubicBezTo>
                  <a:cubicBezTo>
                    <a:pt x="5127" y="10"/>
                    <a:pt x="5153" y="7"/>
                    <a:pt x="5180" y="7"/>
                  </a:cubicBezTo>
                  <a:cubicBezTo>
                    <a:pt x="5148" y="6"/>
                    <a:pt x="5221" y="6"/>
                    <a:pt x="5193" y="5"/>
                  </a:cubicBezTo>
                  <a:cubicBezTo>
                    <a:pt x="5148" y="7"/>
                    <a:pt x="5126" y="5"/>
                    <a:pt x="5066" y="7"/>
                  </a:cubicBezTo>
                  <a:cubicBezTo>
                    <a:pt x="5073" y="7"/>
                    <a:pt x="5075" y="6"/>
                    <a:pt x="5090" y="6"/>
                  </a:cubicBezTo>
                  <a:lnTo>
                    <a:pt x="5003" y="5"/>
                  </a:lnTo>
                  <a:cubicBezTo>
                    <a:pt x="5024" y="6"/>
                    <a:pt x="4931" y="7"/>
                    <a:pt x="4939" y="9"/>
                  </a:cubicBezTo>
                  <a:cubicBezTo>
                    <a:pt x="5032" y="10"/>
                    <a:pt x="5005" y="8"/>
                    <a:pt x="5110" y="9"/>
                  </a:cubicBezTo>
                  <a:cubicBezTo>
                    <a:pt x="5080" y="10"/>
                    <a:pt x="5042" y="12"/>
                    <a:pt x="5024" y="14"/>
                  </a:cubicBezTo>
                  <a:cubicBezTo>
                    <a:pt x="5023" y="14"/>
                    <a:pt x="5021" y="14"/>
                    <a:pt x="5018" y="14"/>
                  </a:cubicBezTo>
                  <a:cubicBezTo>
                    <a:pt x="5002" y="16"/>
                    <a:pt x="5018" y="17"/>
                    <a:pt x="5018" y="21"/>
                  </a:cubicBezTo>
                  <a:cubicBezTo>
                    <a:pt x="5066" y="18"/>
                    <a:pt x="5098" y="20"/>
                    <a:pt x="5155" y="19"/>
                  </a:cubicBezTo>
                  <a:cubicBezTo>
                    <a:pt x="5166" y="16"/>
                    <a:pt x="5122" y="16"/>
                    <a:pt x="5094" y="16"/>
                  </a:cubicBezTo>
                  <a:lnTo>
                    <a:pt x="5144" y="15"/>
                  </a:lnTo>
                  <a:lnTo>
                    <a:pt x="5134" y="16"/>
                  </a:lnTo>
                  <a:lnTo>
                    <a:pt x="5261" y="17"/>
                  </a:lnTo>
                  <a:cubicBezTo>
                    <a:pt x="5237" y="17"/>
                    <a:pt x="5229" y="18"/>
                    <a:pt x="5216" y="19"/>
                  </a:cubicBezTo>
                  <a:cubicBezTo>
                    <a:pt x="5233" y="19"/>
                    <a:pt x="5249" y="19"/>
                    <a:pt x="5266" y="20"/>
                  </a:cubicBezTo>
                  <a:cubicBezTo>
                    <a:pt x="5262" y="18"/>
                    <a:pt x="5265" y="17"/>
                    <a:pt x="5281" y="17"/>
                  </a:cubicBezTo>
                  <a:cubicBezTo>
                    <a:pt x="5362" y="17"/>
                    <a:pt x="5408" y="19"/>
                    <a:pt x="5438" y="21"/>
                  </a:cubicBezTo>
                  <a:lnTo>
                    <a:pt x="5447" y="21"/>
                  </a:lnTo>
                  <a:cubicBezTo>
                    <a:pt x="5434" y="19"/>
                    <a:pt x="5505" y="17"/>
                    <a:pt x="5531" y="15"/>
                  </a:cubicBezTo>
                  <a:cubicBezTo>
                    <a:pt x="5530" y="17"/>
                    <a:pt x="5573" y="16"/>
                    <a:pt x="5596" y="17"/>
                  </a:cubicBezTo>
                  <a:cubicBezTo>
                    <a:pt x="5609" y="15"/>
                    <a:pt x="5592" y="12"/>
                    <a:pt x="5564" y="10"/>
                  </a:cubicBezTo>
                  <a:cubicBezTo>
                    <a:pt x="5508" y="12"/>
                    <a:pt x="5533" y="12"/>
                    <a:pt x="5507" y="15"/>
                  </a:cubicBezTo>
                  <a:lnTo>
                    <a:pt x="5418" y="17"/>
                  </a:lnTo>
                  <a:lnTo>
                    <a:pt x="5438" y="15"/>
                  </a:lnTo>
                  <a:cubicBezTo>
                    <a:pt x="5394" y="15"/>
                    <a:pt x="5351" y="17"/>
                    <a:pt x="5354" y="15"/>
                  </a:cubicBezTo>
                  <a:cubicBezTo>
                    <a:pt x="5378" y="13"/>
                    <a:pt x="5416" y="14"/>
                    <a:pt x="5439" y="12"/>
                  </a:cubicBezTo>
                  <a:lnTo>
                    <a:pt x="5410" y="11"/>
                  </a:lnTo>
                  <a:cubicBezTo>
                    <a:pt x="5462" y="9"/>
                    <a:pt x="5437" y="14"/>
                    <a:pt x="5499" y="12"/>
                  </a:cubicBezTo>
                  <a:cubicBezTo>
                    <a:pt x="5476" y="10"/>
                    <a:pt x="5505" y="12"/>
                    <a:pt x="5532" y="10"/>
                  </a:cubicBezTo>
                  <a:cubicBezTo>
                    <a:pt x="5510" y="9"/>
                    <a:pt x="5422" y="11"/>
                    <a:pt x="5440" y="7"/>
                  </a:cubicBezTo>
                  <a:cubicBezTo>
                    <a:pt x="5473" y="6"/>
                    <a:pt x="5550" y="12"/>
                    <a:pt x="5593" y="8"/>
                  </a:cubicBezTo>
                  <a:lnTo>
                    <a:pt x="5590" y="8"/>
                  </a:lnTo>
                  <a:cubicBezTo>
                    <a:pt x="5654" y="9"/>
                    <a:pt x="5676" y="7"/>
                    <a:pt x="5700" y="5"/>
                  </a:cubicBezTo>
                  <a:cubicBezTo>
                    <a:pt x="5727" y="7"/>
                    <a:pt x="5764" y="5"/>
                    <a:pt x="5793" y="5"/>
                  </a:cubicBezTo>
                  <a:lnTo>
                    <a:pt x="5793" y="6"/>
                  </a:lnTo>
                  <a:lnTo>
                    <a:pt x="5834" y="5"/>
                  </a:lnTo>
                  <a:cubicBezTo>
                    <a:pt x="5814" y="7"/>
                    <a:pt x="5786" y="5"/>
                    <a:pt x="5750" y="6"/>
                  </a:cubicBezTo>
                  <a:lnTo>
                    <a:pt x="5755" y="8"/>
                  </a:lnTo>
                  <a:cubicBezTo>
                    <a:pt x="5714" y="5"/>
                    <a:pt x="5686" y="9"/>
                    <a:pt x="5655" y="10"/>
                  </a:cubicBezTo>
                  <a:cubicBezTo>
                    <a:pt x="5701" y="9"/>
                    <a:pt x="5785" y="11"/>
                    <a:pt x="5796" y="7"/>
                  </a:cubicBezTo>
                  <a:lnTo>
                    <a:pt x="5824" y="9"/>
                  </a:lnTo>
                  <a:lnTo>
                    <a:pt x="5838" y="8"/>
                  </a:lnTo>
                  <a:cubicBezTo>
                    <a:pt x="5859" y="10"/>
                    <a:pt x="5838" y="12"/>
                    <a:pt x="5796" y="13"/>
                  </a:cubicBezTo>
                  <a:cubicBezTo>
                    <a:pt x="5789" y="12"/>
                    <a:pt x="5786" y="12"/>
                    <a:pt x="5788" y="11"/>
                  </a:cubicBezTo>
                  <a:cubicBezTo>
                    <a:pt x="5769" y="12"/>
                    <a:pt x="5751" y="14"/>
                    <a:pt x="5705" y="13"/>
                  </a:cubicBezTo>
                  <a:lnTo>
                    <a:pt x="5730" y="12"/>
                  </a:lnTo>
                  <a:cubicBezTo>
                    <a:pt x="5672" y="12"/>
                    <a:pt x="5619" y="13"/>
                    <a:pt x="5600" y="15"/>
                  </a:cubicBezTo>
                  <a:cubicBezTo>
                    <a:pt x="5683" y="16"/>
                    <a:pt x="5765" y="16"/>
                    <a:pt x="5843" y="16"/>
                  </a:cubicBezTo>
                  <a:cubicBezTo>
                    <a:pt x="5866" y="11"/>
                    <a:pt x="5893" y="9"/>
                    <a:pt x="5905" y="5"/>
                  </a:cubicBezTo>
                  <a:cubicBezTo>
                    <a:pt x="5957" y="4"/>
                    <a:pt x="6029" y="4"/>
                    <a:pt x="6074" y="5"/>
                  </a:cubicBezTo>
                  <a:lnTo>
                    <a:pt x="6070" y="6"/>
                  </a:lnTo>
                  <a:cubicBezTo>
                    <a:pt x="6092" y="6"/>
                    <a:pt x="6113" y="6"/>
                    <a:pt x="6130" y="6"/>
                  </a:cubicBezTo>
                  <a:cubicBezTo>
                    <a:pt x="6153" y="7"/>
                    <a:pt x="6114" y="8"/>
                    <a:pt x="6130" y="8"/>
                  </a:cubicBezTo>
                  <a:lnTo>
                    <a:pt x="6205" y="7"/>
                  </a:lnTo>
                  <a:cubicBezTo>
                    <a:pt x="6201" y="9"/>
                    <a:pt x="6137" y="9"/>
                    <a:pt x="6107" y="9"/>
                  </a:cubicBezTo>
                  <a:cubicBezTo>
                    <a:pt x="6113" y="9"/>
                    <a:pt x="6124" y="8"/>
                    <a:pt x="6121" y="8"/>
                  </a:cubicBezTo>
                  <a:cubicBezTo>
                    <a:pt x="6086" y="7"/>
                    <a:pt x="6021" y="11"/>
                    <a:pt x="6006" y="8"/>
                  </a:cubicBezTo>
                  <a:cubicBezTo>
                    <a:pt x="5989" y="8"/>
                    <a:pt x="6040" y="6"/>
                    <a:pt x="5983" y="6"/>
                  </a:cubicBezTo>
                  <a:cubicBezTo>
                    <a:pt x="5944" y="5"/>
                    <a:pt x="5931" y="7"/>
                    <a:pt x="5927" y="8"/>
                  </a:cubicBezTo>
                  <a:cubicBezTo>
                    <a:pt x="5927" y="9"/>
                    <a:pt x="5988" y="9"/>
                    <a:pt x="5967" y="11"/>
                  </a:cubicBezTo>
                  <a:cubicBezTo>
                    <a:pt x="5997" y="11"/>
                    <a:pt x="6009" y="9"/>
                    <a:pt x="6047" y="10"/>
                  </a:cubicBezTo>
                  <a:cubicBezTo>
                    <a:pt x="6017" y="10"/>
                    <a:pt x="5977" y="12"/>
                    <a:pt x="5961" y="11"/>
                  </a:cubicBezTo>
                  <a:cubicBezTo>
                    <a:pt x="5902" y="13"/>
                    <a:pt x="5911" y="18"/>
                    <a:pt x="5938" y="18"/>
                  </a:cubicBezTo>
                  <a:cubicBezTo>
                    <a:pt x="5932" y="16"/>
                    <a:pt x="6046" y="16"/>
                    <a:pt x="5969" y="14"/>
                  </a:cubicBezTo>
                  <a:cubicBezTo>
                    <a:pt x="6003" y="12"/>
                    <a:pt x="6067" y="12"/>
                    <a:pt x="6112" y="11"/>
                  </a:cubicBezTo>
                  <a:lnTo>
                    <a:pt x="6110" y="11"/>
                  </a:lnTo>
                  <a:lnTo>
                    <a:pt x="6166" y="11"/>
                  </a:lnTo>
                  <a:cubicBezTo>
                    <a:pt x="6158" y="11"/>
                    <a:pt x="6141" y="12"/>
                    <a:pt x="6141" y="13"/>
                  </a:cubicBezTo>
                  <a:lnTo>
                    <a:pt x="6218" y="10"/>
                  </a:lnTo>
                  <a:cubicBezTo>
                    <a:pt x="6175" y="12"/>
                    <a:pt x="6246" y="11"/>
                    <a:pt x="6266" y="12"/>
                  </a:cubicBezTo>
                  <a:cubicBezTo>
                    <a:pt x="6274" y="11"/>
                    <a:pt x="6304" y="10"/>
                    <a:pt x="6275" y="9"/>
                  </a:cubicBezTo>
                  <a:cubicBezTo>
                    <a:pt x="6242" y="7"/>
                    <a:pt x="6256" y="9"/>
                    <a:pt x="6226" y="10"/>
                  </a:cubicBezTo>
                  <a:lnTo>
                    <a:pt x="6269" y="7"/>
                  </a:lnTo>
                  <a:lnTo>
                    <a:pt x="6272" y="7"/>
                  </a:lnTo>
                  <a:lnTo>
                    <a:pt x="6298" y="5"/>
                  </a:lnTo>
                  <a:cubicBezTo>
                    <a:pt x="6355" y="5"/>
                    <a:pt x="6272" y="10"/>
                    <a:pt x="6346" y="8"/>
                  </a:cubicBezTo>
                  <a:lnTo>
                    <a:pt x="6337" y="5"/>
                  </a:lnTo>
                  <a:cubicBezTo>
                    <a:pt x="6422" y="6"/>
                    <a:pt x="6532" y="9"/>
                    <a:pt x="6592" y="8"/>
                  </a:cubicBezTo>
                  <a:cubicBezTo>
                    <a:pt x="6575" y="9"/>
                    <a:pt x="6568" y="12"/>
                    <a:pt x="6591" y="14"/>
                  </a:cubicBezTo>
                  <a:cubicBezTo>
                    <a:pt x="6565" y="13"/>
                    <a:pt x="6513" y="13"/>
                    <a:pt x="6475" y="13"/>
                  </a:cubicBezTo>
                  <a:cubicBezTo>
                    <a:pt x="6468" y="13"/>
                    <a:pt x="6522" y="10"/>
                    <a:pt x="6563" y="11"/>
                  </a:cubicBezTo>
                  <a:cubicBezTo>
                    <a:pt x="6543" y="6"/>
                    <a:pt x="6461" y="13"/>
                    <a:pt x="6456" y="9"/>
                  </a:cubicBezTo>
                  <a:cubicBezTo>
                    <a:pt x="6352" y="7"/>
                    <a:pt x="6379" y="13"/>
                    <a:pt x="6291" y="10"/>
                  </a:cubicBezTo>
                  <a:cubicBezTo>
                    <a:pt x="6290" y="12"/>
                    <a:pt x="6266" y="11"/>
                    <a:pt x="6261" y="13"/>
                  </a:cubicBezTo>
                  <a:cubicBezTo>
                    <a:pt x="6287" y="17"/>
                    <a:pt x="6379" y="13"/>
                    <a:pt x="6436" y="14"/>
                  </a:cubicBezTo>
                  <a:cubicBezTo>
                    <a:pt x="6430" y="15"/>
                    <a:pt x="6419" y="15"/>
                    <a:pt x="6417" y="15"/>
                  </a:cubicBezTo>
                  <a:cubicBezTo>
                    <a:pt x="6457" y="16"/>
                    <a:pt x="6474" y="15"/>
                    <a:pt x="6503" y="15"/>
                  </a:cubicBezTo>
                  <a:lnTo>
                    <a:pt x="6499" y="14"/>
                  </a:lnTo>
                  <a:cubicBezTo>
                    <a:pt x="6549" y="12"/>
                    <a:pt x="6530" y="16"/>
                    <a:pt x="6559" y="17"/>
                  </a:cubicBezTo>
                  <a:cubicBezTo>
                    <a:pt x="6570" y="17"/>
                    <a:pt x="6611" y="17"/>
                    <a:pt x="6604" y="16"/>
                  </a:cubicBezTo>
                  <a:lnTo>
                    <a:pt x="6657" y="18"/>
                  </a:lnTo>
                  <a:lnTo>
                    <a:pt x="6655" y="16"/>
                  </a:lnTo>
                  <a:cubicBezTo>
                    <a:pt x="6685" y="15"/>
                    <a:pt x="6691" y="17"/>
                    <a:pt x="6718" y="16"/>
                  </a:cubicBezTo>
                  <a:lnTo>
                    <a:pt x="6719" y="14"/>
                  </a:lnTo>
                  <a:lnTo>
                    <a:pt x="6645" y="13"/>
                  </a:lnTo>
                  <a:cubicBezTo>
                    <a:pt x="6683" y="12"/>
                    <a:pt x="6656" y="11"/>
                    <a:pt x="6697" y="10"/>
                  </a:cubicBezTo>
                  <a:cubicBezTo>
                    <a:pt x="6651" y="13"/>
                    <a:pt x="6730" y="12"/>
                    <a:pt x="6734" y="13"/>
                  </a:cubicBezTo>
                  <a:lnTo>
                    <a:pt x="6765" y="12"/>
                  </a:lnTo>
                  <a:lnTo>
                    <a:pt x="6757" y="13"/>
                  </a:lnTo>
                  <a:cubicBezTo>
                    <a:pt x="6781" y="14"/>
                    <a:pt x="6785" y="12"/>
                    <a:pt x="6813" y="12"/>
                  </a:cubicBezTo>
                  <a:cubicBezTo>
                    <a:pt x="6780" y="11"/>
                    <a:pt x="6759" y="10"/>
                    <a:pt x="6717" y="11"/>
                  </a:cubicBezTo>
                  <a:cubicBezTo>
                    <a:pt x="6747" y="10"/>
                    <a:pt x="6808" y="9"/>
                    <a:pt x="6822" y="9"/>
                  </a:cubicBezTo>
                  <a:cubicBezTo>
                    <a:pt x="6854" y="8"/>
                    <a:pt x="6877" y="10"/>
                    <a:pt x="6907" y="10"/>
                  </a:cubicBezTo>
                  <a:cubicBezTo>
                    <a:pt x="6849" y="11"/>
                    <a:pt x="6927" y="16"/>
                    <a:pt x="6812" y="15"/>
                  </a:cubicBezTo>
                  <a:cubicBezTo>
                    <a:pt x="6814" y="14"/>
                    <a:pt x="6823" y="14"/>
                    <a:pt x="6827" y="15"/>
                  </a:cubicBezTo>
                  <a:cubicBezTo>
                    <a:pt x="6811" y="12"/>
                    <a:pt x="6758" y="15"/>
                    <a:pt x="6733" y="16"/>
                  </a:cubicBezTo>
                  <a:cubicBezTo>
                    <a:pt x="6739" y="17"/>
                    <a:pt x="6713" y="18"/>
                    <a:pt x="6757" y="18"/>
                  </a:cubicBezTo>
                  <a:cubicBezTo>
                    <a:pt x="6743" y="17"/>
                    <a:pt x="6795" y="15"/>
                    <a:pt x="6837" y="16"/>
                  </a:cubicBezTo>
                  <a:lnTo>
                    <a:pt x="6829" y="20"/>
                  </a:lnTo>
                  <a:lnTo>
                    <a:pt x="6891" y="20"/>
                  </a:lnTo>
                  <a:lnTo>
                    <a:pt x="6885" y="20"/>
                  </a:lnTo>
                  <a:cubicBezTo>
                    <a:pt x="6908" y="23"/>
                    <a:pt x="6950" y="20"/>
                    <a:pt x="6992" y="21"/>
                  </a:cubicBezTo>
                  <a:cubicBezTo>
                    <a:pt x="7023" y="20"/>
                    <a:pt x="7140" y="22"/>
                    <a:pt x="7089" y="18"/>
                  </a:cubicBezTo>
                  <a:cubicBezTo>
                    <a:pt x="7127" y="20"/>
                    <a:pt x="7160" y="18"/>
                    <a:pt x="7202" y="17"/>
                  </a:cubicBezTo>
                  <a:lnTo>
                    <a:pt x="7150" y="16"/>
                  </a:lnTo>
                  <a:cubicBezTo>
                    <a:pt x="7211" y="14"/>
                    <a:pt x="7194" y="15"/>
                    <a:pt x="7242" y="11"/>
                  </a:cubicBezTo>
                  <a:cubicBezTo>
                    <a:pt x="7247" y="12"/>
                    <a:pt x="7258" y="13"/>
                    <a:pt x="7248" y="14"/>
                  </a:cubicBezTo>
                  <a:cubicBezTo>
                    <a:pt x="7330" y="14"/>
                    <a:pt x="7447" y="16"/>
                    <a:pt x="7495" y="13"/>
                  </a:cubicBezTo>
                  <a:cubicBezTo>
                    <a:pt x="7552" y="14"/>
                    <a:pt x="7561" y="18"/>
                    <a:pt x="7642" y="16"/>
                  </a:cubicBezTo>
                  <a:cubicBezTo>
                    <a:pt x="7659" y="16"/>
                    <a:pt x="7629" y="13"/>
                    <a:pt x="7682" y="14"/>
                  </a:cubicBezTo>
                  <a:cubicBezTo>
                    <a:pt x="7686" y="15"/>
                    <a:pt x="7631" y="17"/>
                    <a:pt x="7690" y="17"/>
                  </a:cubicBezTo>
                  <a:cubicBezTo>
                    <a:pt x="7733" y="14"/>
                    <a:pt x="7790" y="19"/>
                    <a:pt x="7845" y="17"/>
                  </a:cubicBezTo>
                  <a:cubicBezTo>
                    <a:pt x="7875" y="18"/>
                    <a:pt x="7925" y="18"/>
                    <a:pt x="7915" y="20"/>
                  </a:cubicBezTo>
                  <a:cubicBezTo>
                    <a:pt x="7868" y="19"/>
                    <a:pt x="7803" y="19"/>
                    <a:pt x="7793" y="20"/>
                  </a:cubicBezTo>
                  <a:cubicBezTo>
                    <a:pt x="7799" y="19"/>
                    <a:pt x="7760" y="19"/>
                    <a:pt x="7794" y="18"/>
                  </a:cubicBezTo>
                  <a:cubicBezTo>
                    <a:pt x="7724" y="16"/>
                    <a:pt x="7749" y="19"/>
                    <a:pt x="7686" y="17"/>
                  </a:cubicBezTo>
                  <a:cubicBezTo>
                    <a:pt x="7682" y="18"/>
                    <a:pt x="7719" y="20"/>
                    <a:pt x="7732" y="19"/>
                  </a:cubicBezTo>
                  <a:cubicBezTo>
                    <a:pt x="7732" y="22"/>
                    <a:pt x="7608" y="20"/>
                    <a:pt x="7664" y="24"/>
                  </a:cubicBezTo>
                  <a:cubicBezTo>
                    <a:pt x="7731" y="24"/>
                    <a:pt x="7751" y="18"/>
                    <a:pt x="7809" y="22"/>
                  </a:cubicBezTo>
                  <a:cubicBezTo>
                    <a:pt x="7786" y="23"/>
                    <a:pt x="7749" y="22"/>
                    <a:pt x="7720" y="24"/>
                  </a:cubicBezTo>
                  <a:lnTo>
                    <a:pt x="7767" y="26"/>
                  </a:lnTo>
                  <a:lnTo>
                    <a:pt x="7802" y="24"/>
                  </a:lnTo>
                  <a:lnTo>
                    <a:pt x="7800" y="24"/>
                  </a:lnTo>
                  <a:cubicBezTo>
                    <a:pt x="7884" y="27"/>
                    <a:pt x="7878" y="22"/>
                    <a:pt x="7953" y="21"/>
                  </a:cubicBezTo>
                  <a:cubicBezTo>
                    <a:pt x="7910" y="19"/>
                    <a:pt x="7963" y="16"/>
                    <a:pt x="7930" y="15"/>
                  </a:cubicBezTo>
                  <a:cubicBezTo>
                    <a:pt x="7981" y="15"/>
                    <a:pt x="8018" y="15"/>
                    <a:pt x="8018" y="18"/>
                  </a:cubicBezTo>
                  <a:cubicBezTo>
                    <a:pt x="7924" y="20"/>
                    <a:pt x="8013" y="21"/>
                    <a:pt x="7926" y="23"/>
                  </a:cubicBezTo>
                  <a:cubicBezTo>
                    <a:pt x="7940" y="24"/>
                    <a:pt x="7905" y="27"/>
                    <a:pt x="7957" y="28"/>
                  </a:cubicBezTo>
                  <a:cubicBezTo>
                    <a:pt x="8015" y="26"/>
                    <a:pt x="7939" y="25"/>
                    <a:pt x="7998" y="25"/>
                  </a:cubicBezTo>
                  <a:cubicBezTo>
                    <a:pt x="8001" y="25"/>
                    <a:pt x="8005" y="25"/>
                    <a:pt x="8003" y="26"/>
                  </a:cubicBezTo>
                  <a:cubicBezTo>
                    <a:pt x="8029" y="24"/>
                    <a:pt x="8034" y="26"/>
                    <a:pt x="8066" y="25"/>
                  </a:cubicBezTo>
                  <a:lnTo>
                    <a:pt x="8059" y="25"/>
                  </a:lnTo>
                  <a:cubicBezTo>
                    <a:pt x="8099" y="27"/>
                    <a:pt x="8103" y="24"/>
                    <a:pt x="8137" y="26"/>
                  </a:cubicBezTo>
                  <a:cubicBezTo>
                    <a:pt x="8123" y="24"/>
                    <a:pt x="8160" y="24"/>
                    <a:pt x="8182" y="23"/>
                  </a:cubicBezTo>
                  <a:cubicBezTo>
                    <a:pt x="8147" y="22"/>
                    <a:pt x="8128" y="19"/>
                    <a:pt x="8059" y="19"/>
                  </a:cubicBezTo>
                  <a:cubicBezTo>
                    <a:pt x="8050" y="20"/>
                    <a:pt x="8055" y="21"/>
                    <a:pt x="8027" y="22"/>
                  </a:cubicBezTo>
                  <a:lnTo>
                    <a:pt x="8072" y="22"/>
                  </a:lnTo>
                  <a:lnTo>
                    <a:pt x="8046" y="23"/>
                  </a:lnTo>
                  <a:lnTo>
                    <a:pt x="8003" y="22"/>
                  </a:lnTo>
                  <a:cubicBezTo>
                    <a:pt x="8058" y="21"/>
                    <a:pt x="8033" y="19"/>
                    <a:pt x="8056" y="17"/>
                  </a:cubicBezTo>
                  <a:cubicBezTo>
                    <a:pt x="8106" y="18"/>
                    <a:pt x="8097" y="17"/>
                    <a:pt x="8128" y="18"/>
                  </a:cubicBezTo>
                  <a:cubicBezTo>
                    <a:pt x="8125" y="20"/>
                    <a:pt x="8225" y="23"/>
                    <a:pt x="8282" y="24"/>
                  </a:cubicBezTo>
                  <a:lnTo>
                    <a:pt x="8255" y="24"/>
                  </a:lnTo>
                  <a:cubicBezTo>
                    <a:pt x="8214" y="25"/>
                    <a:pt x="8284" y="26"/>
                    <a:pt x="8286" y="27"/>
                  </a:cubicBezTo>
                  <a:lnTo>
                    <a:pt x="8316" y="26"/>
                  </a:lnTo>
                  <a:cubicBezTo>
                    <a:pt x="8310" y="26"/>
                    <a:pt x="8302" y="27"/>
                    <a:pt x="8315" y="27"/>
                  </a:cubicBezTo>
                  <a:cubicBezTo>
                    <a:pt x="8357" y="27"/>
                    <a:pt x="8354" y="25"/>
                    <a:pt x="8395" y="24"/>
                  </a:cubicBezTo>
                  <a:cubicBezTo>
                    <a:pt x="8398" y="26"/>
                    <a:pt x="8364" y="27"/>
                    <a:pt x="8389" y="28"/>
                  </a:cubicBezTo>
                  <a:cubicBezTo>
                    <a:pt x="8398" y="30"/>
                    <a:pt x="8426" y="33"/>
                    <a:pt x="8481" y="32"/>
                  </a:cubicBezTo>
                  <a:cubicBezTo>
                    <a:pt x="8485" y="31"/>
                    <a:pt x="8499" y="31"/>
                    <a:pt x="8515" y="31"/>
                  </a:cubicBezTo>
                  <a:lnTo>
                    <a:pt x="8509" y="31"/>
                  </a:lnTo>
                  <a:lnTo>
                    <a:pt x="8545" y="33"/>
                  </a:lnTo>
                  <a:cubicBezTo>
                    <a:pt x="8514" y="35"/>
                    <a:pt x="8483" y="32"/>
                    <a:pt x="8452" y="34"/>
                  </a:cubicBezTo>
                  <a:lnTo>
                    <a:pt x="8449" y="36"/>
                  </a:lnTo>
                  <a:cubicBezTo>
                    <a:pt x="8425" y="36"/>
                    <a:pt x="8392" y="36"/>
                    <a:pt x="8377" y="37"/>
                  </a:cubicBezTo>
                  <a:cubicBezTo>
                    <a:pt x="8414" y="38"/>
                    <a:pt x="8422" y="37"/>
                    <a:pt x="8463" y="37"/>
                  </a:cubicBezTo>
                  <a:cubicBezTo>
                    <a:pt x="8469" y="39"/>
                    <a:pt x="8440" y="39"/>
                    <a:pt x="8435" y="39"/>
                  </a:cubicBezTo>
                  <a:lnTo>
                    <a:pt x="8441" y="38"/>
                  </a:lnTo>
                  <a:cubicBezTo>
                    <a:pt x="8392" y="36"/>
                    <a:pt x="8368" y="40"/>
                    <a:pt x="8307" y="39"/>
                  </a:cubicBezTo>
                  <a:cubicBezTo>
                    <a:pt x="8297" y="39"/>
                    <a:pt x="8303" y="39"/>
                    <a:pt x="8305" y="38"/>
                  </a:cubicBezTo>
                  <a:cubicBezTo>
                    <a:pt x="8256" y="40"/>
                    <a:pt x="8207" y="37"/>
                    <a:pt x="8159" y="39"/>
                  </a:cubicBezTo>
                  <a:lnTo>
                    <a:pt x="8175" y="38"/>
                  </a:lnTo>
                  <a:lnTo>
                    <a:pt x="8013" y="42"/>
                  </a:lnTo>
                  <a:lnTo>
                    <a:pt x="8013" y="43"/>
                  </a:lnTo>
                  <a:cubicBezTo>
                    <a:pt x="8020" y="44"/>
                    <a:pt x="7996" y="44"/>
                    <a:pt x="7983" y="43"/>
                  </a:cubicBezTo>
                  <a:lnTo>
                    <a:pt x="7983" y="43"/>
                  </a:lnTo>
                  <a:lnTo>
                    <a:pt x="7895" y="45"/>
                  </a:lnTo>
                  <a:cubicBezTo>
                    <a:pt x="7903" y="46"/>
                    <a:pt x="7913" y="46"/>
                    <a:pt x="7925" y="47"/>
                  </a:cubicBezTo>
                  <a:cubicBezTo>
                    <a:pt x="7935" y="46"/>
                    <a:pt x="7994" y="47"/>
                    <a:pt x="7986" y="45"/>
                  </a:cubicBezTo>
                  <a:cubicBezTo>
                    <a:pt x="8013" y="46"/>
                    <a:pt x="8057" y="44"/>
                    <a:pt x="8077" y="45"/>
                  </a:cubicBezTo>
                  <a:cubicBezTo>
                    <a:pt x="8041" y="44"/>
                    <a:pt x="8102" y="43"/>
                    <a:pt x="8109" y="42"/>
                  </a:cubicBezTo>
                  <a:cubicBezTo>
                    <a:pt x="8121" y="44"/>
                    <a:pt x="8163" y="42"/>
                    <a:pt x="8158" y="44"/>
                  </a:cubicBezTo>
                  <a:cubicBezTo>
                    <a:pt x="8165" y="45"/>
                    <a:pt x="8140" y="43"/>
                    <a:pt x="8125" y="44"/>
                  </a:cubicBezTo>
                  <a:cubicBezTo>
                    <a:pt x="8086" y="46"/>
                    <a:pt x="8194" y="46"/>
                    <a:pt x="8147" y="47"/>
                  </a:cubicBezTo>
                  <a:cubicBezTo>
                    <a:pt x="8207" y="46"/>
                    <a:pt x="8287" y="47"/>
                    <a:pt x="8349" y="46"/>
                  </a:cubicBezTo>
                  <a:lnTo>
                    <a:pt x="8314" y="45"/>
                  </a:lnTo>
                  <a:cubicBezTo>
                    <a:pt x="8342" y="46"/>
                    <a:pt x="8408" y="46"/>
                    <a:pt x="8413" y="47"/>
                  </a:cubicBezTo>
                  <a:lnTo>
                    <a:pt x="8342" y="47"/>
                  </a:lnTo>
                  <a:cubicBezTo>
                    <a:pt x="8340" y="49"/>
                    <a:pt x="8405" y="47"/>
                    <a:pt x="8408" y="48"/>
                  </a:cubicBezTo>
                  <a:lnTo>
                    <a:pt x="8484" y="45"/>
                  </a:lnTo>
                  <a:lnTo>
                    <a:pt x="8451" y="45"/>
                  </a:lnTo>
                  <a:cubicBezTo>
                    <a:pt x="8472" y="44"/>
                    <a:pt x="8542" y="46"/>
                    <a:pt x="8594" y="47"/>
                  </a:cubicBezTo>
                  <a:cubicBezTo>
                    <a:pt x="8564" y="49"/>
                    <a:pt x="8516" y="46"/>
                    <a:pt x="8461" y="47"/>
                  </a:cubicBezTo>
                  <a:cubicBezTo>
                    <a:pt x="8421" y="48"/>
                    <a:pt x="8485" y="50"/>
                    <a:pt x="8448" y="50"/>
                  </a:cubicBezTo>
                  <a:cubicBezTo>
                    <a:pt x="8458" y="51"/>
                    <a:pt x="8482" y="51"/>
                    <a:pt x="8494" y="50"/>
                  </a:cubicBezTo>
                  <a:lnTo>
                    <a:pt x="8509" y="51"/>
                  </a:lnTo>
                  <a:cubicBezTo>
                    <a:pt x="8475" y="53"/>
                    <a:pt x="8400" y="52"/>
                    <a:pt x="8350" y="54"/>
                  </a:cubicBezTo>
                  <a:cubicBezTo>
                    <a:pt x="8355" y="54"/>
                    <a:pt x="8359" y="54"/>
                    <a:pt x="8360" y="54"/>
                  </a:cubicBezTo>
                  <a:cubicBezTo>
                    <a:pt x="8321" y="52"/>
                    <a:pt x="8282" y="52"/>
                    <a:pt x="8245" y="52"/>
                  </a:cubicBezTo>
                  <a:cubicBezTo>
                    <a:pt x="8265" y="53"/>
                    <a:pt x="8273" y="53"/>
                    <a:pt x="8284" y="53"/>
                  </a:cubicBezTo>
                  <a:cubicBezTo>
                    <a:pt x="8285" y="53"/>
                    <a:pt x="8250" y="53"/>
                    <a:pt x="8236" y="54"/>
                  </a:cubicBezTo>
                  <a:cubicBezTo>
                    <a:pt x="8271" y="55"/>
                    <a:pt x="8243" y="56"/>
                    <a:pt x="8265" y="56"/>
                  </a:cubicBezTo>
                  <a:cubicBezTo>
                    <a:pt x="8242" y="57"/>
                    <a:pt x="8224" y="56"/>
                    <a:pt x="8196" y="56"/>
                  </a:cubicBezTo>
                  <a:cubicBezTo>
                    <a:pt x="8182" y="55"/>
                    <a:pt x="8208" y="55"/>
                    <a:pt x="8205" y="53"/>
                  </a:cubicBezTo>
                  <a:cubicBezTo>
                    <a:pt x="8177" y="54"/>
                    <a:pt x="8164" y="51"/>
                    <a:pt x="8122" y="52"/>
                  </a:cubicBezTo>
                  <a:cubicBezTo>
                    <a:pt x="8177" y="53"/>
                    <a:pt x="8107" y="55"/>
                    <a:pt x="8088" y="56"/>
                  </a:cubicBezTo>
                  <a:lnTo>
                    <a:pt x="8097" y="56"/>
                  </a:lnTo>
                  <a:cubicBezTo>
                    <a:pt x="8080" y="57"/>
                    <a:pt x="8065" y="57"/>
                    <a:pt x="8053" y="56"/>
                  </a:cubicBezTo>
                  <a:cubicBezTo>
                    <a:pt x="8075" y="55"/>
                    <a:pt x="8097" y="56"/>
                    <a:pt x="8091" y="54"/>
                  </a:cubicBezTo>
                  <a:cubicBezTo>
                    <a:pt x="8076" y="54"/>
                    <a:pt x="8061" y="54"/>
                    <a:pt x="8044" y="54"/>
                  </a:cubicBezTo>
                  <a:lnTo>
                    <a:pt x="8059" y="53"/>
                  </a:lnTo>
                  <a:lnTo>
                    <a:pt x="7985" y="53"/>
                  </a:lnTo>
                  <a:cubicBezTo>
                    <a:pt x="7973" y="55"/>
                    <a:pt x="7953" y="56"/>
                    <a:pt x="7943" y="58"/>
                  </a:cubicBezTo>
                  <a:cubicBezTo>
                    <a:pt x="7925" y="57"/>
                    <a:pt x="7900" y="58"/>
                    <a:pt x="7883" y="58"/>
                  </a:cubicBezTo>
                  <a:lnTo>
                    <a:pt x="7891" y="58"/>
                  </a:lnTo>
                  <a:cubicBezTo>
                    <a:pt x="7858" y="56"/>
                    <a:pt x="7785" y="57"/>
                    <a:pt x="7779" y="58"/>
                  </a:cubicBezTo>
                  <a:cubicBezTo>
                    <a:pt x="7755" y="57"/>
                    <a:pt x="7945" y="51"/>
                    <a:pt x="7779" y="52"/>
                  </a:cubicBezTo>
                  <a:cubicBezTo>
                    <a:pt x="7715" y="51"/>
                    <a:pt x="7739" y="55"/>
                    <a:pt x="7703" y="57"/>
                  </a:cubicBezTo>
                  <a:cubicBezTo>
                    <a:pt x="7703" y="57"/>
                    <a:pt x="7705" y="56"/>
                    <a:pt x="7702" y="56"/>
                  </a:cubicBezTo>
                  <a:cubicBezTo>
                    <a:pt x="7674" y="55"/>
                    <a:pt x="7671" y="57"/>
                    <a:pt x="7648" y="57"/>
                  </a:cubicBezTo>
                  <a:cubicBezTo>
                    <a:pt x="7665" y="58"/>
                    <a:pt x="7689" y="58"/>
                    <a:pt x="7697" y="58"/>
                  </a:cubicBezTo>
                  <a:cubicBezTo>
                    <a:pt x="7688" y="59"/>
                    <a:pt x="7639" y="57"/>
                    <a:pt x="7618" y="59"/>
                  </a:cubicBezTo>
                  <a:cubicBezTo>
                    <a:pt x="7646" y="56"/>
                    <a:pt x="7565" y="57"/>
                    <a:pt x="7586" y="56"/>
                  </a:cubicBezTo>
                  <a:cubicBezTo>
                    <a:pt x="7531" y="54"/>
                    <a:pt x="7472" y="56"/>
                    <a:pt x="7443" y="58"/>
                  </a:cubicBezTo>
                  <a:cubicBezTo>
                    <a:pt x="7406" y="55"/>
                    <a:pt x="7378" y="58"/>
                    <a:pt x="7317" y="56"/>
                  </a:cubicBezTo>
                  <a:cubicBezTo>
                    <a:pt x="7327" y="56"/>
                    <a:pt x="7343" y="56"/>
                    <a:pt x="7356" y="56"/>
                  </a:cubicBezTo>
                  <a:cubicBezTo>
                    <a:pt x="7391" y="55"/>
                    <a:pt x="7294" y="55"/>
                    <a:pt x="7347" y="54"/>
                  </a:cubicBezTo>
                  <a:cubicBezTo>
                    <a:pt x="7335" y="54"/>
                    <a:pt x="7346" y="55"/>
                    <a:pt x="7358" y="54"/>
                  </a:cubicBezTo>
                  <a:cubicBezTo>
                    <a:pt x="7378" y="54"/>
                    <a:pt x="7397" y="53"/>
                    <a:pt x="7392" y="52"/>
                  </a:cubicBezTo>
                  <a:lnTo>
                    <a:pt x="7343" y="51"/>
                  </a:lnTo>
                  <a:lnTo>
                    <a:pt x="7360" y="50"/>
                  </a:lnTo>
                  <a:lnTo>
                    <a:pt x="7285" y="47"/>
                  </a:lnTo>
                  <a:cubicBezTo>
                    <a:pt x="7283" y="48"/>
                    <a:pt x="7290" y="48"/>
                    <a:pt x="7294" y="49"/>
                  </a:cubicBezTo>
                  <a:cubicBezTo>
                    <a:pt x="7207" y="47"/>
                    <a:pt x="7107" y="48"/>
                    <a:pt x="7031" y="48"/>
                  </a:cubicBezTo>
                  <a:cubicBezTo>
                    <a:pt x="7017" y="53"/>
                    <a:pt x="6844" y="50"/>
                    <a:pt x="6782" y="53"/>
                  </a:cubicBezTo>
                  <a:cubicBezTo>
                    <a:pt x="6799" y="52"/>
                    <a:pt x="6808" y="49"/>
                    <a:pt x="6798" y="48"/>
                  </a:cubicBezTo>
                  <a:cubicBezTo>
                    <a:pt x="6811" y="47"/>
                    <a:pt x="6840" y="45"/>
                    <a:pt x="6871" y="46"/>
                  </a:cubicBezTo>
                  <a:cubicBezTo>
                    <a:pt x="6876" y="47"/>
                    <a:pt x="6914" y="48"/>
                    <a:pt x="6889" y="49"/>
                  </a:cubicBezTo>
                  <a:cubicBezTo>
                    <a:pt x="6975" y="48"/>
                    <a:pt x="6878" y="46"/>
                    <a:pt x="6903" y="44"/>
                  </a:cubicBezTo>
                  <a:cubicBezTo>
                    <a:pt x="6808" y="44"/>
                    <a:pt x="6752" y="48"/>
                    <a:pt x="6692" y="49"/>
                  </a:cubicBezTo>
                  <a:lnTo>
                    <a:pt x="6690" y="48"/>
                  </a:lnTo>
                  <a:lnTo>
                    <a:pt x="6645" y="49"/>
                  </a:lnTo>
                  <a:cubicBezTo>
                    <a:pt x="6682" y="50"/>
                    <a:pt x="6680" y="53"/>
                    <a:pt x="6632" y="52"/>
                  </a:cubicBezTo>
                  <a:lnTo>
                    <a:pt x="6638" y="52"/>
                  </a:lnTo>
                  <a:cubicBezTo>
                    <a:pt x="6611" y="50"/>
                    <a:pt x="6554" y="52"/>
                    <a:pt x="6511" y="51"/>
                  </a:cubicBezTo>
                  <a:lnTo>
                    <a:pt x="6483" y="53"/>
                  </a:lnTo>
                  <a:cubicBezTo>
                    <a:pt x="6440" y="53"/>
                    <a:pt x="6438" y="50"/>
                    <a:pt x="6424" y="48"/>
                  </a:cubicBezTo>
                  <a:cubicBezTo>
                    <a:pt x="6357" y="47"/>
                    <a:pt x="6319" y="50"/>
                    <a:pt x="6271" y="52"/>
                  </a:cubicBezTo>
                  <a:cubicBezTo>
                    <a:pt x="6250" y="50"/>
                    <a:pt x="6150" y="50"/>
                    <a:pt x="6203" y="48"/>
                  </a:cubicBezTo>
                  <a:cubicBezTo>
                    <a:pt x="6142" y="49"/>
                    <a:pt x="6154" y="57"/>
                    <a:pt x="6051" y="53"/>
                  </a:cubicBezTo>
                  <a:lnTo>
                    <a:pt x="6078" y="51"/>
                  </a:lnTo>
                  <a:cubicBezTo>
                    <a:pt x="5979" y="52"/>
                    <a:pt x="5838" y="54"/>
                    <a:pt x="5792" y="53"/>
                  </a:cubicBezTo>
                  <a:cubicBezTo>
                    <a:pt x="5829" y="48"/>
                    <a:pt x="5669" y="48"/>
                    <a:pt x="5651" y="43"/>
                  </a:cubicBezTo>
                  <a:cubicBezTo>
                    <a:pt x="5656" y="44"/>
                    <a:pt x="5619" y="44"/>
                    <a:pt x="5613" y="45"/>
                  </a:cubicBezTo>
                  <a:cubicBezTo>
                    <a:pt x="5605" y="44"/>
                    <a:pt x="5592" y="44"/>
                    <a:pt x="5577" y="45"/>
                  </a:cubicBezTo>
                  <a:cubicBezTo>
                    <a:pt x="5616" y="46"/>
                    <a:pt x="5550" y="50"/>
                    <a:pt x="5624" y="48"/>
                  </a:cubicBezTo>
                  <a:cubicBezTo>
                    <a:pt x="5587" y="51"/>
                    <a:pt x="5539" y="54"/>
                    <a:pt x="5457" y="54"/>
                  </a:cubicBezTo>
                  <a:lnTo>
                    <a:pt x="5458" y="52"/>
                  </a:lnTo>
                  <a:lnTo>
                    <a:pt x="5523" y="52"/>
                  </a:lnTo>
                  <a:cubicBezTo>
                    <a:pt x="5516" y="51"/>
                    <a:pt x="5549" y="51"/>
                    <a:pt x="5563" y="50"/>
                  </a:cubicBezTo>
                  <a:cubicBezTo>
                    <a:pt x="5443" y="49"/>
                    <a:pt x="5579" y="45"/>
                    <a:pt x="5456" y="46"/>
                  </a:cubicBezTo>
                  <a:cubicBezTo>
                    <a:pt x="5444" y="47"/>
                    <a:pt x="5452" y="46"/>
                    <a:pt x="5420" y="47"/>
                  </a:cubicBezTo>
                  <a:cubicBezTo>
                    <a:pt x="5435" y="47"/>
                    <a:pt x="5437" y="46"/>
                    <a:pt x="5413" y="45"/>
                  </a:cubicBezTo>
                  <a:lnTo>
                    <a:pt x="5390" y="47"/>
                  </a:lnTo>
                  <a:cubicBezTo>
                    <a:pt x="5347" y="44"/>
                    <a:pt x="5461" y="45"/>
                    <a:pt x="5424" y="42"/>
                  </a:cubicBezTo>
                  <a:cubicBezTo>
                    <a:pt x="5472" y="41"/>
                    <a:pt x="5554" y="40"/>
                    <a:pt x="5539" y="37"/>
                  </a:cubicBezTo>
                  <a:cubicBezTo>
                    <a:pt x="5461" y="36"/>
                    <a:pt x="5469" y="42"/>
                    <a:pt x="5388" y="41"/>
                  </a:cubicBezTo>
                  <a:lnTo>
                    <a:pt x="5379" y="40"/>
                  </a:lnTo>
                  <a:cubicBezTo>
                    <a:pt x="5351" y="41"/>
                    <a:pt x="5346" y="43"/>
                    <a:pt x="5330" y="44"/>
                  </a:cubicBezTo>
                  <a:cubicBezTo>
                    <a:pt x="5329" y="43"/>
                    <a:pt x="5322" y="43"/>
                    <a:pt x="5303" y="42"/>
                  </a:cubicBezTo>
                  <a:cubicBezTo>
                    <a:pt x="5255" y="45"/>
                    <a:pt x="5223" y="46"/>
                    <a:pt x="5179" y="49"/>
                  </a:cubicBezTo>
                  <a:cubicBezTo>
                    <a:pt x="5297" y="46"/>
                    <a:pt x="5280" y="51"/>
                    <a:pt x="5402" y="49"/>
                  </a:cubicBezTo>
                  <a:cubicBezTo>
                    <a:pt x="5383" y="49"/>
                    <a:pt x="5297" y="50"/>
                    <a:pt x="5292" y="53"/>
                  </a:cubicBezTo>
                  <a:lnTo>
                    <a:pt x="5293" y="51"/>
                  </a:lnTo>
                  <a:cubicBezTo>
                    <a:pt x="5253" y="52"/>
                    <a:pt x="5214" y="53"/>
                    <a:pt x="5164" y="53"/>
                  </a:cubicBezTo>
                  <a:lnTo>
                    <a:pt x="5194" y="51"/>
                  </a:lnTo>
                  <a:cubicBezTo>
                    <a:pt x="5128" y="53"/>
                    <a:pt x="5084" y="48"/>
                    <a:pt x="5032" y="52"/>
                  </a:cubicBezTo>
                  <a:cubicBezTo>
                    <a:pt x="5051" y="52"/>
                    <a:pt x="5065" y="52"/>
                    <a:pt x="5077" y="52"/>
                  </a:cubicBezTo>
                  <a:cubicBezTo>
                    <a:pt x="5043" y="53"/>
                    <a:pt x="5000" y="52"/>
                    <a:pt x="4963" y="52"/>
                  </a:cubicBezTo>
                  <a:lnTo>
                    <a:pt x="4887" y="56"/>
                  </a:lnTo>
                  <a:cubicBezTo>
                    <a:pt x="4887" y="55"/>
                    <a:pt x="4839" y="55"/>
                    <a:pt x="4862" y="53"/>
                  </a:cubicBezTo>
                  <a:cubicBezTo>
                    <a:pt x="4807" y="51"/>
                    <a:pt x="4781" y="55"/>
                    <a:pt x="4749" y="55"/>
                  </a:cubicBezTo>
                  <a:cubicBezTo>
                    <a:pt x="4693" y="53"/>
                    <a:pt x="4798" y="54"/>
                    <a:pt x="4804" y="51"/>
                  </a:cubicBezTo>
                  <a:cubicBezTo>
                    <a:pt x="4726" y="50"/>
                    <a:pt x="4644" y="51"/>
                    <a:pt x="4600" y="53"/>
                  </a:cubicBezTo>
                  <a:cubicBezTo>
                    <a:pt x="4616" y="54"/>
                    <a:pt x="4623" y="54"/>
                    <a:pt x="4623" y="55"/>
                  </a:cubicBezTo>
                  <a:cubicBezTo>
                    <a:pt x="4620" y="54"/>
                    <a:pt x="4589" y="54"/>
                    <a:pt x="4572" y="54"/>
                  </a:cubicBezTo>
                  <a:lnTo>
                    <a:pt x="4560" y="55"/>
                  </a:lnTo>
                  <a:cubicBezTo>
                    <a:pt x="4530" y="55"/>
                    <a:pt x="4535" y="54"/>
                    <a:pt x="4559" y="53"/>
                  </a:cubicBezTo>
                  <a:cubicBezTo>
                    <a:pt x="4532" y="52"/>
                    <a:pt x="4498" y="55"/>
                    <a:pt x="4470" y="53"/>
                  </a:cubicBezTo>
                  <a:cubicBezTo>
                    <a:pt x="4517" y="52"/>
                    <a:pt x="4578" y="53"/>
                    <a:pt x="4602" y="52"/>
                  </a:cubicBezTo>
                  <a:cubicBezTo>
                    <a:pt x="4503" y="53"/>
                    <a:pt x="4503" y="48"/>
                    <a:pt x="4377" y="50"/>
                  </a:cubicBezTo>
                  <a:cubicBezTo>
                    <a:pt x="4375" y="49"/>
                    <a:pt x="4397" y="48"/>
                    <a:pt x="4372" y="48"/>
                  </a:cubicBezTo>
                  <a:cubicBezTo>
                    <a:pt x="4316" y="48"/>
                    <a:pt x="4358" y="51"/>
                    <a:pt x="4340" y="52"/>
                  </a:cubicBezTo>
                  <a:cubicBezTo>
                    <a:pt x="4383" y="51"/>
                    <a:pt x="4404" y="52"/>
                    <a:pt x="4429" y="54"/>
                  </a:cubicBezTo>
                  <a:lnTo>
                    <a:pt x="4417" y="55"/>
                  </a:lnTo>
                  <a:cubicBezTo>
                    <a:pt x="4415" y="54"/>
                    <a:pt x="4388" y="54"/>
                    <a:pt x="4380" y="54"/>
                  </a:cubicBezTo>
                  <a:lnTo>
                    <a:pt x="4373" y="56"/>
                  </a:lnTo>
                  <a:cubicBezTo>
                    <a:pt x="4376" y="54"/>
                    <a:pt x="4333" y="52"/>
                    <a:pt x="4299" y="53"/>
                  </a:cubicBezTo>
                  <a:cubicBezTo>
                    <a:pt x="4333" y="54"/>
                    <a:pt x="4324" y="54"/>
                    <a:pt x="4334" y="57"/>
                  </a:cubicBezTo>
                  <a:cubicBezTo>
                    <a:pt x="4286" y="60"/>
                    <a:pt x="4279" y="55"/>
                    <a:pt x="4226" y="58"/>
                  </a:cubicBezTo>
                  <a:cubicBezTo>
                    <a:pt x="4230" y="57"/>
                    <a:pt x="4277" y="56"/>
                    <a:pt x="4236" y="56"/>
                  </a:cubicBezTo>
                  <a:cubicBezTo>
                    <a:pt x="4203" y="56"/>
                    <a:pt x="4207" y="57"/>
                    <a:pt x="4184" y="58"/>
                  </a:cubicBezTo>
                  <a:cubicBezTo>
                    <a:pt x="4210" y="56"/>
                    <a:pt x="4203" y="54"/>
                    <a:pt x="4231" y="52"/>
                  </a:cubicBezTo>
                  <a:cubicBezTo>
                    <a:pt x="4290" y="52"/>
                    <a:pt x="4255" y="52"/>
                    <a:pt x="4313" y="51"/>
                  </a:cubicBezTo>
                  <a:lnTo>
                    <a:pt x="4264" y="49"/>
                  </a:lnTo>
                  <a:cubicBezTo>
                    <a:pt x="4314" y="49"/>
                    <a:pt x="4301" y="47"/>
                    <a:pt x="4305" y="46"/>
                  </a:cubicBezTo>
                  <a:cubicBezTo>
                    <a:pt x="4218" y="44"/>
                    <a:pt x="4240" y="49"/>
                    <a:pt x="4184" y="49"/>
                  </a:cubicBezTo>
                  <a:cubicBezTo>
                    <a:pt x="4157" y="50"/>
                    <a:pt x="4236" y="49"/>
                    <a:pt x="4194" y="51"/>
                  </a:cubicBezTo>
                  <a:cubicBezTo>
                    <a:pt x="4142" y="50"/>
                    <a:pt x="4182" y="52"/>
                    <a:pt x="4124" y="53"/>
                  </a:cubicBezTo>
                  <a:lnTo>
                    <a:pt x="4134" y="52"/>
                  </a:lnTo>
                  <a:cubicBezTo>
                    <a:pt x="4116" y="51"/>
                    <a:pt x="4099" y="52"/>
                    <a:pt x="4078" y="53"/>
                  </a:cubicBezTo>
                  <a:cubicBezTo>
                    <a:pt x="4055" y="53"/>
                    <a:pt x="4104" y="60"/>
                    <a:pt x="4010" y="60"/>
                  </a:cubicBezTo>
                  <a:cubicBezTo>
                    <a:pt x="4015" y="60"/>
                    <a:pt x="4017" y="59"/>
                    <a:pt x="4017" y="59"/>
                  </a:cubicBezTo>
                  <a:lnTo>
                    <a:pt x="4108" y="41"/>
                  </a:lnTo>
                  <a:cubicBezTo>
                    <a:pt x="4013" y="41"/>
                    <a:pt x="3904" y="41"/>
                    <a:pt x="3795" y="40"/>
                  </a:cubicBezTo>
                  <a:cubicBezTo>
                    <a:pt x="3769" y="37"/>
                    <a:pt x="3873" y="37"/>
                    <a:pt x="3866" y="36"/>
                  </a:cubicBezTo>
                  <a:lnTo>
                    <a:pt x="3916" y="36"/>
                  </a:lnTo>
                  <a:cubicBezTo>
                    <a:pt x="3913" y="38"/>
                    <a:pt x="3812" y="37"/>
                    <a:pt x="3857" y="39"/>
                  </a:cubicBezTo>
                  <a:cubicBezTo>
                    <a:pt x="3945" y="38"/>
                    <a:pt x="3985" y="40"/>
                    <a:pt x="4068" y="37"/>
                  </a:cubicBezTo>
                  <a:cubicBezTo>
                    <a:pt x="4042" y="33"/>
                    <a:pt x="3958" y="37"/>
                    <a:pt x="3904" y="35"/>
                  </a:cubicBezTo>
                  <a:cubicBezTo>
                    <a:pt x="3927" y="35"/>
                    <a:pt x="3946" y="35"/>
                    <a:pt x="3965" y="34"/>
                  </a:cubicBezTo>
                  <a:lnTo>
                    <a:pt x="3801" y="33"/>
                  </a:lnTo>
                  <a:lnTo>
                    <a:pt x="3788" y="34"/>
                  </a:lnTo>
                  <a:lnTo>
                    <a:pt x="3858" y="34"/>
                  </a:lnTo>
                  <a:cubicBezTo>
                    <a:pt x="3806" y="34"/>
                    <a:pt x="3762" y="36"/>
                    <a:pt x="3758" y="39"/>
                  </a:cubicBezTo>
                  <a:lnTo>
                    <a:pt x="3768" y="39"/>
                  </a:lnTo>
                  <a:lnTo>
                    <a:pt x="3749" y="40"/>
                  </a:lnTo>
                  <a:lnTo>
                    <a:pt x="3713" y="39"/>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316" name="Freeform 64"/>
            <p:cNvSpPr/>
            <p:nvPr/>
          </p:nvSpPr>
          <p:spPr bwMode="invGray">
            <a:xfrm>
              <a:off x="5080445" y="8337958"/>
              <a:ext cx="80984" cy="6984"/>
            </a:xfrm>
            <a:custGeom>
              <a:avLst/>
              <a:gdLst>
                <a:gd name="T0" fmla="*/ 19 w 66"/>
                <a:gd name="T1" fmla="*/ 2 h 2"/>
                <a:gd name="T2" fmla="*/ 19 w 66"/>
                <a:gd name="T3" fmla="*/ 2 h 2"/>
                <a:gd name="T4" fmla="*/ 60 w 66"/>
                <a:gd name="T5" fmla="*/ 0 h 2"/>
                <a:gd name="T6" fmla="*/ 19 w 66"/>
                <a:gd name="T7" fmla="*/ 2 h 2"/>
              </a:gdLst>
              <a:ahLst/>
              <a:cxnLst>
                <a:cxn ang="0">
                  <a:pos x="T0" y="T1"/>
                </a:cxn>
                <a:cxn ang="0">
                  <a:pos x="T2" y="T3"/>
                </a:cxn>
                <a:cxn ang="0">
                  <a:pos x="T4" y="T5"/>
                </a:cxn>
                <a:cxn ang="0">
                  <a:pos x="T6" y="T7"/>
                </a:cxn>
              </a:cxnLst>
              <a:rect l="0" t="0" r="r" b="b"/>
              <a:pathLst>
                <a:path w="66" h="2">
                  <a:moveTo>
                    <a:pt x="19" y="2"/>
                  </a:moveTo>
                  <a:lnTo>
                    <a:pt x="19" y="2"/>
                  </a:lnTo>
                  <a:cubicBezTo>
                    <a:pt x="33" y="2"/>
                    <a:pt x="66" y="2"/>
                    <a:pt x="60" y="0"/>
                  </a:cubicBezTo>
                  <a:cubicBezTo>
                    <a:pt x="60" y="2"/>
                    <a:pt x="0" y="0"/>
                    <a:pt x="19" y="2"/>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317" name="Freeform 65"/>
            <p:cNvSpPr/>
            <p:nvPr/>
          </p:nvSpPr>
          <p:spPr bwMode="invGray">
            <a:xfrm>
              <a:off x="5121948" y="8349599"/>
              <a:ext cx="50615" cy="2328"/>
            </a:xfrm>
            <a:custGeom>
              <a:avLst/>
              <a:gdLst>
                <a:gd name="T0" fmla="*/ 25 w 41"/>
                <a:gd name="T1" fmla="*/ 1 h 1"/>
                <a:gd name="T2" fmla="*/ 25 w 41"/>
                <a:gd name="T3" fmla="*/ 1 h 1"/>
                <a:gd name="T4" fmla="*/ 41 w 41"/>
                <a:gd name="T5" fmla="*/ 0 h 1"/>
                <a:gd name="T6" fmla="*/ 0 w 41"/>
                <a:gd name="T7" fmla="*/ 0 h 1"/>
                <a:gd name="T8" fmla="*/ 25 w 41"/>
                <a:gd name="T9" fmla="*/ 1 h 1"/>
              </a:gdLst>
              <a:ahLst/>
              <a:cxnLst>
                <a:cxn ang="0">
                  <a:pos x="T0" y="T1"/>
                </a:cxn>
                <a:cxn ang="0">
                  <a:pos x="T2" y="T3"/>
                </a:cxn>
                <a:cxn ang="0">
                  <a:pos x="T4" y="T5"/>
                </a:cxn>
                <a:cxn ang="0">
                  <a:pos x="T6" y="T7"/>
                </a:cxn>
                <a:cxn ang="0">
                  <a:pos x="T8" y="T9"/>
                </a:cxn>
              </a:cxnLst>
              <a:rect l="0" t="0" r="r" b="b"/>
              <a:pathLst>
                <a:path w="41" h="1">
                  <a:moveTo>
                    <a:pt x="25" y="1"/>
                  </a:moveTo>
                  <a:lnTo>
                    <a:pt x="25" y="1"/>
                  </a:lnTo>
                  <a:cubicBezTo>
                    <a:pt x="27" y="1"/>
                    <a:pt x="26" y="0"/>
                    <a:pt x="41" y="0"/>
                  </a:cubicBezTo>
                  <a:lnTo>
                    <a:pt x="0" y="0"/>
                  </a:lnTo>
                  <a:lnTo>
                    <a:pt x="25" y="1"/>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318" name="Freeform 66"/>
            <p:cNvSpPr/>
            <p:nvPr/>
          </p:nvSpPr>
          <p:spPr bwMode="invGray">
            <a:xfrm>
              <a:off x="5201920" y="8382195"/>
              <a:ext cx="158931" cy="23283"/>
            </a:xfrm>
            <a:custGeom>
              <a:avLst/>
              <a:gdLst>
                <a:gd name="T0" fmla="*/ 2 w 130"/>
                <a:gd name="T1" fmla="*/ 3 h 7"/>
                <a:gd name="T2" fmla="*/ 2 w 130"/>
                <a:gd name="T3" fmla="*/ 3 h 7"/>
                <a:gd name="T4" fmla="*/ 70 w 130"/>
                <a:gd name="T5" fmla="*/ 2 h 7"/>
                <a:gd name="T6" fmla="*/ 0 w 130"/>
                <a:gd name="T7" fmla="*/ 6 h 7"/>
                <a:gd name="T8" fmla="*/ 130 w 130"/>
                <a:gd name="T9" fmla="*/ 4 h 7"/>
                <a:gd name="T10" fmla="*/ 2 w 130"/>
                <a:gd name="T11" fmla="*/ 3 h 7"/>
              </a:gdLst>
              <a:ahLst/>
              <a:cxnLst>
                <a:cxn ang="0">
                  <a:pos x="T0" y="T1"/>
                </a:cxn>
                <a:cxn ang="0">
                  <a:pos x="T2" y="T3"/>
                </a:cxn>
                <a:cxn ang="0">
                  <a:pos x="T4" y="T5"/>
                </a:cxn>
                <a:cxn ang="0">
                  <a:pos x="T6" y="T7"/>
                </a:cxn>
                <a:cxn ang="0">
                  <a:pos x="T8" y="T9"/>
                </a:cxn>
                <a:cxn ang="0">
                  <a:pos x="T10" y="T11"/>
                </a:cxn>
              </a:cxnLst>
              <a:rect l="0" t="0" r="r" b="b"/>
              <a:pathLst>
                <a:path w="130" h="7">
                  <a:moveTo>
                    <a:pt x="2" y="3"/>
                  </a:moveTo>
                  <a:lnTo>
                    <a:pt x="2" y="3"/>
                  </a:lnTo>
                  <a:cubicBezTo>
                    <a:pt x="23" y="2"/>
                    <a:pt x="37" y="1"/>
                    <a:pt x="70" y="2"/>
                  </a:cubicBezTo>
                  <a:cubicBezTo>
                    <a:pt x="82" y="6"/>
                    <a:pt x="15" y="2"/>
                    <a:pt x="0" y="6"/>
                  </a:cubicBezTo>
                  <a:cubicBezTo>
                    <a:pt x="61" y="7"/>
                    <a:pt x="80" y="4"/>
                    <a:pt x="130" y="4"/>
                  </a:cubicBezTo>
                  <a:cubicBezTo>
                    <a:pt x="106" y="2"/>
                    <a:pt x="4" y="0"/>
                    <a:pt x="2" y="3"/>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319" name="Freeform 67"/>
            <p:cNvSpPr/>
            <p:nvPr/>
          </p:nvSpPr>
          <p:spPr bwMode="invGray">
            <a:xfrm>
              <a:off x="5166490" y="8405478"/>
              <a:ext cx="46566" cy="2328"/>
            </a:xfrm>
            <a:custGeom>
              <a:avLst/>
              <a:gdLst>
                <a:gd name="T0" fmla="*/ 4 w 38"/>
                <a:gd name="T1" fmla="*/ 1 h 1"/>
                <a:gd name="T2" fmla="*/ 4 w 38"/>
                <a:gd name="T3" fmla="*/ 1 h 1"/>
                <a:gd name="T4" fmla="*/ 38 w 38"/>
                <a:gd name="T5" fmla="*/ 0 h 1"/>
                <a:gd name="T6" fmla="*/ 34 w 38"/>
                <a:gd name="T7" fmla="*/ 0 h 1"/>
                <a:gd name="T8" fmla="*/ 0 w 38"/>
                <a:gd name="T9" fmla="*/ 1 h 1"/>
                <a:gd name="T10" fmla="*/ 4 w 38"/>
                <a:gd name="T11" fmla="*/ 1 h 1"/>
              </a:gdLst>
              <a:ahLst/>
              <a:cxnLst>
                <a:cxn ang="0">
                  <a:pos x="T0" y="T1"/>
                </a:cxn>
                <a:cxn ang="0">
                  <a:pos x="T2" y="T3"/>
                </a:cxn>
                <a:cxn ang="0">
                  <a:pos x="T4" y="T5"/>
                </a:cxn>
                <a:cxn ang="0">
                  <a:pos x="T6" y="T7"/>
                </a:cxn>
                <a:cxn ang="0">
                  <a:pos x="T8" y="T9"/>
                </a:cxn>
                <a:cxn ang="0">
                  <a:pos x="T10" y="T11"/>
                </a:cxn>
              </a:cxnLst>
              <a:rect l="0" t="0" r="r" b="b"/>
              <a:pathLst>
                <a:path w="38" h="1">
                  <a:moveTo>
                    <a:pt x="4" y="1"/>
                  </a:moveTo>
                  <a:lnTo>
                    <a:pt x="4" y="1"/>
                  </a:lnTo>
                  <a:lnTo>
                    <a:pt x="38" y="0"/>
                  </a:lnTo>
                  <a:lnTo>
                    <a:pt x="34" y="0"/>
                  </a:lnTo>
                  <a:lnTo>
                    <a:pt x="0" y="1"/>
                  </a:lnTo>
                  <a:lnTo>
                    <a:pt x="4" y="1"/>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320" name="Freeform 68"/>
            <p:cNvSpPr/>
            <p:nvPr/>
          </p:nvSpPr>
          <p:spPr bwMode="invGray">
            <a:xfrm>
              <a:off x="4227079" y="8270435"/>
              <a:ext cx="42516" cy="6984"/>
            </a:xfrm>
            <a:custGeom>
              <a:avLst/>
              <a:gdLst>
                <a:gd name="T0" fmla="*/ 35 w 35"/>
                <a:gd name="T1" fmla="*/ 2 h 2"/>
                <a:gd name="T2" fmla="*/ 35 w 35"/>
                <a:gd name="T3" fmla="*/ 2 h 2"/>
                <a:gd name="T4" fmla="*/ 0 w 35"/>
                <a:gd name="T5" fmla="*/ 2 h 2"/>
                <a:gd name="T6" fmla="*/ 35 w 35"/>
                <a:gd name="T7" fmla="*/ 2 h 2"/>
              </a:gdLst>
              <a:ahLst/>
              <a:cxnLst>
                <a:cxn ang="0">
                  <a:pos x="T0" y="T1"/>
                </a:cxn>
                <a:cxn ang="0">
                  <a:pos x="T2" y="T3"/>
                </a:cxn>
                <a:cxn ang="0">
                  <a:pos x="T4" y="T5"/>
                </a:cxn>
                <a:cxn ang="0">
                  <a:pos x="T6" y="T7"/>
                </a:cxn>
              </a:cxnLst>
              <a:rect l="0" t="0" r="r" b="b"/>
              <a:pathLst>
                <a:path w="35" h="2">
                  <a:moveTo>
                    <a:pt x="35" y="2"/>
                  </a:moveTo>
                  <a:lnTo>
                    <a:pt x="35" y="2"/>
                  </a:lnTo>
                  <a:cubicBezTo>
                    <a:pt x="32" y="0"/>
                    <a:pt x="11" y="1"/>
                    <a:pt x="0" y="2"/>
                  </a:cubicBezTo>
                  <a:cubicBezTo>
                    <a:pt x="9" y="2"/>
                    <a:pt x="22" y="2"/>
                    <a:pt x="35" y="2"/>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321" name="Freeform 69"/>
            <p:cNvSpPr/>
            <p:nvPr/>
          </p:nvSpPr>
          <p:spPr bwMode="invGray">
            <a:xfrm>
              <a:off x="-4222545" y="8277422"/>
              <a:ext cx="316849" cy="2328"/>
            </a:xfrm>
            <a:custGeom>
              <a:avLst/>
              <a:gdLst>
                <a:gd name="T0" fmla="*/ 259 w 259"/>
                <a:gd name="T1" fmla="*/ 0 h 1"/>
                <a:gd name="T2" fmla="*/ 259 w 259"/>
                <a:gd name="T3" fmla="*/ 0 h 1"/>
                <a:gd name="T4" fmla="*/ 0 w 259"/>
                <a:gd name="T5" fmla="*/ 1 h 1"/>
                <a:gd name="T6" fmla="*/ 259 w 259"/>
                <a:gd name="T7" fmla="*/ 0 h 1"/>
              </a:gdLst>
              <a:ahLst/>
              <a:cxnLst>
                <a:cxn ang="0">
                  <a:pos x="T0" y="T1"/>
                </a:cxn>
                <a:cxn ang="0">
                  <a:pos x="T2" y="T3"/>
                </a:cxn>
                <a:cxn ang="0">
                  <a:pos x="T4" y="T5"/>
                </a:cxn>
                <a:cxn ang="0">
                  <a:pos x="T6" y="T7"/>
                </a:cxn>
              </a:cxnLst>
              <a:rect l="0" t="0" r="r" b="b"/>
              <a:pathLst>
                <a:path w="259" h="1">
                  <a:moveTo>
                    <a:pt x="259" y="0"/>
                  </a:moveTo>
                  <a:lnTo>
                    <a:pt x="259" y="0"/>
                  </a:lnTo>
                  <a:lnTo>
                    <a:pt x="0" y="1"/>
                  </a:lnTo>
                  <a:lnTo>
                    <a:pt x="259" y="0"/>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322" name="Freeform 70"/>
            <p:cNvSpPr/>
            <p:nvPr/>
          </p:nvSpPr>
          <p:spPr bwMode="invGray">
            <a:xfrm>
              <a:off x="3179354" y="8272765"/>
              <a:ext cx="247000" cy="20954"/>
            </a:xfrm>
            <a:custGeom>
              <a:avLst/>
              <a:gdLst>
                <a:gd name="T0" fmla="*/ 30 w 202"/>
                <a:gd name="T1" fmla="*/ 6 h 6"/>
                <a:gd name="T2" fmla="*/ 30 w 202"/>
                <a:gd name="T3" fmla="*/ 6 h 6"/>
                <a:gd name="T4" fmla="*/ 202 w 202"/>
                <a:gd name="T5" fmla="*/ 3 h 6"/>
                <a:gd name="T6" fmla="*/ 0 w 202"/>
                <a:gd name="T7" fmla="*/ 3 h 6"/>
                <a:gd name="T8" fmla="*/ 30 w 202"/>
                <a:gd name="T9" fmla="*/ 6 h 6"/>
              </a:gdLst>
              <a:ahLst/>
              <a:cxnLst>
                <a:cxn ang="0">
                  <a:pos x="T0" y="T1"/>
                </a:cxn>
                <a:cxn ang="0">
                  <a:pos x="T2" y="T3"/>
                </a:cxn>
                <a:cxn ang="0">
                  <a:pos x="T4" y="T5"/>
                </a:cxn>
                <a:cxn ang="0">
                  <a:pos x="T6" y="T7"/>
                </a:cxn>
                <a:cxn ang="0">
                  <a:pos x="T8" y="T9"/>
                </a:cxn>
              </a:cxnLst>
              <a:rect l="0" t="0" r="r" b="b"/>
              <a:pathLst>
                <a:path w="201" h="6">
                  <a:moveTo>
                    <a:pt x="30" y="6"/>
                  </a:moveTo>
                  <a:lnTo>
                    <a:pt x="30" y="6"/>
                  </a:lnTo>
                  <a:cubicBezTo>
                    <a:pt x="100" y="5"/>
                    <a:pt x="131" y="3"/>
                    <a:pt x="202" y="3"/>
                  </a:cubicBezTo>
                  <a:cubicBezTo>
                    <a:pt x="109" y="0"/>
                    <a:pt x="79" y="6"/>
                    <a:pt x="0" y="3"/>
                  </a:cubicBezTo>
                  <a:lnTo>
                    <a:pt x="30" y="6"/>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323" name="Freeform 71"/>
            <p:cNvSpPr/>
            <p:nvPr/>
          </p:nvSpPr>
          <p:spPr bwMode="invGray">
            <a:xfrm>
              <a:off x="3181379" y="8258794"/>
              <a:ext cx="91107" cy="13970"/>
            </a:xfrm>
            <a:custGeom>
              <a:avLst/>
              <a:gdLst>
                <a:gd name="T0" fmla="*/ 54 w 75"/>
                <a:gd name="T1" fmla="*/ 0 h 4"/>
                <a:gd name="T2" fmla="*/ 54 w 75"/>
                <a:gd name="T3" fmla="*/ 0 h 4"/>
                <a:gd name="T4" fmla="*/ 10 w 75"/>
                <a:gd name="T5" fmla="*/ 4 h 4"/>
                <a:gd name="T6" fmla="*/ 75 w 75"/>
                <a:gd name="T7" fmla="*/ 2 h 4"/>
                <a:gd name="T8" fmla="*/ 54 w 75"/>
                <a:gd name="T9" fmla="*/ 0 h 4"/>
              </a:gdLst>
              <a:ahLst/>
              <a:cxnLst>
                <a:cxn ang="0">
                  <a:pos x="T0" y="T1"/>
                </a:cxn>
                <a:cxn ang="0">
                  <a:pos x="T2" y="T3"/>
                </a:cxn>
                <a:cxn ang="0">
                  <a:pos x="T4" y="T5"/>
                </a:cxn>
                <a:cxn ang="0">
                  <a:pos x="T6" y="T7"/>
                </a:cxn>
                <a:cxn ang="0">
                  <a:pos x="T8" y="T9"/>
                </a:cxn>
              </a:cxnLst>
              <a:rect l="0" t="0" r="r" b="b"/>
              <a:pathLst>
                <a:path w="75" h="4">
                  <a:moveTo>
                    <a:pt x="54" y="0"/>
                  </a:moveTo>
                  <a:lnTo>
                    <a:pt x="54" y="0"/>
                  </a:lnTo>
                  <a:cubicBezTo>
                    <a:pt x="65" y="2"/>
                    <a:pt x="0" y="3"/>
                    <a:pt x="10" y="4"/>
                  </a:cubicBezTo>
                  <a:cubicBezTo>
                    <a:pt x="57" y="4"/>
                    <a:pt x="32" y="2"/>
                    <a:pt x="75" y="2"/>
                  </a:cubicBezTo>
                  <a:lnTo>
                    <a:pt x="54" y="0"/>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324" name="Freeform 72"/>
            <p:cNvSpPr/>
            <p:nvPr/>
          </p:nvSpPr>
          <p:spPr bwMode="invGray">
            <a:xfrm>
              <a:off x="3606543" y="8393836"/>
              <a:ext cx="25308" cy="4657"/>
            </a:xfrm>
            <a:custGeom>
              <a:avLst/>
              <a:gdLst>
                <a:gd name="T0" fmla="*/ 21 w 21"/>
                <a:gd name="T1" fmla="*/ 0 h 1"/>
                <a:gd name="T2" fmla="*/ 21 w 21"/>
                <a:gd name="T3" fmla="*/ 0 h 1"/>
                <a:gd name="T4" fmla="*/ 0 w 21"/>
                <a:gd name="T5" fmla="*/ 1 h 1"/>
                <a:gd name="T6" fmla="*/ 17 w 21"/>
                <a:gd name="T7" fmla="*/ 1 h 1"/>
                <a:gd name="T8" fmla="*/ 21 w 21"/>
                <a:gd name="T9" fmla="*/ 0 h 1"/>
              </a:gdLst>
              <a:ahLst/>
              <a:cxnLst>
                <a:cxn ang="0">
                  <a:pos x="T0" y="T1"/>
                </a:cxn>
                <a:cxn ang="0">
                  <a:pos x="T2" y="T3"/>
                </a:cxn>
                <a:cxn ang="0">
                  <a:pos x="T4" y="T5"/>
                </a:cxn>
                <a:cxn ang="0">
                  <a:pos x="T6" y="T7"/>
                </a:cxn>
                <a:cxn ang="0">
                  <a:pos x="T8" y="T9"/>
                </a:cxn>
              </a:cxnLst>
              <a:rect l="0" t="0" r="r" b="b"/>
              <a:pathLst>
                <a:path w="21" h="1">
                  <a:moveTo>
                    <a:pt x="21" y="0"/>
                  </a:moveTo>
                  <a:lnTo>
                    <a:pt x="21" y="0"/>
                  </a:lnTo>
                  <a:lnTo>
                    <a:pt x="0" y="1"/>
                  </a:lnTo>
                  <a:lnTo>
                    <a:pt x="17" y="1"/>
                  </a:lnTo>
                  <a:lnTo>
                    <a:pt x="21" y="0"/>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325" name="Freeform 73"/>
            <p:cNvSpPr/>
            <p:nvPr/>
          </p:nvSpPr>
          <p:spPr bwMode="invGray">
            <a:xfrm>
              <a:off x="2825051" y="8258794"/>
              <a:ext cx="42516" cy="4657"/>
            </a:xfrm>
            <a:custGeom>
              <a:avLst/>
              <a:gdLst>
                <a:gd name="T0" fmla="*/ 27 w 35"/>
                <a:gd name="T1" fmla="*/ 1 h 1"/>
                <a:gd name="T2" fmla="*/ 27 w 35"/>
                <a:gd name="T3" fmla="*/ 1 h 1"/>
                <a:gd name="T4" fmla="*/ 35 w 35"/>
                <a:gd name="T5" fmla="*/ 1 h 1"/>
                <a:gd name="T6" fmla="*/ 0 w 35"/>
                <a:gd name="T7" fmla="*/ 0 h 1"/>
                <a:gd name="T8" fmla="*/ 27 w 35"/>
                <a:gd name="T9" fmla="*/ 1 h 1"/>
              </a:gdLst>
              <a:ahLst/>
              <a:cxnLst>
                <a:cxn ang="0">
                  <a:pos x="T0" y="T1"/>
                </a:cxn>
                <a:cxn ang="0">
                  <a:pos x="T2" y="T3"/>
                </a:cxn>
                <a:cxn ang="0">
                  <a:pos x="T4" y="T5"/>
                </a:cxn>
                <a:cxn ang="0">
                  <a:pos x="T6" y="T7"/>
                </a:cxn>
                <a:cxn ang="0">
                  <a:pos x="T8" y="T9"/>
                </a:cxn>
              </a:cxnLst>
              <a:rect l="0" t="0" r="r" b="b"/>
              <a:pathLst>
                <a:path w="35" h="1">
                  <a:moveTo>
                    <a:pt x="27" y="1"/>
                  </a:moveTo>
                  <a:lnTo>
                    <a:pt x="27" y="1"/>
                  </a:lnTo>
                  <a:lnTo>
                    <a:pt x="35" y="1"/>
                  </a:lnTo>
                  <a:lnTo>
                    <a:pt x="0" y="0"/>
                  </a:lnTo>
                  <a:lnTo>
                    <a:pt x="27" y="1"/>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326" name="Freeform 74"/>
            <p:cNvSpPr/>
            <p:nvPr/>
          </p:nvSpPr>
          <p:spPr bwMode="invGray">
            <a:xfrm>
              <a:off x="2867568" y="8258794"/>
              <a:ext cx="10123" cy="4657"/>
            </a:xfrm>
            <a:custGeom>
              <a:avLst/>
              <a:gdLst>
                <a:gd name="T0" fmla="*/ 8 w 8"/>
                <a:gd name="T1" fmla="*/ 0 h 1"/>
                <a:gd name="T2" fmla="*/ 8 w 8"/>
                <a:gd name="T3" fmla="*/ 0 h 1"/>
                <a:gd name="T4" fmla="*/ 0 w 8"/>
                <a:gd name="T5" fmla="*/ 1 h 1"/>
                <a:gd name="T6" fmla="*/ 8 w 8"/>
                <a:gd name="T7" fmla="*/ 0 h 1"/>
              </a:gdLst>
              <a:ahLst/>
              <a:cxnLst>
                <a:cxn ang="0">
                  <a:pos x="T0" y="T1"/>
                </a:cxn>
                <a:cxn ang="0">
                  <a:pos x="T2" y="T3"/>
                </a:cxn>
                <a:cxn ang="0">
                  <a:pos x="T4" y="T5"/>
                </a:cxn>
                <a:cxn ang="0">
                  <a:pos x="T6" y="T7"/>
                </a:cxn>
              </a:cxnLst>
              <a:rect l="0" t="0" r="r" b="b"/>
              <a:pathLst>
                <a:path w="8" h="1">
                  <a:moveTo>
                    <a:pt x="8" y="0"/>
                  </a:moveTo>
                  <a:lnTo>
                    <a:pt x="8" y="0"/>
                  </a:lnTo>
                  <a:lnTo>
                    <a:pt x="0" y="1"/>
                  </a:lnTo>
                  <a:lnTo>
                    <a:pt x="8" y="0"/>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327" name="Freeform 75"/>
            <p:cNvSpPr/>
            <p:nvPr/>
          </p:nvSpPr>
          <p:spPr bwMode="invGray">
            <a:xfrm>
              <a:off x="3599457" y="8412465"/>
              <a:ext cx="57701" cy="2328"/>
            </a:xfrm>
            <a:custGeom>
              <a:avLst/>
              <a:gdLst>
                <a:gd name="T0" fmla="*/ 0 w 47"/>
                <a:gd name="T1" fmla="*/ 0 h 1"/>
                <a:gd name="T2" fmla="*/ 0 w 47"/>
                <a:gd name="T3" fmla="*/ 0 h 1"/>
                <a:gd name="T4" fmla="*/ 32 w 47"/>
                <a:gd name="T5" fmla="*/ 1 h 1"/>
                <a:gd name="T6" fmla="*/ 47 w 47"/>
                <a:gd name="T7" fmla="*/ 0 h 1"/>
                <a:gd name="T8" fmla="*/ 0 w 47"/>
                <a:gd name="T9" fmla="*/ 0 h 1"/>
              </a:gdLst>
              <a:ahLst/>
              <a:cxnLst>
                <a:cxn ang="0">
                  <a:pos x="T0" y="T1"/>
                </a:cxn>
                <a:cxn ang="0">
                  <a:pos x="T2" y="T3"/>
                </a:cxn>
                <a:cxn ang="0">
                  <a:pos x="T4" y="T5"/>
                </a:cxn>
                <a:cxn ang="0">
                  <a:pos x="T6" y="T7"/>
                </a:cxn>
                <a:cxn ang="0">
                  <a:pos x="T8" y="T9"/>
                </a:cxn>
              </a:cxnLst>
              <a:rect l="0" t="0" r="r" b="b"/>
              <a:pathLst>
                <a:path w="47" h="1">
                  <a:moveTo>
                    <a:pt x="0" y="0"/>
                  </a:moveTo>
                  <a:lnTo>
                    <a:pt x="0" y="0"/>
                  </a:lnTo>
                  <a:lnTo>
                    <a:pt x="32" y="1"/>
                  </a:lnTo>
                  <a:lnTo>
                    <a:pt x="47" y="0"/>
                  </a:lnTo>
                  <a:lnTo>
                    <a:pt x="0" y="0"/>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328" name="Freeform 76"/>
            <p:cNvSpPr/>
            <p:nvPr/>
          </p:nvSpPr>
          <p:spPr bwMode="invGray">
            <a:xfrm>
              <a:off x="3241104" y="8361242"/>
              <a:ext cx="53652" cy="4657"/>
            </a:xfrm>
            <a:custGeom>
              <a:avLst/>
              <a:gdLst>
                <a:gd name="T0" fmla="*/ 16 w 44"/>
                <a:gd name="T1" fmla="*/ 1 h 1"/>
                <a:gd name="T2" fmla="*/ 16 w 44"/>
                <a:gd name="T3" fmla="*/ 1 h 1"/>
                <a:gd name="T4" fmla="*/ 44 w 44"/>
                <a:gd name="T5" fmla="*/ 1 h 1"/>
                <a:gd name="T6" fmla="*/ 16 w 44"/>
                <a:gd name="T7" fmla="*/ 1 h 1"/>
              </a:gdLst>
              <a:ahLst/>
              <a:cxnLst>
                <a:cxn ang="0">
                  <a:pos x="T0" y="T1"/>
                </a:cxn>
                <a:cxn ang="0">
                  <a:pos x="T2" y="T3"/>
                </a:cxn>
                <a:cxn ang="0">
                  <a:pos x="T4" y="T5"/>
                </a:cxn>
                <a:cxn ang="0">
                  <a:pos x="T6" y="T7"/>
                </a:cxn>
              </a:cxnLst>
              <a:rect l="0" t="0" r="r" b="b"/>
              <a:pathLst>
                <a:path w="44" h="1">
                  <a:moveTo>
                    <a:pt x="16" y="1"/>
                  </a:moveTo>
                  <a:lnTo>
                    <a:pt x="16" y="1"/>
                  </a:lnTo>
                  <a:lnTo>
                    <a:pt x="44" y="1"/>
                  </a:lnTo>
                  <a:cubicBezTo>
                    <a:pt x="39" y="1"/>
                    <a:pt x="0" y="0"/>
                    <a:pt x="16" y="1"/>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329" name="Freeform 77"/>
            <p:cNvSpPr/>
            <p:nvPr/>
          </p:nvSpPr>
          <p:spPr bwMode="invGray">
            <a:xfrm>
              <a:off x="2555782" y="8258794"/>
              <a:ext cx="45554" cy="4657"/>
            </a:xfrm>
            <a:custGeom>
              <a:avLst/>
              <a:gdLst>
                <a:gd name="T0" fmla="*/ 34 w 37"/>
                <a:gd name="T1" fmla="*/ 0 h 1"/>
                <a:gd name="T2" fmla="*/ 34 w 37"/>
                <a:gd name="T3" fmla="*/ 0 h 1"/>
                <a:gd name="T4" fmla="*/ 0 w 37"/>
                <a:gd name="T5" fmla="*/ 1 h 1"/>
                <a:gd name="T6" fmla="*/ 3 w 37"/>
                <a:gd name="T7" fmla="*/ 1 h 1"/>
                <a:gd name="T8" fmla="*/ 37 w 37"/>
                <a:gd name="T9" fmla="*/ 0 h 1"/>
                <a:gd name="T10" fmla="*/ 34 w 37"/>
                <a:gd name="T11" fmla="*/ 0 h 1"/>
              </a:gdLst>
              <a:ahLst/>
              <a:cxnLst>
                <a:cxn ang="0">
                  <a:pos x="T0" y="T1"/>
                </a:cxn>
                <a:cxn ang="0">
                  <a:pos x="T2" y="T3"/>
                </a:cxn>
                <a:cxn ang="0">
                  <a:pos x="T4" y="T5"/>
                </a:cxn>
                <a:cxn ang="0">
                  <a:pos x="T6" y="T7"/>
                </a:cxn>
                <a:cxn ang="0">
                  <a:pos x="T8" y="T9"/>
                </a:cxn>
                <a:cxn ang="0">
                  <a:pos x="T10" y="T11"/>
                </a:cxn>
              </a:cxnLst>
              <a:rect l="0" t="0" r="r" b="b"/>
              <a:pathLst>
                <a:path w="37" h="1">
                  <a:moveTo>
                    <a:pt x="34" y="0"/>
                  </a:moveTo>
                  <a:lnTo>
                    <a:pt x="34" y="0"/>
                  </a:lnTo>
                  <a:lnTo>
                    <a:pt x="0" y="1"/>
                  </a:lnTo>
                  <a:lnTo>
                    <a:pt x="3" y="1"/>
                  </a:lnTo>
                  <a:lnTo>
                    <a:pt x="37" y="0"/>
                  </a:lnTo>
                  <a:lnTo>
                    <a:pt x="34" y="0"/>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330" name="Freeform 78"/>
            <p:cNvSpPr/>
            <p:nvPr/>
          </p:nvSpPr>
          <p:spPr bwMode="invGray">
            <a:xfrm>
              <a:off x="2923243" y="8389180"/>
              <a:ext cx="92119" cy="4657"/>
            </a:xfrm>
            <a:custGeom>
              <a:avLst/>
              <a:gdLst>
                <a:gd name="T0" fmla="*/ 56 w 76"/>
                <a:gd name="T1" fmla="*/ 0 h 2"/>
                <a:gd name="T2" fmla="*/ 56 w 76"/>
                <a:gd name="T3" fmla="*/ 0 h 2"/>
                <a:gd name="T4" fmla="*/ 40 w 76"/>
                <a:gd name="T5" fmla="*/ 2 h 2"/>
                <a:gd name="T6" fmla="*/ 56 w 76"/>
                <a:gd name="T7" fmla="*/ 0 h 2"/>
              </a:gdLst>
              <a:ahLst/>
              <a:cxnLst>
                <a:cxn ang="0">
                  <a:pos x="T0" y="T1"/>
                </a:cxn>
                <a:cxn ang="0">
                  <a:pos x="T2" y="T3"/>
                </a:cxn>
                <a:cxn ang="0">
                  <a:pos x="T4" y="T5"/>
                </a:cxn>
                <a:cxn ang="0">
                  <a:pos x="T6" y="T7"/>
                </a:cxn>
              </a:cxnLst>
              <a:rect l="0" t="0" r="r" b="b"/>
              <a:pathLst>
                <a:path w="76" h="2">
                  <a:moveTo>
                    <a:pt x="56" y="0"/>
                  </a:moveTo>
                  <a:lnTo>
                    <a:pt x="56" y="0"/>
                  </a:lnTo>
                  <a:cubicBezTo>
                    <a:pt x="76" y="2"/>
                    <a:pt x="0" y="0"/>
                    <a:pt x="40" y="2"/>
                  </a:cubicBezTo>
                  <a:cubicBezTo>
                    <a:pt x="76" y="2"/>
                    <a:pt x="61" y="1"/>
                    <a:pt x="56" y="0"/>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331" name="Freeform 79"/>
            <p:cNvSpPr/>
            <p:nvPr/>
          </p:nvSpPr>
          <p:spPr bwMode="invGray">
            <a:xfrm>
              <a:off x="2469735" y="8342614"/>
              <a:ext cx="17209" cy="2328"/>
            </a:xfrm>
            <a:custGeom>
              <a:avLst/>
              <a:gdLst>
                <a:gd name="T0" fmla="*/ 14 w 14"/>
                <a:gd name="T1" fmla="*/ 0 h 1"/>
                <a:gd name="T2" fmla="*/ 14 w 14"/>
                <a:gd name="T3" fmla="*/ 0 h 1"/>
                <a:gd name="T4" fmla="*/ 0 w 14"/>
                <a:gd name="T5" fmla="*/ 1 h 1"/>
                <a:gd name="T6" fmla="*/ 14 w 14"/>
                <a:gd name="T7" fmla="*/ 0 h 1"/>
              </a:gdLst>
              <a:ahLst/>
              <a:cxnLst>
                <a:cxn ang="0">
                  <a:pos x="T0" y="T1"/>
                </a:cxn>
                <a:cxn ang="0">
                  <a:pos x="T2" y="T3"/>
                </a:cxn>
                <a:cxn ang="0">
                  <a:pos x="T4" y="T5"/>
                </a:cxn>
                <a:cxn ang="0">
                  <a:pos x="T6" y="T7"/>
                </a:cxn>
              </a:cxnLst>
              <a:rect l="0" t="0" r="r" b="b"/>
              <a:pathLst>
                <a:path w="14" h="1">
                  <a:moveTo>
                    <a:pt x="14" y="0"/>
                  </a:moveTo>
                  <a:lnTo>
                    <a:pt x="14" y="0"/>
                  </a:lnTo>
                  <a:cubicBezTo>
                    <a:pt x="9" y="0"/>
                    <a:pt x="5" y="0"/>
                    <a:pt x="0" y="1"/>
                  </a:cubicBezTo>
                  <a:lnTo>
                    <a:pt x="14" y="0"/>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332" name="Freeform 80"/>
            <p:cNvSpPr/>
            <p:nvPr/>
          </p:nvSpPr>
          <p:spPr bwMode="invGray">
            <a:xfrm>
              <a:off x="2486945" y="8342614"/>
              <a:ext cx="49603" cy="2328"/>
            </a:xfrm>
            <a:custGeom>
              <a:avLst/>
              <a:gdLst>
                <a:gd name="T0" fmla="*/ 0 w 40"/>
                <a:gd name="T1" fmla="*/ 0 h 1"/>
                <a:gd name="T2" fmla="*/ 0 w 40"/>
                <a:gd name="T3" fmla="*/ 0 h 1"/>
                <a:gd name="T4" fmla="*/ 40 w 40"/>
                <a:gd name="T5" fmla="*/ 1 h 1"/>
                <a:gd name="T6" fmla="*/ 0 w 40"/>
                <a:gd name="T7" fmla="*/ 0 h 1"/>
              </a:gdLst>
              <a:ahLst/>
              <a:cxnLst>
                <a:cxn ang="0">
                  <a:pos x="T0" y="T1"/>
                </a:cxn>
                <a:cxn ang="0">
                  <a:pos x="T2" y="T3"/>
                </a:cxn>
                <a:cxn ang="0">
                  <a:pos x="T4" y="T5"/>
                </a:cxn>
                <a:cxn ang="0">
                  <a:pos x="T6" y="T7"/>
                </a:cxn>
              </a:cxnLst>
              <a:rect l="0" t="0" r="r" b="b"/>
              <a:pathLst>
                <a:path w="40" h="1">
                  <a:moveTo>
                    <a:pt x="0" y="0"/>
                  </a:moveTo>
                  <a:lnTo>
                    <a:pt x="0" y="0"/>
                  </a:lnTo>
                  <a:cubicBezTo>
                    <a:pt x="15" y="0"/>
                    <a:pt x="30" y="1"/>
                    <a:pt x="40" y="1"/>
                  </a:cubicBezTo>
                  <a:cubicBezTo>
                    <a:pt x="21" y="0"/>
                    <a:pt x="15" y="0"/>
                    <a:pt x="0" y="0"/>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333" name="Freeform 81"/>
            <p:cNvSpPr/>
            <p:nvPr/>
          </p:nvSpPr>
          <p:spPr bwMode="invGray">
            <a:xfrm>
              <a:off x="2273351" y="8337958"/>
              <a:ext cx="57701" cy="11641"/>
            </a:xfrm>
            <a:custGeom>
              <a:avLst/>
              <a:gdLst>
                <a:gd name="T0" fmla="*/ 5 w 47"/>
                <a:gd name="T1" fmla="*/ 2 h 3"/>
                <a:gd name="T2" fmla="*/ 5 w 47"/>
                <a:gd name="T3" fmla="*/ 2 h 3"/>
                <a:gd name="T4" fmla="*/ 18 w 47"/>
                <a:gd name="T5" fmla="*/ 2 h 3"/>
                <a:gd name="T6" fmla="*/ 23 w 47"/>
                <a:gd name="T7" fmla="*/ 2 h 3"/>
                <a:gd name="T8" fmla="*/ 38 w 47"/>
                <a:gd name="T9" fmla="*/ 1 h 3"/>
                <a:gd name="T10" fmla="*/ 47 w 47"/>
                <a:gd name="T11" fmla="*/ 0 h 3"/>
                <a:gd name="T12" fmla="*/ 35 w 47"/>
                <a:gd name="T13" fmla="*/ 1 h 3"/>
                <a:gd name="T14" fmla="*/ 5 w 47"/>
                <a:gd name="T15" fmla="*/ 2 h 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 h="3">
                  <a:moveTo>
                    <a:pt x="5" y="2"/>
                  </a:moveTo>
                  <a:lnTo>
                    <a:pt x="5" y="2"/>
                  </a:lnTo>
                  <a:lnTo>
                    <a:pt x="18" y="2"/>
                  </a:lnTo>
                  <a:cubicBezTo>
                    <a:pt x="4" y="3"/>
                    <a:pt x="11" y="3"/>
                    <a:pt x="23" y="2"/>
                  </a:cubicBezTo>
                  <a:cubicBezTo>
                    <a:pt x="37" y="2"/>
                    <a:pt x="37" y="1"/>
                    <a:pt x="38" y="1"/>
                  </a:cubicBezTo>
                  <a:lnTo>
                    <a:pt x="47" y="0"/>
                  </a:lnTo>
                  <a:lnTo>
                    <a:pt x="35" y="1"/>
                  </a:lnTo>
                  <a:cubicBezTo>
                    <a:pt x="13" y="1"/>
                    <a:pt x="0" y="1"/>
                    <a:pt x="5" y="2"/>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334" name="Freeform 82"/>
            <p:cNvSpPr/>
            <p:nvPr/>
          </p:nvSpPr>
          <p:spPr bwMode="invGray">
            <a:xfrm>
              <a:off x="1504007" y="8240167"/>
              <a:ext cx="157918" cy="9313"/>
            </a:xfrm>
            <a:custGeom>
              <a:avLst/>
              <a:gdLst>
                <a:gd name="T0" fmla="*/ 0 w 129"/>
                <a:gd name="T1" fmla="*/ 0 h 3"/>
                <a:gd name="T2" fmla="*/ 0 w 129"/>
                <a:gd name="T3" fmla="*/ 0 h 3"/>
                <a:gd name="T4" fmla="*/ 60 w 129"/>
                <a:gd name="T5" fmla="*/ 2 h 3"/>
                <a:gd name="T6" fmla="*/ 129 w 129"/>
                <a:gd name="T7" fmla="*/ 0 h 3"/>
                <a:gd name="T8" fmla="*/ 0 w 129"/>
                <a:gd name="T9" fmla="*/ 0 h 3"/>
              </a:gdLst>
              <a:ahLst/>
              <a:cxnLst>
                <a:cxn ang="0">
                  <a:pos x="T0" y="T1"/>
                </a:cxn>
                <a:cxn ang="0">
                  <a:pos x="T2" y="T3"/>
                </a:cxn>
                <a:cxn ang="0">
                  <a:pos x="T4" y="T5"/>
                </a:cxn>
                <a:cxn ang="0">
                  <a:pos x="T6" y="T7"/>
                </a:cxn>
                <a:cxn ang="0">
                  <a:pos x="T8" y="T9"/>
                </a:cxn>
              </a:cxnLst>
              <a:rect l="0" t="0" r="r" b="b"/>
              <a:pathLst>
                <a:path w="129" h="3">
                  <a:moveTo>
                    <a:pt x="0" y="0"/>
                  </a:moveTo>
                  <a:lnTo>
                    <a:pt x="0" y="0"/>
                  </a:lnTo>
                  <a:cubicBezTo>
                    <a:pt x="50" y="1"/>
                    <a:pt x="63" y="1"/>
                    <a:pt x="60" y="2"/>
                  </a:cubicBezTo>
                  <a:cubicBezTo>
                    <a:pt x="108" y="3"/>
                    <a:pt x="100" y="0"/>
                    <a:pt x="129" y="0"/>
                  </a:cubicBezTo>
                  <a:lnTo>
                    <a:pt x="0" y="0"/>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335" name="Freeform 83"/>
            <p:cNvSpPr/>
            <p:nvPr/>
          </p:nvSpPr>
          <p:spPr bwMode="invGray">
            <a:xfrm>
              <a:off x="1661925" y="8240168"/>
              <a:ext cx="21259" cy="0"/>
            </a:xfrm>
            <a:custGeom>
              <a:avLst/>
              <a:gdLst>
                <a:gd name="T0" fmla="*/ 0 w 18"/>
                <a:gd name="T1" fmla="*/ 0 w 18"/>
                <a:gd name="T2" fmla="*/ 18 w 18"/>
                <a:gd name="T3" fmla="*/ 0 w 18"/>
              </a:gdLst>
              <a:ahLst/>
              <a:cxnLst>
                <a:cxn ang="0">
                  <a:pos x="T0" y="0"/>
                </a:cxn>
                <a:cxn ang="0">
                  <a:pos x="T1" y="0"/>
                </a:cxn>
                <a:cxn ang="0">
                  <a:pos x="T2" y="0"/>
                </a:cxn>
                <a:cxn ang="0">
                  <a:pos x="T3" y="0"/>
                </a:cxn>
              </a:cxnLst>
              <a:rect l="0" t="0" r="r" b="b"/>
              <a:pathLst>
                <a:path w="18">
                  <a:moveTo>
                    <a:pt x="0" y="0"/>
                  </a:moveTo>
                  <a:lnTo>
                    <a:pt x="0" y="0"/>
                  </a:lnTo>
                  <a:lnTo>
                    <a:pt x="18" y="0"/>
                  </a:lnTo>
                  <a:lnTo>
                    <a:pt x="0" y="0"/>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336" name="Freeform 84"/>
            <p:cNvSpPr/>
            <p:nvPr/>
          </p:nvSpPr>
          <p:spPr bwMode="invGray">
            <a:xfrm>
              <a:off x="2484920" y="8398494"/>
              <a:ext cx="37455" cy="6984"/>
            </a:xfrm>
            <a:custGeom>
              <a:avLst/>
              <a:gdLst>
                <a:gd name="T0" fmla="*/ 31 w 31"/>
                <a:gd name="T1" fmla="*/ 0 h 2"/>
                <a:gd name="T2" fmla="*/ 31 w 31"/>
                <a:gd name="T3" fmla="*/ 0 h 2"/>
                <a:gd name="T4" fmla="*/ 0 w 31"/>
                <a:gd name="T5" fmla="*/ 2 h 2"/>
                <a:gd name="T6" fmla="*/ 11 w 31"/>
                <a:gd name="T7" fmla="*/ 2 h 2"/>
                <a:gd name="T8" fmla="*/ 31 w 31"/>
                <a:gd name="T9" fmla="*/ 0 h 2"/>
              </a:gdLst>
              <a:ahLst/>
              <a:cxnLst>
                <a:cxn ang="0">
                  <a:pos x="T0" y="T1"/>
                </a:cxn>
                <a:cxn ang="0">
                  <a:pos x="T2" y="T3"/>
                </a:cxn>
                <a:cxn ang="0">
                  <a:pos x="T4" y="T5"/>
                </a:cxn>
                <a:cxn ang="0">
                  <a:pos x="T6" y="T7"/>
                </a:cxn>
                <a:cxn ang="0">
                  <a:pos x="T8" y="T9"/>
                </a:cxn>
              </a:cxnLst>
              <a:rect l="0" t="0" r="r" b="b"/>
              <a:pathLst>
                <a:path w="31" h="2">
                  <a:moveTo>
                    <a:pt x="31" y="0"/>
                  </a:moveTo>
                  <a:lnTo>
                    <a:pt x="31" y="0"/>
                  </a:lnTo>
                  <a:lnTo>
                    <a:pt x="0" y="2"/>
                  </a:lnTo>
                  <a:lnTo>
                    <a:pt x="11" y="2"/>
                  </a:lnTo>
                  <a:lnTo>
                    <a:pt x="31" y="0"/>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337" name="Freeform 85"/>
            <p:cNvSpPr/>
            <p:nvPr/>
          </p:nvSpPr>
          <p:spPr bwMode="invGray">
            <a:xfrm>
              <a:off x="1401766" y="8237839"/>
              <a:ext cx="52639" cy="2328"/>
            </a:xfrm>
            <a:custGeom>
              <a:avLst/>
              <a:gdLst>
                <a:gd name="T0" fmla="*/ 9 w 43"/>
                <a:gd name="T1" fmla="*/ 1 h 1"/>
                <a:gd name="T2" fmla="*/ 9 w 43"/>
                <a:gd name="T3" fmla="*/ 1 h 1"/>
                <a:gd name="T4" fmla="*/ 41 w 43"/>
                <a:gd name="T5" fmla="*/ 1 h 1"/>
                <a:gd name="T6" fmla="*/ 9 w 43"/>
                <a:gd name="T7" fmla="*/ 1 h 1"/>
              </a:gdLst>
              <a:ahLst/>
              <a:cxnLst>
                <a:cxn ang="0">
                  <a:pos x="T0" y="T1"/>
                </a:cxn>
                <a:cxn ang="0">
                  <a:pos x="T2" y="T3"/>
                </a:cxn>
                <a:cxn ang="0">
                  <a:pos x="T4" y="T5"/>
                </a:cxn>
                <a:cxn ang="0">
                  <a:pos x="T6" y="T7"/>
                </a:cxn>
              </a:cxnLst>
              <a:rect l="0" t="0" r="r" b="b"/>
              <a:pathLst>
                <a:path w="43" h="1">
                  <a:moveTo>
                    <a:pt x="9" y="1"/>
                  </a:moveTo>
                  <a:lnTo>
                    <a:pt x="9" y="1"/>
                  </a:lnTo>
                  <a:cubicBezTo>
                    <a:pt x="18" y="1"/>
                    <a:pt x="33" y="1"/>
                    <a:pt x="41" y="1"/>
                  </a:cubicBezTo>
                  <a:cubicBezTo>
                    <a:pt x="43" y="0"/>
                    <a:pt x="0" y="1"/>
                    <a:pt x="9" y="1"/>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338" name="Freeform 86"/>
            <p:cNvSpPr/>
            <p:nvPr/>
          </p:nvSpPr>
          <p:spPr bwMode="invGray">
            <a:xfrm>
              <a:off x="1647752" y="8326316"/>
              <a:ext cx="61750" cy="9313"/>
            </a:xfrm>
            <a:custGeom>
              <a:avLst/>
              <a:gdLst>
                <a:gd name="T0" fmla="*/ 0 w 50"/>
                <a:gd name="T1" fmla="*/ 2 h 3"/>
                <a:gd name="T2" fmla="*/ 0 w 50"/>
                <a:gd name="T3" fmla="*/ 2 h 3"/>
                <a:gd name="T4" fmla="*/ 50 w 50"/>
                <a:gd name="T5" fmla="*/ 3 h 3"/>
                <a:gd name="T6" fmla="*/ 0 w 50"/>
                <a:gd name="T7" fmla="*/ 2 h 3"/>
              </a:gdLst>
              <a:ahLst/>
              <a:cxnLst>
                <a:cxn ang="0">
                  <a:pos x="T0" y="T1"/>
                </a:cxn>
                <a:cxn ang="0">
                  <a:pos x="T2" y="T3"/>
                </a:cxn>
                <a:cxn ang="0">
                  <a:pos x="T4" y="T5"/>
                </a:cxn>
                <a:cxn ang="0">
                  <a:pos x="T6" y="T7"/>
                </a:cxn>
              </a:cxnLst>
              <a:rect l="0" t="0" r="r" b="b"/>
              <a:pathLst>
                <a:path w="50" h="3">
                  <a:moveTo>
                    <a:pt x="0" y="2"/>
                  </a:moveTo>
                  <a:lnTo>
                    <a:pt x="0" y="2"/>
                  </a:lnTo>
                  <a:cubicBezTo>
                    <a:pt x="6" y="3"/>
                    <a:pt x="37" y="2"/>
                    <a:pt x="50" y="3"/>
                  </a:cubicBezTo>
                  <a:cubicBezTo>
                    <a:pt x="32" y="2"/>
                    <a:pt x="17" y="0"/>
                    <a:pt x="0" y="2"/>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339" name="Freeform 87"/>
            <p:cNvSpPr/>
            <p:nvPr/>
          </p:nvSpPr>
          <p:spPr bwMode="invGray">
            <a:xfrm>
              <a:off x="1237773" y="8254136"/>
              <a:ext cx="60738" cy="11641"/>
            </a:xfrm>
            <a:custGeom>
              <a:avLst/>
              <a:gdLst>
                <a:gd name="T0" fmla="*/ 0 w 49"/>
                <a:gd name="T1" fmla="*/ 1 h 4"/>
                <a:gd name="T2" fmla="*/ 0 w 49"/>
                <a:gd name="T3" fmla="*/ 1 h 4"/>
                <a:gd name="T4" fmla="*/ 18 w 49"/>
                <a:gd name="T5" fmla="*/ 4 h 4"/>
                <a:gd name="T6" fmla="*/ 0 w 49"/>
                <a:gd name="T7" fmla="*/ 1 h 4"/>
              </a:gdLst>
              <a:ahLst/>
              <a:cxnLst>
                <a:cxn ang="0">
                  <a:pos x="T0" y="T1"/>
                </a:cxn>
                <a:cxn ang="0">
                  <a:pos x="T2" y="T3"/>
                </a:cxn>
                <a:cxn ang="0">
                  <a:pos x="T4" y="T5"/>
                </a:cxn>
                <a:cxn ang="0">
                  <a:pos x="T6" y="T7"/>
                </a:cxn>
              </a:cxnLst>
              <a:rect l="0" t="0" r="r" b="b"/>
              <a:pathLst>
                <a:path w="49" h="4">
                  <a:moveTo>
                    <a:pt x="0" y="1"/>
                  </a:moveTo>
                  <a:lnTo>
                    <a:pt x="0" y="1"/>
                  </a:lnTo>
                  <a:cubicBezTo>
                    <a:pt x="10" y="2"/>
                    <a:pt x="24" y="2"/>
                    <a:pt x="18" y="4"/>
                  </a:cubicBezTo>
                  <a:cubicBezTo>
                    <a:pt x="31" y="3"/>
                    <a:pt x="49" y="0"/>
                    <a:pt x="0" y="1"/>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340" name="Freeform 88"/>
            <p:cNvSpPr/>
            <p:nvPr/>
          </p:nvSpPr>
          <p:spPr bwMode="invGray">
            <a:xfrm>
              <a:off x="1536399" y="8328644"/>
              <a:ext cx="51627" cy="4657"/>
            </a:xfrm>
            <a:custGeom>
              <a:avLst/>
              <a:gdLst>
                <a:gd name="T0" fmla="*/ 0 w 42"/>
                <a:gd name="T1" fmla="*/ 1 h 1"/>
                <a:gd name="T2" fmla="*/ 0 w 42"/>
                <a:gd name="T3" fmla="*/ 1 h 1"/>
                <a:gd name="T4" fmla="*/ 8 w 42"/>
                <a:gd name="T5" fmla="*/ 1 h 1"/>
                <a:gd name="T6" fmla="*/ 42 w 42"/>
                <a:gd name="T7" fmla="*/ 0 h 1"/>
                <a:gd name="T8" fmla="*/ 0 w 42"/>
                <a:gd name="T9" fmla="*/ 1 h 1"/>
              </a:gdLst>
              <a:ahLst/>
              <a:cxnLst>
                <a:cxn ang="0">
                  <a:pos x="T0" y="T1"/>
                </a:cxn>
                <a:cxn ang="0">
                  <a:pos x="T2" y="T3"/>
                </a:cxn>
                <a:cxn ang="0">
                  <a:pos x="T4" y="T5"/>
                </a:cxn>
                <a:cxn ang="0">
                  <a:pos x="T6" y="T7"/>
                </a:cxn>
                <a:cxn ang="0">
                  <a:pos x="T8" y="T9"/>
                </a:cxn>
              </a:cxnLst>
              <a:rect l="0" t="0" r="r" b="b"/>
              <a:pathLst>
                <a:path w="42" h="1">
                  <a:moveTo>
                    <a:pt x="0" y="1"/>
                  </a:moveTo>
                  <a:lnTo>
                    <a:pt x="0" y="1"/>
                  </a:lnTo>
                  <a:lnTo>
                    <a:pt x="8" y="1"/>
                  </a:lnTo>
                  <a:lnTo>
                    <a:pt x="42" y="0"/>
                  </a:lnTo>
                  <a:lnTo>
                    <a:pt x="0" y="1"/>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341" name="Freeform 89"/>
            <p:cNvSpPr/>
            <p:nvPr/>
          </p:nvSpPr>
          <p:spPr bwMode="invGray">
            <a:xfrm>
              <a:off x="1588027" y="8377539"/>
              <a:ext cx="144758" cy="23283"/>
            </a:xfrm>
            <a:custGeom>
              <a:avLst/>
              <a:gdLst>
                <a:gd name="T0" fmla="*/ 80 w 118"/>
                <a:gd name="T1" fmla="*/ 7 h 7"/>
                <a:gd name="T2" fmla="*/ 80 w 118"/>
                <a:gd name="T3" fmla="*/ 7 h 7"/>
                <a:gd name="T4" fmla="*/ 85 w 118"/>
                <a:gd name="T5" fmla="*/ 1 h 7"/>
                <a:gd name="T6" fmla="*/ 29 w 118"/>
                <a:gd name="T7" fmla="*/ 4 h 7"/>
                <a:gd name="T8" fmla="*/ 80 w 118"/>
                <a:gd name="T9" fmla="*/ 7 h 7"/>
              </a:gdLst>
              <a:ahLst/>
              <a:cxnLst>
                <a:cxn ang="0">
                  <a:pos x="T0" y="T1"/>
                </a:cxn>
                <a:cxn ang="0">
                  <a:pos x="T2" y="T3"/>
                </a:cxn>
                <a:cxn ang="0">
                  <a:pos x="T4" y="T5"/>
                </a:cxn>
                <a:cxn ang="0">
                  <a:pos x="T6" y="T7"/>
                </a:cxn>
                <a:cxn ang="0">
                  <a:pos x="T8" y="T9"/>
                </a:cxn>
              </a:cxnLst>
              <a:rect l="0" t="0" r="r" b="b"/>
              <a:pathLst>
                <a:path w="118" h="7">
                  <a:moveTo>
                    <a:pt x="80" y="7"/>
                  </a:moveTo>
                  <a:lnTo>
                    <a:pt x="80" y="7"/>
                  </a:lnTo>
                  <a:cubicBezTo>
                    <a:pt x="118" y="5"/>
                    <a:pt x="19" y="3"/>
                    <a:pt x="85" y="1"/>
                  </a:cubicBezTo>
                  <a:cubicBezTo>
                    <a:pt x="0" y="0"/>
                    <a:pt x="92" y="4"/>
                    <a:pt x="29" y="4"/>
                  </a:cubicBezTo>
                  <a:cubicBezTo>
                    <a:pt x="66" y="4"/>
                    <a:pt x="84" y="6"/>
                    <a:pt x="80" y="7"/>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342" name="Freeform 90"/>
            <p:cNvSpPr/>
            <p:nvPr/>
          </p:nvSpPr>
          <p:spPr bwMode="invGray">
            <a:xfrm>
              <a:off x="1601187" y="8389180"/>
              <a:ext cx="22270" cy="2328"/>
            </a:xfrm>
            <a:custGeom>
              <a:avLst/>
              <a:gdLst>
                <a:gd name="T0" fmla="*/ 18 w 18"/>
                <a:gd name="T1" fmla="*/ 1 h 1"/>
                <a:gd name="T2" fmla="*/ 18 w 18"/>
                <a:gd name="T3" fmla="*/ 1 h 1"/>
                <a:gd name="T4" fmla="*/ 0 w 18"/>
                <a:gd name="T5" fmla="*/ 0 h 1"/>
                <a:gd name="T6" fmla="*/ 18 w 18"/>
                <a:gd name="T7" fmla="*/ 1 h 1"/>
              </a:gdLst>
              <a:ahLst/>
              <a:cxnLst>
                <a:cxn ang="0">
                  <a:pos x="T0" y="T1"/>
                </a:cxn>
                <a:cxn ang="0">
                  <a:pos x="T2" y="T3"/>
                </a:cxn>
                <a:cxn ang="0">
                  <a:pos x="T4" y="T5"/>
                </a:cxn>
                <a:cxn ang="0">
                  <a:pos x="T6" y="T7"/>
                </a:cxn>
              </a:cxnLst>
              <a:rect l="0" t="0" r="r" b="b"/>
              <a:pathLst>
                <a:path w="18" h="1">
                  <a:moveTo>
                    <a:pt x="18" y="1"/>
                  </a:moveTo>
                  <a:lnTo>
                    <a:pt x="18" y="1"/>
                  </a:lnTo>
                  <a:lnTo>
                    <a:pt x="0" y="0"/>
                  </a:lnTo>
                  <a:lnTo>
                    <a:pt x="18" y="1"/>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343" name="Freeform 91"/>
            <p:cNvSpPr/>
            <p:nvPr/>
          </p:nvSpPr>
          <p:spPr bwMode="invGray">
            <a:xfrm>
              <a:off x="963441" y="8351927"/>
              <a:ext cx="15185" cy="2328"/>
            </a:xfrm>
            <a:custGeom>
              <a:avLst/>
              <a:gdLst>
                <a:gd name="T0" fmla="*/ 0 w 13"/>
                <a:gd name="T1" fmla="*/ 1 h 1"/>
                <a:gd name="T2" fmla="*/ 0 w 13"/>
                <a:gd name="T3" fmla="*/ 1 h 1"/>
                <a:gd name="T4" fmla="*/ 13 w 13"/>
                <a:gd name="T5" fmla="*/ 0 h 1"/>
                <a:gd name="T6" fmla="*/ 0 w 13"/>
                <a:gd name="T7" fmla="*/ 1 h 1"/>
              </a:gdLst>
              <a:ahLst/>
              <a:cxnLst>
                <a:cxn ang="0">
                  <a:pos x="T0" y="T1"/>
                </a:cxn>
                <a:cxn ang="0">
                  <a:pos x="T2" y="T3"/>
                </a:cxn>
                <a:cxn ang="0">
                  <a:pos x="T4" y="T5"/>
                </a:cxn>
                <a:cxn ang="0">
                  <a:pos x="T6" y="T7"/>
                </a:cxn>
              </a:cxnLst>
              <a:rect l="0" t="0" r="r" b="b"/>
              <a:pathLst>
                <a:path w="13" h="1">
                  <a:moveTo>
                    <a:pt x="0" y="1"/>
                  </a:moveTo>
                  <a:lnTo>
                    <a:pt x="0" y="1"/>
                  </a:lnTo>
                  <a:lnTo>
                    <a:pt x="13" y="0"/>
                  </a:lnTo>
                  <a:lnTo>
                    <a:pt x="0" y="1"/>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344" name="Freeform 92"/>
            <p:cNvSpPr/>
            <p:nvPr/>
          </p:nvSpPr>
          <p:spPr bwMode="invGray">
            <a:xfrm>
              <a:off x="1283326" y="8389182"/>
              <a:ext cx="165004" cy="11641"/>
            </a:xfrm>
            <a:custGeom>
              <a:avLst/>
              <a:gdLst>
                <a:gd name="T0" fmla="*/ 77 w 135"/>
                <a:gd name="T1" fmla="*/ 2 h 4"/>
                <a:gd name="T2" fmla="*/ 77 w 135"/>
                <a:gd name="T3" fmla="*/ 2 h 4"/>
                <a:gd name="T4" fmla="*/ 135 w 135"/>
                <a:gd name="T5" fmla="*/ 0 h 4"/>
                <a:gd name="T6" fmla="*/ 6 w 135"/>
                <a:gd name="T7" fmla="*/ 4 h 4"/>
                <a:gd name="T8" fmla="*/ 90 w 135"/>
                <a:gd name="T9" fmla="*/ 3 h 4"/>
                <a:gd name="T10" fmla="*/ 77 w 135"/>
                <a:gd name="T11" fmla="*/ 2 h 4"/>
              </a:gdLst>
              <a:ahLst/>
              <a:cxnLst>
                <a:cxn ang="0">
                  <a:pos x="T0" y="T1"/>
                </a:cxn>
                <a:cxn ang="0">
                  <a:pos x="T2" y="T3"/>
                </a:cxn>
                <a:cxn ang="0">
                  <a:pos x="T4" y="T5"/>
                </a:cxn>
                <a:cxn ang="0">
                  <a:pos x="T6" y="T7"/>
                </a:cxn>
                <a:cxn ang="0">
                  <a:pos x="T8" y="T9"/>
                </a:cxn>
                <a:cxn ang="0">
                  <a:pos x="T10" y="T11"/>
                </a:cxn>
              </a:cxnLst>
              <a:rect l="0" t="0" r="r" b="b"/>
              <a:pathLst>
                <a:path w="135" h="4">
                  <a:moveTo>
                    <a:pt x="77" y="2"/>
                  </a:moveTo>
                  <a:lnTo>
                    <a:pt x="77" y="2"/>
                  </a:lnTo>
                  <a:lnTo>
                    <a:pt x="135" y="0"/>
                  </a:lnTo>
                  <a:cubicBezTo>
                    <a:pt x="96" y="1"/>
                    <a:pt x="0" y="1"/>
                    <a:pt x="6" y="4"/>
                  </a:cubicBezTo>
                  <a:cubicBezTo>
                    <a:pt x="37" y="4"/>
                    <a:pt x="75" y="4"/>
                    <a:pt x="90" y="3"/>
                  </a:cubicBezTo>
                  <a:lnTo>
                    <a:pt x="77" y="2"/>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345" name="Freeform 93"/>
            <p:cNvSpPr/>
            <p:nvPr/>
          </p:nvSpPr>
          <p:spPr bwMode="invGray">
            <a:xfrm>
              <a:off x="554475" y="8240167"/>
              <a:ext cx="46566" cy="6984"/>
            </a:xfrm>
            <a:custGeom>
              <a:avLst/>
              <a:gdLst>
                <a:gd name="T0" fmla="*/ 13 w 38"/>
                <a:gd name="T1" fmla="*/ 1 h 2"/>
                <a:gd name="T2" fmla="*/ 13 w 38"/>
                <a:gd name="T3" fmla="*/ 1 h 2"/>
                <a:gd name="T4" fmla="*/ 38 w 38"/>
                <a:gd name="T5" fmla="*/ 0 h 2"/>
                <a:gd name="T6" fmla="*/ 7 w 38"/>
                <a:gd name="T7" fmla="*/ 0 h 2"/>
                <a:gd name="T8" fmla="*/ 13 w 38"/>
                <a:gd name="T9" fmla="*/ 1 h 2"/>
              </a:gdLst>
              <a:ahLst/>
              <a:cxnLst>
                <a:cxn ang="0">
                  <a:pos x="T0" y="T1"/>
                </a:cxn>
                <a:cxn ang="0">
                  <a:pos x="T2" y="T3"/>
                </a:cxn>
                <a:cxn ang="0">
                  <a:pos x="T4" y="T5"/>
                </a:cxn>
                <a:cxn ang="0">
                  <a:pos x="T6" y="T7"/>
                </a:cxn>
                <a:cxn ang="0">
                  <a:pos x="T8" y="T9"/>
                </a:cxn>
              </a:cxnLst>
              <a:rect l="0" t="0" r="r" b="b"/>
              <a:pathLst>
                <a:path w="38" h="2">
                  <a:moveTo>
                    <a:pt x="13" y="1"/>
                  </a:moveTo>
                  <a:lnTo>
                    <a:pt x="13" y="1"/>
                  </a:lnTo>
                  <a:lnTo>
                    <a:pt x="38" y="0"/>
                  </a:lnTo>
                  <a:lnTo>
                    <a:pt x="7" y="0"/>
                  </a:lnTo>
                  <a:cubicBezTo>
                    <a:pt x="16" y="0"/>
                    <a:pt x="0" y="2"/>
                    <a:pt x="13" y="1"/>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346" name="Freeform 94"/>
            <p:cNvSpPr/>
            <p:nvPr/>
          </p:nvSpPr>
          <p:spPr bwMode="invGray">
            <a:xfrm>
              <a:off x="555487" y="8240168"/>
              <a:ext cx="7086" cy="0"/>
            </a:xfrm>
            <a:custGeom>
              <a:avLst/>
              <a:gdLst>
                <a:gd name="T0" fmla="*/ 0 w 6"/>
                <a:gd name="T1" fmla="*/ 0 w 6"/>
                <a:gd name="T2" fmla="*/ 6 w 6"/>
                <a:gd name="T3" fmla="*/ 0 w 6"/>
              </a:gdLst>
              <a:ahLst/>
              <a:cxnLst>
                <a:cxn ang="0">
                  <a:pos x="T0" y="0"/>
                </a:cxn>
                <a:cxn ang="0">
                  <a:pos x="T1" y="0"/>
                </a:cxn>
                <a:cxn ang="0">
                  <a:pos x="T2" y="0"/>
                </a:cxn>
                <a:cxn ang="0">
                  <a:pos x="T3" y="0"/>
                </a:cxn>
              </a:cxnLst>
              <a:rect l="0" t="0" r="r" b="b"/>
              <a:pathLst>
                <a:path w="6">
                  <a:moveTo>
                    <a:pt x="0" y="0"/>
                  </a:moveTo>
                  <a:lnTo>
                    <a:pt x="0" y="0"/>
                  </a:lnTo>
                  <a:lnTo>
                    <a:pt x="6" y="0"/>
                  </a:lnTo>
                  <a:lnTo>
                    <a:pt x="0" y="0"/>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347" name="Freeform 95"/>
            <p:cNvSpPr/>
            <p:nvPr/>
          </p:nvSpPr>
          <p:spPr bwMode="invGray">
            <a:xfrm>
              <a:off x="1093015" y="8344940"/>
              <a:ext cx="64787" cy="6984"/>
            </a:xfrm>
            <a:custGeom>
              <a:avLst/>
              <a:gdLst>
                <a:gd name="T0" fmla="*/ 3 w 53"/>
                <a:gd name="T1" fmla="*/ 2 h 2"/>
                <a:gd name="T2" fmla="*/ 3 w 53"/>
                <a:gd name="T3" fmla="*/ 2 h 2"/>
                <a:gd name="T4" fmla="*/ 53 w 53"/>
                <a:gd name="T5" fmla="*/ 1 h 2"/>
                <a:gd name="T6" fmla="*/ 3 w 53"/>
                <a:gd name="T7" fmla="*/ 2 h 2"/>
              </a:gdLst>
              <a:ahLst/>
              <a:cxnLst>
                <a:cxn ang="0">
                  <a:pos x="T0" y="T1"/>
                </a:cxn>
                <a:cxn ang="0">
                  <a:pos x="T2" y="T3"/>
                </a:cxn>
                <a:cxn ang="0">
                  <a:pos x="T4" y="T5"/>
                </a:cxn>
                <a:cxn ang="0">
                  <a:pos x="T6" y="T7"/>
                </a:cxn>
              </a:cxnLst>
              <a:rect l="0" t="0" r="r" b="b"/>
              <a:pathLst>
                <a:path w="52" h="2">
                  <a:moveTo>
                    <a:pt x="3" y="2"/>
                  </a:moveTo>
                  <a:lnTo>
                    <a:pt x="3" y="2"/>
                  </a:lnTo>
                  <a:cubicBezTo>
                    <a:pt x="21" y="2"/>
                    <a:pt x="36" y="2"/>
                    <a:pt x="53" y="1"/>
                  </a:cubicBezTo>
                  <a:cubicBezTo>
                    <a:pt x="46" y="1"/>
                    <a:pt x="0" y="0"/>
                    <a:pt x="3" y="2"/>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348" name="Freeform 96"/>
            <p:cNvSpPr/>
            <p:nvPr/>
          </p:nvSpPr>
          <p:spPr bwMode="invGray">
            <a:xfrm>
              <a:off x="353027" y="8254137"/>
              <a:ext cx="53652" cy="2328"/>
            </a:xfrm>
            <a:custGeom>
              <a:avLst/>
              <a:gdLst>
                <a:gd name="T0" fmla="*/ 3 w 44"/>
                <a:gd name="T1" fmla="*/ 1 h 1"/>
                <a:gd name="T2" fmla="*/ 3 w 44"/>
                <a:gd name="T3" fmla="*/ 1 h 1"/>
                <a:gd name="T4" fmla="*/ 44 w 44"/>
                <a:gd name="T5" fmla="*/ 0 h 1"/>
                <a:gd name="T6" fmla="*/ 0 w 44"/>
                <a:gd name="T7" fmla="*/ 0 h 1"/>
                <a:gd name="T8" fmla="*/ 3 w 44"/>
                <a:gd name="T9" fmla="*/ 1 h 1"/>
              </a:gdLst>
              <a:ahLst/>
              <a:cxnLst>
                <a:cxn ang="0">
                  <a:pos x="T0" y="T1"/>
                </a:cxn>
                <a:cxn ang="0">
                  <a:pos x="T2" y="T3"/>
                </a:cxn>
                <a:cxn ang="0">
                  <a:pos x="T4" y="T5"/>
                </a:cxn>
                <a:cxn ang="0">
                  <a:pos x="T6" y="T7"/>
                </a:cxn>
                <a:cxn ang="0">
                  <a:pos x="T8" y="T9"/>
                </a:cxn>
              </a:cxnLst>
              <a:rect l="0" t="0" r="r" b="b"/>
              <a:pathLst>
                <a:path w="44" h="1">
                  <a:moveTo>
                    <a:pt x="3" y="1"/>
                  </a:moveTo>
                  <a:lnTo>
                    <a:pt x="3" y="1"/>
                  </a:lnTo>
                  <a:lnTo>
                    <a:pt x="44" y="0"/>
                  </a:lnTo>
                  <a:lnTo>
                    <a:pt x="0" y="0"/>
                  </a:lnTo>
                  <a:lnTo>
                    <a:pt x="3" y="1"/>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349" name="Freeform 97"/>
            <p:cNvSpPr/>
            <p:nvPr/>
          </p:nvSpPr>
          <p:spPr bwMode="invGray">
            <a:xfrm>
              <a:off x="72622" y="8240167"/>
              <a:ext cx="49603" cy="6984"/>
            </a:xfrm>
            <a:custGeom>
              <a:avLst/>
              <a:gdLst>
                <a:gd name="T0" fmla="*/ 41 w 41"/>
                <a:gd name="T1" fmla="*/ 1 h 2"/>
                <a:gd name="T2" fmla="*/ 41 w 41"/>
                <a:gd name="T3" fmla="*/ 1 h 2"/>
                <a:gd name="T4" fmla="*/ 34 w 41"/>
                <a:gd name="T5" fmla="*/ 0 h 2"/>
                <a:gd name="T6" fmla="*/ 0 w 41"/>
                <a:gd name="T7" fmla="*/ 1 h 2"/>
                <a:gd name="T8" fmla="*/ 7 w 41"/>
                <a:gd name="T9" fmla="*/ 2 h 2"/>
                <a:gd name="T10" fmla="*/ 41 w 41"/>
                <a:gd name="T11" fmla="*/ 1 h 2"/>
              </a:gdLst>
              <a:ahLst/>
              <a:cxnLst>
                <a:cxn ang="0">
                  <a:pos x="T0" y="T1"/>
                </a:cxn>
                <a:cxn ang="0">
                  <a:pos x="T2" y="T3"/>
                </a:cxn>
                <a:cxn ang="0">
                  <a:pos x="T4" y="T5"/>
                </a:cxn>
                <a:cxn ang="0">
                  <a:pos x="T6" y="T7"/>
                </a:cxn>
                <a:cxn ang="0">
                  <a:pos x="T8" y="T9"/>
                </a:cxn>
                <a:cxn ang="0">
                  <a:pos x="T10" y="T11"/>
                </a:cxn>
              </a:cxnLst>
              <a:rect l="0" t="0" r="r" b="b"/>
              <a:pathLst>
                <a:path w="41" h="2">
                  <a:moveTo>
                    <a:pt x="41" y="1"/>
                  </a:moveTo>
                  <a:lnTo>
                    <a:pt x="41" y="1"/>
                  </a:lnTo>
                  <a:lnTo>
                    <a:pt x="34" y="0"/>
                  </a:lnTo>
                  <a:lnTo>
                    <a:pt x="0" y="1"/>
                  </a:lnTo>
                  <a:lnTo>
                    <a:pt x="7" y="2"/>
                  </a:lnTo>
                  <a:lnTo>
                    <a:pt x="41" y="1"/>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350" name="Freeform 98"/>
            <p:cNvSpPr/>
            <p:nvPr/>
          </p:nvSpPr>
          <p:spPr bwMode="invGray">
            <a:xfrm>
              <a:off x="414777" y="8400822"/>
              <a:ext cx="74910" cy="11641"/>
            </a:xfrm>
            <a:custGeom>
              <a:avLst/>
              <a:gdLst>
                <a:gd name="T0" fmla="*/ 11 w 61"/>
                <a:gd name="T1" fmla="*/ 2 h 3"/>
                <a:gd name="T2" fmla="*/ 11 w 61"/>
                <a:gd name="T3" fmla="*/ 2 h 3"/>
                <a:gd name="T4" fmla="*/ 54 w 61"/>
                <a:gd name="T5" fmla="*/ 0 h 3"/>
                <a:gd name="T6" fmla="*/ 0 w 61"/>
                <a:gd name="T7" fmla="*/ 0 h 3"/>
                <a:gd name="T8" fmla="*/ 46 w 61"/>
                <a:gd name="T9" fmla="*/ 0 h 3"/>
                <a:gd name="T10" fmla="*/ 11 w 61"/>
                <a:gd name="T11" fmla="*/ 2 h 3"/>
              </a:gdLst>
              <a:ahLst/>
              <a:cxnLst>
                <a:cxn ang="0">
                  <a:pos x="T0" y="T1"/>
                </a:cxn>
                <a:cxn ang="0">
                  <a:pos x="T2" y="T3"/>
                </a:cxn>
                <a:cxn ang="0">
                  <a:pos x="T4" y="T5"/>
                </a:cxn>
                <a:cxn ang="0">
                  <a:pos x="T6" y="T7"/>
                </a:cxn>
                <a:cxn ang="0">
                  <a:pos x="T8" y="T9"/>
                </a:cxn>
                <a:cxn ang="0">
                  <a:pos x="T10" y="T11"/>
                </a:cxn>
              </a:cxnLst>
              <a:rect l="0" t="0" r="r" b="b"/>
              <a:pathLst>
                <a:path w="61" h="3">
                  <a:moveTo>
                    <a:pt x="11" y="2"/>
                  </a:moveTo>
                  <a:lnTo>
                    <a:pt x="11" y="2"/>
                  </a:lnTo>
                  <a:cubicBezTo>
                    <a:pt x="39" y="3"/>
                    <a:pt x="61" y="0"/>
                    <a:pt x="54" y="0"/>
                  </a:cubicBezTo>
                  <a:lnTo>
                    <a:pt x="0" y="0"/>
                  </a:lnTo>
                  <a:cubicBezTo>
                    <a:pt x="13" y="2"/>
                    <a:pt x="15" y="0"/>
                    <a:pt x="46" y="0"/>
                  </a:cubicBezTo>
                  <a:lnTo>
                    <a:pt x="11" y="2"/>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351" name="Freeform 99"/>
            <p:cNvSpPr/>
            <p:nvPr/>
          </p:nvSpPr>
          <p:spPr bwMode="invGray">
            <a:xfrm>
              <a:off x="-2526952" y="8242495"/>
              <a:ext cx="1227914" cy="46567"/>
            </a:xfrm>
            <a:custGeom>
              <a:avLst/>
              <a:gdLst>
                <a:gd name="T0" fmla="*/ 746 w 1004"/>
                <a:gd name="T1" fmla="*/ 6 h 14"/>
                <a:gd name="T2" fmla="*/ 746 w 1004"/>
                <a:gd name="T3" fmla="*/ 6 h 14"/>
                <a:gd name="T4" fmla="*/ 820 w 1004"/>
                <a:gd name="T5" fmla="*/ 7 h 14"/>
                <a:gd name="T6" fmla="*/ 800 w 1004"/>
                <a:gd name="T7" fmla="*/ 8 h 14"/>
                <a:gd name="T8" fmla="*/ 847 w 1004"/>
                <a:gd name="T9" fmla="*/ 5 h 14"/>
                <a:gd name="T10" fmla="*/ 769 w 1004"/>
                <a:gd name="T11" fmla="*/ 11 h 14"/>
                <a:gd name="T12" fmla="*/ 918 w 1004"/>
                <a:gd name="T13" fmla="*/ 9 h 14"/>
                <a:gd name="T14" fmla="*/ 876 w 1004"/>
                <a:gd name="T15" fmla="*/ 7 h 14"/>
                <a:gd name="T16" fmla="*/ 981 w 1004"/>
                <a:gd name="T17" fmla="*/ 5 h 14"/>
                <a:gd name="T18" fmla="*/ 989 w 1004"/>
                <a:gd name="T19" fmla="*/ 2 h 14"/>
                <a:gd name="T20" fmla="*/ 997 w 1004"/>
                <a:gd name="T21" fmla="*/ 2 h 14"/>
                <a:gd name="T22" fmla="*/ 1004 w 1004"/>
                <a:gd name="T23" fmla="*/ 2 h 14"/>
                <a:gd name="T24" fmla="*/ 999 w 1004"/>
                <a:gd name="T25" fmla="*/ 2 h 14"/>
                <a:gd name="T26" fmla="*/ 994 w 1004"/>
                <a:gd name="T27" fmla="*/ 1 h 14"/>
                <a:gd name="T28" fmla="*/ 904 w 1004"/>
                <a:gd name="T29" fmla="*/ 0 h 14"/>
                <a:gd name="T30" fmla="*/ 791 w 1004"/>
                <a:gd name="T31" fmla="*/ 2 h 14"/>
                <a:gd name="T32" fmla="*/ 756 w 1004"/>
                <a:gd name="T33" fmla="*/ 2 h 14"/>
                <a:gd name="T34" fmla="*/ 743 w 1004"/>
                <a:gd name="T35" fmla="*/ 2 h 14"/>
                <a:gd name="T36" fmla="*/ 764 w 1004"/>
                <a:gd name="T37" fmla="*/ 1 h 14"/>
                <a:gd name="T38" fmla="*/ 697 w 1004"/>
                <a:gd name="T39" fmla="*/ 2 h 14"/>
                <a:gd name="T40" fmla="*/ 570 w 1004"/>
                <a:gd name="T41" fmla="*/ 3 h 14"/>
                <a:gd name="T42" fmla="*/ 559 w 1004"/>
                <a:gd name="T43" fmla="*/ 2 h 14"/>
                <a:gd name="T44" fmla="*/ 554 w 1004"/>
                <a:gd name="T45" fmla="*/ 3 h 14"/>
                <a:gd name="T46" fmla="*/ 0 w 1004"/>
                <a:gd name="T47" fmla="*/ 4 h 14"/>
                <a:gd name="T48" fmla="*/ 79 w 1004"/>
                <a:gd name="T49" fmla="*/ 5 h 14"/>
                <a:gd name="T50" fmla="*/ 113 w 1004"/>
                <a:gd name="T51" fmla="*/ 8 h 14"/>
                <a:gd name="T52" fmla="*/ 49 w 1004"/>
                <a:gd name="T53" fmla="*/ 8 h 14"/>
                <a:gd name="T54" fmla="*/ 64 w 1004"/>
                <a:gd name="T55" fmla="*/ 12 h 14"/>
                <a:gd name="T56" fmla="*/ 213 w 1004"/>
                <a:gd name="T57" fmla="*/ 8 h 14"/>
                <a:gd name="T58" fmla="*/ 234 w 1004"/>
                <a:gd name="T59" fmla="*/ 11 h 14"/>
                <a:gd name="T60" fmla="*/ 223 w 1004"/>
                <a:gd name="T61" fmla="*/ 11 h 14"/>
                <a:gd name="T62" fmla="*/ 324 w 1004"/>
                <a:gd name="T63" fmla="*/ 10 h 14"/>
                <a:gd name="T64" fmla="*/ 322 w 1004"/>
                <a:gd name="T65" fmla="*/ 12 h 14"/>
                <a:gd name="T66" fmla="*/ 454 w 1004"/>
                <a:gd name="T67" fmla="*/ 10 h 14"/>
                <a:gd name="T68" fmla="*/ 452 w 1004"/>
                <a:gd name="T69" fmla="*/ 11 h 14"/>
                <a:gd name="T70" fmla="*/ 620 w 1004"/>
                <a:gd name="T71" fmla="*/ 9 h 14"/>
                <a:gd name="T72" fmla="*/ 568 w 1004"/>
                <a:gd name="T73" fmla="*/ 11 h 14"/>
                <a:gd name="T74" fmla="*/ 643 w 1004"/>
                <a:gd name="T75" fmla="*/ 10 h 14"/>
                <a:gd name="T76" fmla="*/ 622 w 1004"/>
                <a:gd name="T77" fmla="*/ 12 h 14"/>
                <a:gd name="T78" fmla="*/ 758 w 1004"/>
                <a:gd name="T79" fmla="*/ 8 h 14"/>
                <a:gd name="T80" fmla="*/ 746 w 1004"/>
                <a:gd name="T81" fmla="*/ 6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004" h="14">
                  <a:moveTo>
                    <a:pt x="746" y="6"/>
                  </a:moveTo>
                  <a:lnTo>
                    <a:pt x="746" y="6"/>
                  </a:lnTo>
                  <a:cubicBezTo>
                    <a:pt x="758" y="5"/>
                    <a:pt x="817" y="5"/>
                    <a:pt x="820" y="7"/>
                  </a:cubicBezTo>
                  <a:cubicBezTo>
                    <a:pt x="812" y="7"/>
                    <a:pt x="780" y="8"/>
                    <a:pt x="800" y="8"/>
                  </a:cubicBezTo>
                  <a:lnTo>
                    <a:pt x="847" y="5"/>
                  </a:lnTo>
                  <a:cubicBezTo>
                    <a:pt x="909" y="7"/>
                    <a:pt x="800" y="10"/>
                    <a:pt x="769" y="11"/>
                  </a:cubicBezTo>
                  <a:cubicBezTo>
                    <a:pt x="832" y="11"/>
                    <a:pt x="851" y="9"/>
                    <a:pt x="918" y="9"/>
                  </a:cubicBezTo>
                  <a:cubicBezTo>
                    <a:pt x="899" y="9"/>
                    <a:pt x="886" y="8"/>
                    <a:pt x="876" y="7"/>
                  </a:cubicBezTo>
                  <a:cubicBezTo>
                    <a:pt x="873" y="5"/>
                    <a:pt x="936" y="6"/>
                    <a:pt x="981" y="5"/>
                  </a:cubicBezTo>
                  <a:cubicBezTo>
                    <a:pt x="952" y="4"/>
                    <a:pt x="969" y="3"/>
                    <a:pt x="989" y="2"/>
                  </a:cubicBezTo>
                  <a:cubicBezTo>
                    <a:pt x="993" y="2"/>
                    <a:pt x="996" y="2"/>
                    <a:pt x="997" y="2"/>
                  </a:cubicBezTo>
                  <a:lnTo>
                    <a:pt x="1004" y="2"/>
                  </a:lnTo>
                  <a:lnTo>
                    <a:pt x="999" y="2"/>
                  </a:lnTo>
                  <a:cubicBezTo>
                    <a:pt x="999" y="1"/>
                    <a:pt x="998" y="1"/>
                    <a:pt x="994" y="1"/>
                  </a:cubicBezTo>
                  <a:cubicBezTo>
                    <a:pt x="957" y="1"/>
                    <a:pt x="928" y="0"/>
                    <a:pt x="904" y="0"/>
                  </a:cubicBezTo>
                  <a:cubicBezTo>
                    <a:pt x="928" y="3"/>
                    <a:pt x="822" y="1"/>
                    <a:pt x="791" y="2"/>
                  </a:cubicBezTo>
                  <a:lnTo>
                    <a:pt x="756" y="2"/>
                  </a:lnTo>
                  <a:lnTo>
                    <a:pt x="743" y="2"/>
                  </a:lnTo>
                  <a:cubicBezTo>
                    <a:pt x="740" y="2"/>
                    <a:pt x="744" y="1"/>
                    <a:pt x="764" y="1"/>
                  </a:cubicBezTo>
                  <a:cubicBezTo>
                    <a:pt x="747" y="1"/>
                    <a:pt x="692" y="1"/>
                    <a:pt x="697" y="2"/>
                  </a:cubicBezTo>
                  <a:lnTo>
                    <a:pt x="570" y="3"/>
                  </a:lnTo>
                  <a:cubicBezTo>
                    <a:pt x="566" y="3"/>
                    <a:pt x="562" y="2"/>
                    <a:pt x="559" y="2"/>
                  </a:cubicBezTo>
                  <a:cubicBezTo>
                    <a:pt x="554" y="2"/>
                    <a:pt x="554" y="3"/>
                    <a:pt x="554" y="3"/>
                  </a:cubicBezTo>
                  <a:lnTo>
                    <a:pt x="0" y="4"/>
                  </a:lnTo>
                  <a:lnTo>
                    <a:pt x="79" y="5"/>
                  </a:lnTo>
                  <a:cubicBezTo>
                    <a:pt x="37" y="8"/>
                    <a:pt x="125" y="6"/>
                    <a:pt x="113" y="8"/>
                  </a:cubicBezTo>
                  <a:cubicBezTo>
                    <a:pt x="94" y="9"/>
                    <a:pt x="66" y="9"/>
                    <a:pt x="49" y="8"/>
                  </a:cubicBezTo>
                  <a:cubicBezTo>
                    <a:pt x="43" y="9"/>
                    <a:pt x="67" y="10"/>
                    <a:pt x="64" y="12"/>
                  </a:cubicBezTo>
                  <a:cubicBezTo>
                    <a:pt x="134" y="13"/>
                    <a:pt x="145" y="7"/>
                    <a:pt x="213" y="8"/>
                  </a:cubicBezTo>
                  <a:cubicBezTo>
                    <a:pt x="210" y="10"/>
                    <a:pt x="189" y="11"/>
                    <a:pt x="234" y="11"/>
                  </a:cubicBezTo>
                  <a:lnTo>
                    <a:pt x="223" y="11"/>
                  </a:lnTo>
                  <a:cubicBezTo>
                    <a:pt x="294" y="9"/>
                    <a:pt x="278" y="14"/>
                    <a:pt x="324" y="10"/>
                  </a:cubicBezTo>
                  <a:lnTo>
                    <a:pt x="322" y="12"/>
                  </a:lnTo>
                  <a:cubicBezTo>
                    <a:pt x="355" y="11"/>
                    <a:pt x="418" y="11"/>
                    <a:pt x="454" y="10"/>
                  </a:cubicBezTo>
                  <a:lnTo>
                    <a:pt x="452" y="11"/>
                  </a:lnTo>
                  <a:cubicBezTo>
                    <a:pt x="551" y="8"/>
                    <a:pt x="508" y="10"/>
                    <a:pt x="620" y="9"/>
                  </a:cubicBezTo>
                  <a:lnTo>
                    <a:pt x="568" y="11"/>
                  </a:lnTo>
                  <a:cubicBezTo>
                    <a:pt x="607" y="12"/>
                    <a:pt x="616" y="10"/>
                    <a:pt x="643" y="10"/>
                  </a:cubicBezTo>
                  <a:cubicBezTo>
                    <a:pt x="641" y="10"/>
                    <a:pt x="648" y="12"/>
                    <a:pt x="622" y="12"/>
                  </a:cubicBezTo>
                  <a:lnTo>
                    <a:pt x="758" y="8"/>
                  </a:lnTo>
                  <a:cubicBezTo>
                    <a:pt x="790" y="7"/>
                    <a:pt x="751" y="7"/>
                    <a:pt x="746" y="6"/>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352" name="Freeform 100"/>
            <p:cNvSpPr/>
            <p:nvPr/>
          </p:nvSpPr>
          <p:spPr bwMode="invGray">
            <a:xfrm>
              <a:off x="-1404317" y="8272765"/>
              <a:ext cx="30369" cy="0"/>
            </a:xfrm>
            <a:custGeom>
              <a:avLst/>
              <a:gdLst>
                <a:gd name="T0" fmla="*/ 0 w 25"/>
                <a:gd name="T1" fmla="*/ 0 w 25"/>
                <a:gd name="T2" fmla="*/ 25 w 25"/>
                <a:gd name="T3" fmla="*/ 0 w 25"/>
              </a:gdLst>
              <a:ahLst/>
              <a:cxnLst>
                <a:cxn ang="0">
                  <a:pos x="T0" y="0"/>
                </a:cxn>
                <a:cxn ang="0">
                  <a:pos x="T1" y="0"/>
                </a:cxn>
                <a:cxn ang="0">
                  <a:pos x="T2" y="0"/>
                </a:cxn>
                <a:cxn ang="0">
                  <a:pos x="T3" y="0"/>
                </a:cxn>
              </a:cxnLst>
              <a:rect l="0" t="0" r="r" b="b"/>
              <a:pathLst>
                <a:path w="25">
                  <a:moveTo>
                    <a:pt x="0" y="0"/>
                  </a:moveTo>
                  <a:lnTo>
                    <a:pt x="0" y="0"/>
                  </a:lnTo>
                  <a:lnTo>
                    <a:pt x="25" y="0"/>
                  </a:lnTo>
                  <a:lnTo>
                    <a:pt x="0" y="0"/>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353" name="Freeform 101"/>
            <p:cNvSpPr/>
            <p:nvPr/>
          </p:nvSpPr>
          <p:spPr bwMode="invGray">
            <a:xfrm>
              <a:off x="-2574530" y="8256464"/>
              <a:ext cx="47578" cy="0"/>
            </a:xfrm>
            <a:custGeom>
              <a:avLst/>
              <a:gdLst>
                <a:gd name="T0" fmla="*/ 0 w 39"/>
                <a:gd name="T1" fmla="*/ 0 w 39"/>
                <a:gd name="T2" fmla="*/ 39 w 39"/>
                <a:gd name="T3" fmla="*/ 0 w 39"/>
              </a:gdLst>
              <a:ahLst/>
              <a:cxnLst>
                <a:cxn ang="0">
                  <a:pos x="T0" y="0"/>
                </a:cxn>
                <a:cxn ang="0">
                  <a:pos x="T1" y="0"/>
                </a:cxn>
                <a:cxn ang="0">
                  <a:pos x="T2" y="0"/>
                </a:cxn>
                <a:cxn ang="0">
                  <a:pos x="T3" y="0"/>
                </a:cxn>
              </a:cxnLst>
              <a:rect l="0" t="0" r="r" b="b"/>
              <a:pathLst>
                <a:path w="39">
                  <a:moveTo>
                    <a:pt x="0" y="0"/>
                  </a:moveTo>
                  <a:lnTo>
                    <a:pt x="0" y="0"/>
                  </a:lnTo>
                  <a:lnTo>
                    <a:pt x="39" y="0"/>
                  </a:lnTo>
                  <a:cubicBezTo>
                    <a:pt x="27" y="0"/>
                    <a:pt x="14" y="0"/>
                    <a:pt x="0" y="0"/>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354" name="Freeform 102"/>
            <p:cNvSpPr/>
            <p:nvPr/>
          </p:nvSpPr>
          <p:spPr bwMode="invGray">
            <a:xfrm>
              <a:off x="-1251460" y="8247152"/>
              <a:ext cx="112365" cy="9313"/>
            </a:xfrm>
            <a:custGeom>
              <a:avLst/>
              <a:gdLst>
                <a:gd name="T0" fmla="*/ 71 w 92"/>
                <a:gd name="T1" fmla="*/ 3 h 3"/>
                <a:gd name="T2" fmla="*/ 71 w 92"/>
                <a:gd name="T3" fmla="*/ 3 h 3"/>
                <a:gd name="T4" fmla="*/ 92 w 92"/>
                <a:gd name="T5" fmla="*/ 0 h 3"/>
                <a:gd name="T6" fmla="*/ 8 w 92"/>
                <a:gd name="T7" fmla="*/ 1 h 3"/>
                <a:gd name="T8" fmla="*/ 2 w 92"/>
                <a:gd name="T9" fmla="*/ 3 h 3"/>
                <a:gd name="T10" fmla="*/ 71 w 92"/>
                <a:gd name="T11" fmla="*/ 3 h 3"/>
              </a:gdLst>
              <a:ahLst/>
              <a:cxnLst>
                <a:cxn ang="0">
                  <a:pos x="T0" y="T1"/>
                </a:cxn>
                <a:cxn ang="0">
                  <a:pos x="T2" y="T3"/>
                </a:cxn>
                <a:cxn ang="0">
                  <a:pos x="T4" y="T5"/>
                </a:cxn>
                <a:cxn ang="0">
                  <a:pos x="T6" y="T7"/>
                </a:cxn>
                <a:cxn ang="0">
                  <a:pos x="T8" y="T9"/>
                </a:cxn>
                <a:cxn ang="0">
                  <a:pos x="T10" y="T11"/>
                </a:cxn>
              </a:cxnLst>
              <a:rect l="0" t="0" r="r" b="b"/>
              <a:pathLst>
                <a:path w="92" h="3">
                  <a:moveTo>
                    <a:pt x="71" y="3"/>
                  </a:moveTo>
                  <a:lnTo>
                    <a:pt x="71" y="3"/>
                  </a:lnTo>
                  <a:cubicBezTo>
                    <a:pt x="47" y="2"/>
                    <a:pt x="88" y="1"/>
                    <a:pt x="92" y="0"/>
                  </a:cubicBezTo>
                  <a:lnTo>
                    <a:pt x="8" y="1"/>
                  </a:lnTo>
                  <a:cubicBezTo>
                    <a:pt x="8" y="1"/>
                    <a:pt x="0" y="2"/>
                    <a:pt x="2" y="3"/>
                  </a:cubicBezTo>
                  <a:lnTo>
                    <a:pt x="71" y="3"/>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355" name="Freeform 103"/>
            <p:cNvSpPr/>
            <p:nvPr/>
          </p:nvSpPr>
          <p:spPr bwMode="invGray">
            <a:xfrm>
              <a:off x="-1299038" y="8242495"/>
              <a:ext cx="57701" cy="6984"/>
            </a:xfrm>
            <a:custGeom>
              <a:avLst/>
              <a:gdLst>
                <a:gd name="T0" fmla="*/ 22 w 47"/>
                <a:gd name="T1" fmla="*/ 0 h 2"/>
                <a:gd name="T2" fmla="*/ 22 w 47"/>
                <a:gd name="T3" fmla="*/ 0 h 2"/>
                <a:gd name="T4" fmla="*/ 0 w 47"/>
                <a:gd name="T5" fmla="*/ 2 h 2"/>
                <a:gd name="T6" fmla="*/ 47 w 47"/>
                <a:gd name="T7" fmla="*/ 2 h 2"/>
                <a:gd name="T8" fmla="*/ 22 w 47"/>
                <a:gd name="T9" fmla="*/ 0 h 2"/>
              </a:gdLst>
              <a:ahLst/>
              <a:cxnLst>
                <a:cxn ang="0">
                  <a:pos x="T0" y="T1"/>
                </a:cxn>
                <a:cxn ang="0">
                  <a:pos x="T2" y="T3"/>
                </a:cxn>
                <a:cxn ang="0">
                  <a:pos x="T4" y="T5"/>
                </a:cxn>
                <a:cxn ang="0">
                  <a:pos x="T6" y="T7"/>
                </a:cxn>
                <a:cxn ang="0">
                  <a:pos x="T8" y="T9"/>
                </a:cxn>
              </a:cxnLst>
              <a:rect l="0" t="0" r="r" b="b"/>
              <a:pathLst>
                <a:path w="47" h="2">
                  <a:moveTo>
                    <a:pt x="22" y="0"/>
                  </a:moveTo>
                  <a:lnTo>
                    <a:pt x="22" y="0"/>
                  </a:lnTo>
                  <a:cubicBezTo>
                    <a:pt x="19" y="1"/>
                    <a:pt x="11" y="1"/>
                    <a:pt x="0" y="2"/>
                  </a:cubicBezTo>
                  <a:lnTo>
                    <a:pt x="47" y="2"/>
                  </a:lnTo>
                  <a:cubicBezTo>
                    <a:pt x="47" y="1"/>
                    <a:pt x="41" y="0"/>
                    <a:pt x="22" y="0"/>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356" name="Freeform 104"/>
            <p:cNvSpPr/>
            <p:nvPr/>
          </p:nvSpPr>
          <p:spPr bwMode="invGray">
            <a:xfrm>
              <a:off x="-1306125" y="8384525"/>
              <a:ext cx="45554" cy="4657"/>
            </a:xfrm>
            <a:custGeom>
              <a:avLst/>
              <a:gdLst>
                <a:gd name="T0" fmla="*/ 37 w 37"/>
                <a:gd name="T1" fmla="*/ 0 h 1"/>
                <a:gd name="T2" fmla="*/ 37 w 37"/>
                <a:gd name="T3" fmla="*/ 0 h 1"/>
                <a:gd name="T4" fmla="*/ 22 w 37"/>
                <a:gd name="T5" fmla="*/ 1 h 1"/>
                <a:gd name="T6" fmla="*/ 0 w 37"/>
                <a:gd name="T7" fmla="*/ 1 h 1"/>
                <a:gd name="T8" fmla="*/ 37 w 37"/>
                <a:gd name="T9" fmla="*/ 0 h 1"/>
              </a:gdLst>
              <a:ahLst/>
              <a:cxnLst>
                <a:cxn ang="0">
                  <a:pos x="T0" y="T1"/>
                </a:cxn>
                <a:cxn ang="0">
                  <a:pos x="T2" y="T3"/>
                </a:cxn>
                <a:cxn ang="0">
                  <a:pos x="T4" y="T5"/>
                </a:cxn>
                <a:cxn ang="0">
                  <a:pos x="T6" y="T7"/>
                </a:cxn>
                <a:cxn ang="0">
                  <a:pos x="T8" y="T9"/>
                </a:cxn>
              </a:cxnLst>
              <a:rect l="0" t="0" r="r" b="b"/>
              <a:pathLst>
                <a:path w="37" h="1">
                  <a:moveTo>
                    <a:pt x="37" y="0"/>
                  </a:moveTo>
                  <a:lnTo>
                    <a:pt x="37" y="0"/>
                  </a:lnTo>
                  <a:lnTo>
                    <a:pt x="22" y="1"/>
                  </a:lnTo>
                  <a:lnTo>
                    <a:pt x="0" y="1"/>
                  </a:lnTo>
                  <a:lnTo>
                    <a:pt x="37" y="0"/>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357" name="Freeform 105"/>
            <p:cNvSpPr/>
            <p:nvPr/>
          </p:nvSpPr>
          <p:spPr bwMode="invGray">
            <a:xfrm>
              <a:off x="-1547050" y="8375210"/>
              <a:ext cx="76934" cy="6984"/>
            </a:xfrm>
            <a:custGeom>
              <a:avLst/>
              <a:gdLst>
                <a:gd name="T0" fmla="*/ 0 w 63"/>
                <a:gd name="T1" fmla="*/ 0 h 2"/>
                <a:gd name="T2" fmla="*/ 0 w 63"/>
                <a:gd name="T3" fmla="*/ 0 h 2"/>
                <a:gd name="T4" fmla="*/ 63 w 63"/>
                <a:gd name="T5" fmla="*/ 0 h 2"/>
                <a:gd name="T6" fmla="*/ 0 w 63"/>
                <a:gd name="T7" fmla="*/ 0 h 2"/>
              </a:gdLst>
              <a:ahLst/>
              <a:cxnLst>
                <a:cxn ang="0">
                  <a:pos x="T0" y="T1"/>
                </a:cxn>
                <a:cxn ang="0">
                  <a:pos x="T2" y="T3"/>
                </a:cxn>
                <a:cxn ang="0">
                  <a:pos x="T4" y="T5"/>
                </a:cxn>
                <a:cxn ang="0">
                  <a:pos x="T6" y="T7"/>
                </a:cxn>
              </a:cxnLst>
              <a:rect l="0" t="0" r="r" b="b"/>
              <a:pathLst>
                <a:path w="62" h="2">
                  <a:moveTo>
                    <a:pt x="0" y="0"/>
                  </a:moveTo>
                  <a:lnTo>
                    <a:pt x="0" y="0"/>
                  </a:lnTo>
                  <a:cubicBezTo>
                    <a:pt x="18" y="2"/>
                    <a:pt x="52" y="1"/>
                    <a:pt x="63" y="0"/>
                  </a:cubicBezTo>
                  <a:cubicBezTo>
                    <a:pt x="24" y="0"/>
                    <a:pt x="41" y="0"/>
                    <a:pt x="0" y="0"/>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358" name="Freeform 106"/>
            <p:cNvSpPr/>
            <p:nvPr/>
          </p:nvSpPr>
          <p:spPr bwMode="invGray">
            <a:xfrm>
              <a:off x="-1533891" y="8417120"/>
              <a:ext cx="46566" cy="4657"/>
            </a:xfrm>
            <a:custGeom>
              <a:avLst/>
              <a:gdLst>
                <a:gd name="T0" fmla="*/ 38 w 38"/>
                <a:gd name="T1" fmla="*/ 0 h 1"/>
                <a:gd name="T2" fmla="*/ 38 w 38"/>
                <a:gd name="T3" fmla="*/ 0 h 1"/>
                <a:gd name="T4" fmla="*/ 0 w 38"/>
                <a:gd name="T5" fmla="*/ 1 h 1"/>
                <a:gd name="T6" fmla="*/ 3 w 38"/>
                <a:gd name="T7" fmla="*/ 1 h 1"/>
                <a:gd name="T8" fmla="*/ 38 w 38"/>
                <a:gd name="T9" fmla="*/ 0 h 1"/>
              </a:gdLst>
              <a:ahLst/>
              <a:cxnLst>
                <a:cxn ang="0">
                  <a:pos x="T0" y="T1"/>
                </a:cxn>
                <a:cxn ang="0">
                  <a:pos x="T2" y="T3"/>
                </a:cxn>
                <a:cxn ang="0">
                  <a:pos x="T4" y="T5"/>
                </a:cxn>
                <a:cxn ang="0">
                  <a:pos x="T6" y="T7"/>
                </a:cxn>
                <a:cxn ang="0">
                  <a:pos x="T8" y="T9"/>
                </a:cxn>
              </a:cxnLst>
              <a:rect l="0" t="0" r="r" b="b"/>
              <a:pathLst>
                <a:path w="38" h="1">
                  <a:moveTo>
                    <a:pt x="38" y="0"/>
                  </a:moveTo>
                  <a:lnTo>
                    <a:pt x="38" y="0"/>
                  </a:lnTo>
                  <a:lnTo>
                    <a:pt x="0" y="1"/>
                  </a:lnTo>
                  <a:lnTo>
                    <a:pt x="3" y="1"/>
                  </a:lnTo>
                  <a:lnTo>
                    <a:pt x="38" y="0"/>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359" name="Freeform 107"/>
            <p:cNvSpPr/>
            <p:nvPr/>
          </p:nvSpPr>
          <p:spPr bwMode="invGray">
            <a:xfrm>
              <a:off x="-2949079" y="8282077"/>
              <a:ext cx="22270" cy="0"/>
            </a:xfrm>
            <a:custGeom>
              <a:avLst/>
              <a:gdLst>
                <a:gd name="T0" fmla="*/ 18 w 18"/>
                <a:gd name="T1" fmla="*/ 18 w 18"/>
                <a:gd name="T2" fmla="*/ 0 w 18"/>
                <a:gd name="T3" fmla="*/ 18 w 18"/>
              </a:gdLst>
              <a:ahLst/>
              <a:cxnLst>
                <a:cxn ang="0">
                  <a:pos x="T0" y="0"/>
                </a:cxn>
                <a:cxn ang="0">
                  <a:pos x="T1" y="0"/>
                </a:cxn>
                <a:cxn ang="0">
                  <a:pos x="T2" y="0"/>
                </a:cxn>
                <a:cxn ang="0">
                  <a:pos x="T3" y="0"/>
                </a:cxn>
              </a:cxnLst>
              <a:rect l="0" t="0" r="r" b="b"/>
              <a:pathLst>
                <a:path w="18">
                  <a:moveTo>
                    <a:pt x="18" y="0"/>
                  </a:moveTo>
                  <a:lnTo>
                    <a:pt x="18" y="0"/>
                  </a:lnTo>
                  <a:lnTo>
                    <a:pt x="0" y="0"/>
                  </a:lnTo>
                  <a:lnTo>
                    <a:pt x="18" y="0"/>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360" name="Freeform 108"/>
            <p:cNvSpPr/>
            <p:nvPr/>
          </p:nvSpPr>
          <p:spPr bwMode="invGray">
            <a:xfrm>
              <a:off x="-3250743" y="8258794"/>
              <a:ext cx="790603" cy="27940"/>
            </a:xfrm>
            <a:custGeom>
              <a:avLst/>
              <a:gdLst>
                <a:gd name="T0" fmla="*/ 588 w 647"/>
                <a:gd name="T1" fmla="*/ 5 h 8"/>
                <a:gd name="T2" fmla="*/ 588 w 647"/>
                <a:gd name="T3" fmla="*/ 5 h 8"/>
                <a:gd name="T4" fmla="*/ 619 w 647"/>
                <a:gd name="T5" fmla="*/ 0 h 8"/>
                <a:gd name="T6" fmla="*/ 570 w 647"/>
                <a:gd name="T7" fmla="*/ 1 h 8"/>
                <a:gd name="T8" fmla="*/ 574 w 647"/>
                <a:gd name="T9" fmla="*/ 0 h 8"/>
                <a:gd name="T10" fmla="*/ 515 w 647"/>
                <a:gd name="T11" fmla="*/ 1 h 8"/>
                <a:gd name="T12" fmla="*/ 533 w 647"/>
                <a:gd name="T13" fmla="*/ 3 h 8"/>
                <a:gd name="T14" fmla="*/ 450 w 647"/>
                <a:gd name="T15" fmla="*/ 0 h 8"/>
                <a:gd name="T16" fmla="*/ 361 w 647"/>
                <a:gd name="T17" fmla="*/ 0 h 8"/>
                <a:gd name="T18" fmla="*/ 368 w 647"/>
                <a:gd name="T19" fmla="*/ 0 h 8"/>
                <a:gd name="T20" fmla="*/ 355 w 647"/>
                <a:gd name="T21" fmla="*/ 0 h 8"/>
                <a:gd name="T22" fmla="*/ 55 w 647"/>
                <a:gd name="T23" fmla="*/ 1 h 8"/>
                <a:gd name="T24" fmla="*/ 45 w 647"/>
                <a:gd name="T25" fmla="*/ 6 h 8"/>
                <a:gd name="T26" fmla="*/ 207 w 647"/>
                <a:gd name="T27" fmla="*/ 5 h 8"/>
                <a:gd name="T28" fmla="*/ 214 w 647"/>
                <a:gd name="T29" fmla="*/ 6 h 8"/>
                <a:gd name="T30" fmla="*/ 250 w 647"/>
                <a:gd name="T31" fmla="*/ 4 h 8"/>
                <a:gd name="T32" fmla="*/ 216 w 647"/>
                <a:gd name="T33" fmla="*/ 3 h 8"/>
                <a:gd name="T34" fmla="*/ 393 w 647"/>
                <a:gd name="T35" fmla="*/ 3 h 8"/>
                <a:gd name="T36" fmla="*/ 265 w 647"/>
                <a:gd name="T37" fmla="*/ 5 h 8"/>
                <a:gd name="T38" fmla="*/ 265 w 647"/>
                <a:gd name="T39" fmla="*/ 7 h 8"/>
                <a:gd name="T40" fmla="*/ 588 w 647"/>
                <a:gd name="T41" fmla="*/ 5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647" h="8">
                  <a:moveTo>
                    <a:pt x="588" y="5"/>
                  </a:moveTo>
                  <a:lnTo>
                    <a:pt x="588" y="5"/>
                  </a:lnTo>
                  <a:cubicBezTo>
                    <a:pt x="499" y="3"/>
                    <a:pt x="647" y="3"/>
                    <a:pt x="619" y="0"/>
                  </a:cubicBezTo>
                  <a:lnTo>
                    <a:pt x="570" y="1"/>
                  </a:lnTo>
                  <a:lnTo>
                    <a:pt x="574" y="0"/>
                  </a:lnTo>
                  <a:lnTo>
                    <a:pt x="515" y="1"/>
                  </a:lnTo>
                  <a:cubicBezTo>
                    <a:pt x="527" y="2"/>
                    <a:pt x="536" y="2"/>
                    <a:pt x="533" y="3"/>
                  </a:cubicBezTo>
                  <a:cubicBezTo>
                    <a:pt x="454" y="3"/>
                    <a:pt x="508" y="2"/>
                    <a:pt x="450" y="0"/>
                  </a:cubicBezTo>
                  <a:lnTo>
                    <a:pt x="361" y="0"/>
                  </a:lnTo>
                  <a:lnTo>
                    <a:pt x="368" y="0"/>
                  </a:lnTo>
                  <a:cubicBezTo>
                    <a:pt x="361" y="0"/>
                    <a:pt x="357" y="0"/>
                    <a:pt x="355" y="0"/>
                  </a:cubicBezTo>
                  <a:lnTo>
                    <a:pt x="55" y="1"/>
                  </a:lnTo>
                  <a:cubicBezTo>
                    <a:pt x="0" y="3"/>
                    <a:pt x="85" y="4"/>
                    <a:pt x="45" y="6"/>
                  </a:cubicBezTo>
                  <a:cubicBezTo>
                    <a:pt x="108" y="6"/>
                    <a:pt x="202" y="8"/>
                    <a:pt x="207" y="5"/>
                  </a:cubicBezTo>
                  <a:cubicBezTo>
                    <a:pt x="205" y="5"/>
                    <a:pt x="201" y="6"/>
                    <a:pt x="214" y="6"/>
                  </a:cubicBezTo>
                  <a:lnTo>
                    <a:pt x="250" y="4"/>
                  </a:lnTo>
                  <a:lnTo>
                    <a:pt x="216" y="3"/>
                  </a:lnTo>
                  <a:cubicBezTo>
                    <a:pt x="252" y="1"/>
                    <a:pt x="371" y="1"/>
                    <a:pt x="393" y="3"/>
                  </a:cubicBezTo>
                  <a:cubicBezTo>
                    <a:pt x="325" y="4"/>
                    <a:pt x="359" y="6"/>
                    <a:pt x="265" y="5"/>
                  </a:cubicBezTo>
                  <a:cubicBezTo>
                    <a:pt x="269" y="6"/>
                    <a:pt x="286" y="7"/>
                    <a:pt x="265" y="7"/>
                  </a:cubicBezTo>
                  <a:cubicBezTo>
                    <a:pt x="375" y="6"/>
                    <a:pt x="474" y="8"/>
                    <a:pt x="588" y="5"/>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361" name="Freeform 109"/>
            <p:cNvSpPr/>
            <p:nvPr/>
          </p:nvSpPr>
          <p:spPr bwMode="invGray">
            <a:xfrm>
              <a:off x="-3886464" y="8282078"/>
              <a:ext cx="3037" cy="0"/>
            </a:xfrm>
            <a:custGeom>
              <a:avLst/>
              <a:gdLst>
                <a:gd name="T0" fmla="*/ 1 w 2"/>
                <a:gd name="T1" fmla="*/ 1 w 2"/>
                <a:gd name="T2" fmla="*/ 2 w 2"/>
                <a:gd name="T3" fmla="*/ 1 w 2"/>
              </a:gdLst>
              <a:ahLst/>
              <a:cxnLst>
                <a:cxn ang="0">
                  <a:pos x="T0" y="0"/>
                </a:cxn>
                <a:cxn ang="0">
                  <a:pos x="T1" y="0"/>
                </a:cxn>
                <a:cxn ang="0">
                  <a:pos x="T2" y="0"/>
                </a:cxn>
                <a:cxn ang="0">
                  <a:pos x="T3" y="0"/>
                </a:cxn>
              </a:cxnLst>
              <a:rect l="0" t="0" r="r" b="b"/>
              <a:pathLst>
                <a:path w="2">
                  <a:moveTo>
                    <a:pt x="1" y="0"/>
                  </a:moveTo>
                  <a:lnTo>
                    <a:pt x="1" y="0"/>
                  </a:lnTo>
                  <a:lnTo>
                    <a:pt x="2" y="0"/>
                  </a:lnTo>
                  <a:cubicBezTo>
                    <a:pt x="0" y="0"/>
                    <a:pt x="0" y="0"/>
                    <a:pt x="1" y="0"/>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362" name="Freeform 110"/>
            <p:cNvSpPr/>
            <p:nvPr/>
          </p:nvSpPr>
          <p:spPr bwMode="invGray">
            <a:xfrm>
              <a:off x="-3883427" y="8272765"/>
              <a:ext cx="110340" cy="9313"/>
            </a:xfrm>
            <a:custGeom>
              <a:avLst/>
              <a:gdLst>
                <a:gd name="T0" fmla="*/ 36 w 90"/>
                <a:gd name="T1" fmla="*/ 3 h 3"/>
                <a:gd name="T2" fmla="*/ 36 w 90"/>
                <a:gd name="T3" fmla="*/ 3 h 3"/>
                <a:gd name="T4" fmla="*/ 90 w 90"/>
                <a:gd name="T5" fmla="*/ 0 h 3"/>
                <a:gd name="T6" fmla="*/ 6 w 90"/>
                <a:gd name="T7" fmla="*/ 1 h 3"/>
                <a:gd name="T8" fmla="*/ 0 w 90"/>
                <a:gd name="T9" fmla="*/ 3 h 3"/>
                <a:gd name="T10" fmla="*/ 48 w 90"/>
                <a:gd name="T11" fmla="*/ 2 h 3"/>
                <a:gd name="T12" fmla="*/ 36 w 90"/>
                <a:gd name="T13" fmla="*/ 3 h 3"/>
              </a:gdLst>
              <a:ahLst/>
              <a:cxnLst>
                <a:cxn ang="0">
                  <a:pos x="T0" y="T1"/>
                </a:cxn>
                <a:cxn ang="0">
                  <a:pos x="T2" y="T3"/>
                </a:cxn>
                <a:cxn ang="0">
                  <a:pos x="T4" y="T5"/>
                </a:cxn>
                <a:cxn ang="0">
                  <a:pos x="T6" y="T7"/>
                </a:cxn>
                <a:cxn ang="0">
                  <a:pos x="T8" y="T9"/>
                </a:cxn>
                <a:cxn ang="0">
                  <a:pos x="T10" y="T11"/>
                </a:cxn>
                <a:cxn ang="0">
                  <a:pos x="T12" y="T13"/>
                </a:cxn>
              </a:cxnLst>
              <a:rect l="0" t="0" r="r" b="b"/>
              <a:pathLst>
                <a:path w="90" h="3">
                  <a:moveTo>
                    <a:pt x="36" y="3"/>
                  </a:moveTo>
                  <a:lnTo>
                    <a:pt x="36" y="3"/>
                  </a:lnTo>
                  <a:lnTo>
                    <a:pt x="90" y="0"/>
                  </a:lnTo>
                  <a:lnTo>
                    <a:pt x="6" y="1"/>
                  </a:lnTo>
                  <a:lnTo>
                    <a:pt x="0" y="3"/>
                  </a:lnTo>
                  <a:cubicBezTo>
                    <a:pt x="8" y="2"/>
                    <a:pt x="37" y="1"/>
                    <a:pt x="48" y="2"/>
                  </a:cubicBezTo>
                  <a:lnTo>
                    <a:pt x="36" y="3"/>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363" name="Freeform 111"/>
            <p:cNvSpPr/>
            <p:nvPr/>
          </p:nvSpPr>
          <p:spPr bwMode="invGray">
            <a:xfrm>
              <a:off x="-3777137" y="8270435"/>
              <a:ext cx="78959" cy="18627"/>
            </a:xfrm>
            <a:custGeom>
              <a:avLst/>
              <a:gdLst>
                <a:gd name="T0" fmla="*/ 65 w 65"/>
                <a:gd name="T1" fmla="*/ 0 h 6"/>
                <a:gd name="T2" fmla="*/ 65 w 65"/>
                <a:gd name="T3" fmla="*/ 0 h 6"/>
                <a:gd name="T4" fmla="*/ 48 w 65"/>
                <a:gd name="T5" fmla="*/ 4 h 6"/>
                <a:gd name="T6" fmla="*/ 0 w 65"/>
                <a:gd name="T7" fmla="*/ 4 h 6"/>
                <a:gd name="T8" fmla="*/ 61 w 65"/>
                <a:gd name="T9" fmla="*/ 4 h 6"/>
                <a:gd name="T10" fmla="*/ 65 w 65"/>
                <a:gd name="T11" fmla="*/ 0 h 6"/>
              </a:gdLst>
              <a:ahLst/>
              <a:cxnLst>
                <a:cxn ang="0">
                  <a:pos x="T0" y="T1"/>
                </a:cxn>
                <a:cxn ang="0">
                  <a:pos x="T2" y="T3"/>
                </a:cxn>
                <a:cxn ang="0">
                  <a:pos x="T4" y="T5"/>
                </a:cxn>
                <a:cxn ang="0">
                  <a:pos x="T6" y="T7"/>
                </a:cxn>
                <a:cxn ang="0">
                  <a:pos x="T8" y="T9"/>
                </a:cxn>
                <a:cxn ang="0">
                  <a:pos x="T10" y="T11"/>
                </a:cxn>
              </a:cxnLst>
              <a:rect l="0" t="0" r="r" b="b"/>
              <a:pathLst>
                <a:path w="65" h="6">
                  <a:moveTo>
                    <a:pt x="65" y="0"/>
                  </a:moveTo>
                  <a:lnTo>
                    <a:pt x="65" y="0"/>
                  </a:lnTo>
                  <a:cubicBezTo>
                    <a:pt x="22" y="1"/>
                    <a:pt x="25" y="3"/>
                    <a:pt x="48" y="4"/>
                  </a:cubicBezTo>
                  <a:cubicBezTo>
                    <a:pt x="8" y="5"/>
                    <a:pt x="27" y="1"/>
                    <a:pt x="0" y="4"/>
                  </a:cubicBezTo>
                  <a:cubicBezTo>
                    <a:pt x="1" y="6"/>
                    <a:pt x="50" y="5"/>
                    <a:pt x="61" y="4"/>
                  </a:cubicBezTo>
                  <a:lnTo>
                    <a:pt x="65" y="0"/>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364" name="Freeform 112"/>
            <p:cNvSpPr/>
            <p:nvPr/>
          </p:nvSpPr>
          <p:spPr bwMode="invGray">
            <a:xfrm>
              <a:off x="-3320591" y="8272763"/>
              <a:ext cx="36443" cy="4657"/>
            </a:xfrm>
            <a:custGeom>
              <a:avLst/>
              <a:gdLst>
                <a:gd name="T0" fmla="*/ 12 w 30"/>
                <a:gd name="T1" fmla="*/ 0 h 1"/>
                <a:gd name="T2" fmla="*/ 12 w 30"/>
                <a:gd name="T3" fmla="*/ 0 h 1"/>
                <a:gd name="T4" fmla="*/ 0 w 30"/>
                <a:gd name="T5" fmla="*/ 1 h 1"/>
                <a:gd name="T6" fmla="*/ 30 w 30"/>
                <a:gd name="T7" fmla="*/ 1 h 1"/>
                <a:gd name="T8" fmla="*/ 12 w 30"/>
                <a:gd name="T9" fmla="*/ 0 h 1"/>
              </a:gdLst>
              <a:ahLst/>
              <a:cxnLst>
                <a:cxn ang="0">
                  <a:pos x="T0" y="T1"/>
                </a:cxn>
                <a:cxn ang="0">
                  <a:pos x="T2" y="T3"/>
                </a:cxn>
                <a:cxn ang="0">
                  <a:pos x="T4" y="T5"/>
                </a:cxn>
                <a:cxn ang="0">
                  <a:pos x="T6" y="T7"/>
                </a:cxn>
                <a:cxn ang="0">
                  <a:pos x="T8" y="T9"/>
                </a:cxn>
              </a:cxnLst>
              <a:rect l="0" t="0" r="r" b="b"/>
              <a:pathLst>
                <a:path w="30" h="1">
                  <a:moveTo>
                    <a:pt x="12" y="0"/>
                  </a:moveTo>
                  <a:lnTo>
                    <a:pt x="12" y="0"/>
                  </a:lnTo>
                  <a:lnTo>
                    <a:pt x="0" y="1"/>
                  </a:lnTo>
                  <a:lnTo>
                    <a:pt x="30" y="1"/>
                  </a:lnTo>
                  <a:lnTo>
                    <a:pt x="12" y="0"/>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365" name="Freeform 113"/>
            <p:cNvSpPr/>
            <p:nvPr/>
          </p:nvSpPr>
          <p:spPr bwMode="invGray">
            <a:xfrm>
              <a:off x="-3358045" y="8277421"/>
              <a:ext cx="37455" cy="4657"/>
            </a:xfrm>
            <a:custGeom>
              <a:avLst/>
              <a:gdLst>
                <a:gd name="T0" fmla="*/ 30 w 30"/>
                <a:gd name="T1" fmla="*/ 0 h 2"/>
                <a:gd name="T2" fmla="*/ 30 w 30"/>
                <a:gd name="T3" fmla="*/ 0 h 2"/>
                <a:gd name="T4" fmla="*/ 0 w 30"/>
                <a:gd name="T5" fmla="*/ 0 h 2"/>
                <a:gd name="T6" fmla="*/ 9 w 30"/>
                <a:gd name="T7" fmla="*/ 2 h 2"/>
                <a:gd name="T8" fmla="*/ 30 w 30"/>
                <a:gd name="T9" fmla="*/ 0 h 2"/>
              </a:gdLst>
              <a:ahLst/>
              <a:cxnLst>
                <a:cxn ang="0">
                  <a:pos x="T0" y="T1"/>
                </a:cxn>
                <a:cxn ang="0">
                  <a:pos x="T2" y="T3"/>
                </a:cxn>
                <a:cxn ang="0">
                  <a:pos x="T4" y="T5"/>
                </a:cxn>
                <a:cxn ang="0">
                  <a:pos x="T6" y="T7"/>
                </a:cxn>
                <a:cxn ang="0">
                  <a:pos x="T8" y="T9"/>
                </a:cxn>
              </a:cxnLst>
              <a:rect l="0" t="0" r="r" b="b"/>
              <a:pathLst>
                <a:path w="30" h="2">
                  <a:moveTo>
                    <a:pt x="30" y="0"/>
                  </a:moveTo>
                  <a:lnTo>
                    <a:pt x="30" y="0"/>
                  </a:lnTo>
                  <a:lnTo>
                    <a:pt x="0" y="0"/>
                  </a:lnTo>
                  <a:cubicBezTo>
                    <a:pt x="2" y="0"/>
                    <a:pt x="4" y="1"/>
                    <a:pt x="9" y="2"/>
                  </a:cubicBezTo>
                  <a:lnTo>
                    <a:pt x="30" y="0"/>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366" name="Freeform 114"/>
            <p:cNvSpPr/>
            <p:nvPr/>
          </p:nvSpPr>
          <p:spPr bwMode="invGray">
            <a:xfrm>
              <a:off x="-3506853" y="8272763"/>
              <a:ext cx="53652" cy="0"/>
            </a:xfrm>
            <a:custGeom>
              <a:avLst/>
              <a:gdLst>
                <a:gd name="T0" fmla="*/ 44 w 44"/>
                <a:gd name="T1" fmla="*/ 44 w 44"/>
                <a:gd name="T2" fmla="*/ 0 w 44"/>
                <a:gd name="T3" fmla="*/ 44 w 44"/>
              </a:gdLst>
              <a:ahLst/>
              <a:cxnLst>
                <a:cxn ang="0">
                  <a:pos x="T0" y="0"/>
                </a:cxn>
                <a:cxn ang="0">
                  <a:pos x="T1" y="0"/>
                </a:cxn>
                <a:cxn ang="0">
                  <a:pos x="T2" y="0"/>
                </a:cxn>
                <a:cxn ang="0">
                  <a:pos x="T3" y="0"/>
                </a:cxn>
              </a:cxnLst>
              <a:rect l="0" t="0" r="r" b="b"/>
              <a:pathLst>
                <a:path w="44">
                  <a:moveTo>
                    <a:pt x="44" y="0"/>
                  </a:moveTo>
                  <a:lnTo>
                    <a:pt x="44" y="0"/>
                  </a:lnTo>
                  <a:lnTo>
                    <a:pt x="0" y="0"/>
                  </a:lnTo>
                  <a:lnTo>
                    <a:pt x="44" y="0"/>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367" name="Freeform 115"/>
            <p:cNvSpPr/>
            <p:nvPr/>
          </p:nvSpPr>
          <p:spPr bwMode="invGray">
            <a:xfrm>
              <a:off x="-3453202" y="8272763"/>
              <a:ext cx="41504" cy="4657"/>
            </a:xfrm>
            <a:custGeom>
              <a:avLst/>
              <a:gdLst>
                <a:gd name="T0" fmla="*/ 34 w 34"/>
                <a:gd name="T1" fmla="*/ 1 h 1"/>
                <a:gd name="T2" fmla="*/ 34 w 34"/>
                <a:gd name="T3" fmla="*/ 1 h 1"/>
                <a:gd name="T4" fmla="*/ 33 w 34"/>
                <a:gd name="T5" fmla="*/ 0 h 1"/>
                <a:gd name="T6" fmla="*/ 0 w 34"/>
                <a:gd name="T7" fmla="*/ 0 h 1"/>
                <a:gd name="T8" fmla="*/ 34 w 34"/>
                <a:gd name="T9" fmla="*/ 1 h 1"/>
              </a:gdLst>
              <a:ahLst/>
              <a:cxnLst>
                <a:cxn ang="0">
                  <a:pos x="T0" y="T1"/>
                </a:cxn>
                <a:cxn ang="0">
                  <a:pos x="T2" y="T3"/>
                </a:cxn>
                <a:cxn ang="0">
                  <a:pos x="T4" y="T5"/>
                </a:cxn>
                <a:cxn ang="0">
                  <a:pos x="T6" y="T7"/>
                </a:cxn>
                <a:cxn ang="0">
                  <a:pos x="T8" y="T9"/>
                </a:cxn>
              </a:cxnLst>
              <a:rect l="0" t="0" r="r" b="b"/>
              <a:pathLst>
                <a:path w="34" h="1">
                  <a:moveTo>
                    <a:pt x="34" y="1"/>
                  </a:moveTo>
                  <a:lnTo>
                    <a:pt x="34" y="1"/>
                  </a:lnTo>
                  <a:lnTo>
                    <a:pt x="33" y="0"/>
                  </a:lnTo>
                  <a:lnTo>
                    <a:pt x="0" y="0"/>
                  </a:lnTo>
                  <a:lnTo>
                    <a:pt x="34" y="1"/>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368" name="Freeform 116"/>
            <p:cNvSpPr/>
            <p:nvPr/>
          </p:nvSpPr>
          <p:spPr bwMode="invGray">
            <a:xfrm>
              <a:off x="-3423844" y="8263449"/>
              <a:ext cx="65799" cy="13970"/>
            </a:xfrm>
            <a:custGeom>
              <a:avLst/>
              <a:gdLst>
                <a:gd name="T0" fmla="*/ 54 w 54"/>
                <a:gd name="T1" fmla="*/ 4 h 4"/>
                <a:gd name="T2" fmla="*/ 54 w 54"/>
                <a:gd name="T3" fmla="*/ 4 h 4"/>
                <a:gd name="T4" fmla="*/ 0 w 54"/>
                <a:gd name="T5" fmla="*/ 1 h 4"/>
                <a:gd name="T6" fmla="*/ 9 w 54"/>
                <a:gd name="T7" fmla="*/ 3 h 4"/>
                <a:gd name="T8" fmla="*/ 54 w 54"/>
                <a:gd name="T9" fmla="*/ 4 h 4"/>
              </a:gdLst>
              <a:ahLst/>
              <a:cxnLst>
                <a:cxn ang="0">
                  <a:pos x="T0" y="T1"/>
                </a:cxn>
                <a:cxn ang="0">
                  <a:pos x="T2" y="T3"/>
                </a:cxn>
                <a:cxn ang="0">
                  <a:pos x="T4" y="T5"/>
                </a:cxn>
                <a:cxn ang="0">
                  <a:pos x="T6" y="T7"/>
                </a:cxn>
                <a:cxn ang="0">
                  <a:pos x="T8" y="T9"/>
                </a:cxn>
              </a:cxnLst>
              <a:rect l="0" t="0" r="r" b="b"/>
              <a:pathLst>
                <a:path w="54" h="4">
                  <a:moveTo>
                    <a:pt x="54" y="4"/>
                  </a:moveTo>
                  <a:lnTo>
                    <a:pt x="54" y="4"/>
                  </a:lnTo>
                  <a:cubicBezTo>
                    <a:pt x="49" y="2"/>
                    <a:pt x="43" y="0"/>
                    <a:pt x="0" y="1"/>
                  </a:cubicBezTo>
                  <a:lnTo>
                    <a:pt x="9" y="3"/>
                  </a:lnTo>
                  <a:lnTo>
                    <a:pt x="54" y="4"/>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369" name="Freeform 117"/>
            <p:cNvSpPr/>
            <p:nvPr/>
          </p:nvSpPr>
          <p:spPr bwMode="invGray">
            <a:xfrm>
              <a:off x="-1864911" y="8412462"/>
              <a:ext cx="46566" cy="4657"/>
            </a:xfrm>
            <a:custGeom>
              <a:avLst/>
              <a:gdLst>
                <a:gd name="T0" fmla="*/ 34 w 38"/>
                <a:gd name="T1" fmla="*/ 0 h 2"/>
                <a:gd name="T2" fmla="*/ 34 w 38"/>
                <a:gd name="T3" fmla="*/ 0 h 2"/>
                <a:gd name="T4" fmla="*/ 0 w 38"/>
                <a:gd name="T5" fmla="*/ 1 h 2"/>
                <a:gd name="T6" fmla="*/ 4 w 38"/>
                <a:gd name="T7" fmla="*/ 2 h 2"/>
                <a:gd name="T8" fmla="*/ 38 w 38"/>
                <a:gd name="T9" fmla="*/ 1 h 2"/>
                <a:gd name="T10" fmla="*/ 34 w 38"/>
                <a:gd name="T11" fmla="*/ 0 h 2"/>
              </a:gdLst>
              <a:ahLst/>
              <a:cxnLst>
                <a:cxn ang="0">
                  <a:pos x="T0" y="T1"/>
                </a:cxn>
                <a:cxn ang="0">
                  <a:pos x="T2" y="T3"/>
                </a:cxn>
                <a:cxn ang="0">
                  <a:pos x="T4" y="T5"/>
                </a:cxn>
                <a:cxn ang="0">
                  <a:pos x="T6" y="T7"/>
                </a:cxn>
                <a:cxn ang="0">
                  <a:pos x="T8" y="T9"/>
                </a:cxn>
                <a:cxn ang="0">
                  <a:pos x="T10" y="T11"/>
                </a:cxn>
              </a:cxnLst>
              <a:rect l="0" t="0" r="r" b="b"/>
              <a:pathLst>
                <a:path w="38" h="2">
                  <a:moveTo>
                    <a:pt x="34" y="0"/>
                  </a:moveTo>
                  <a:lnTo>
                    <a:pt x="34" y="0"/>
                  </a:lnTo>
                  <a:lnTo>
                    <a:pt x="0" y="1"/>
                  </a:lnTo>
                  <a:lnTo>
                    <a:pt x="4" y="2"/>
                  </a:lnTo>
                  <a:lnTo>
                    <a:pt x="38" y="1"/>
                  </a:lnTo>
                  <a:lnTo>
                    <a:pt x="34" y="0"/>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370" name="Freeform 118"/>
            <p:cNvSpPr/>
            <p:nvPr/>
          </p:nvSpPr>
          <p:spPr bwMode="invGray">
            <a:xfrm>
              <a:off x="-2088628" y="8407806"/>
              <a:ext cx="25308" cy="4657"/>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9" y="1"/>
                    <a:pt x="16" y="1"/>
                    <a:pt x="21" y="0"/>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371" name="Freeform 119"/>
            <p:cNvSpPr/>
            <p:nvPr/>
          </p:nvSpPr>
          <p:spPr bwMode="invGray">
            <a:xfrm>
              <a:off x="-2380169" y="8407806"/>
              <a:ext cx="291541" cy="46567"/>
            </a:xfrm>
            <a:custGeom>
              <a:avLst/>
              <a:gdLst>
                <a:gd name="T0" fmla="*/ 113 w 238"/>
                <a:gd name="T1" fmla="*/ 12 h 14"/>
                <a:gd name="T2" fmla="*/ 113 w 238"/>
                <a:gd name="T3" fmla="*/ 12 h 14"/>
                <a:gd name="T4" fmla="*/ 94 w 238"/>
                <a:gd name="T5" fmla="*/ 9 h 14"/>
                <a:gd name="T6" fmla="*/ 157 w 238"/>
                <a:gd name="T7" fmla="*/ 6 h 14"/>
                <a:gd name="T8" fmla="*/ 145 w 238"/>
                <a:gd name="T9" fmla="*/ 8 h 14"/>
                <a:gd name="T10" fmla="*/ 169 w 238"/>
                <a:gd name="T11" fmla="*/ 6 h 14"/>
                <a:gd name="T12" fmla="*/ 238 w 238"/>
                <a:gd name="T13" fmla="*/ 1 h 14"/>
                <a:gd name="T14" fmla="*/ 32 w 238"/>
                <a:gd name="T15" fmla="*/ 3 h 14"/>
                <a:gd name="T16" fmla="*/ 19 w 238"/>
                <a:gd name="T17" fmla="*/ 13 h 14"/>
                <a:gd name="T18" fmla="*/ 113 w 238"/>
                <a:gd name="T19" fmla="*/ 12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8" h="14">
                  <a:moveTo>
                    <a:pt x="113" y="12"/>
                  </a:moveTo>
                  <a:lnTo>
                    <a:pt x="113" y="12"/>
                  </a:lnTo>
                  <a:cubicBezTo>
                    <a:pt x="73" y="10"/>
                    <a:pt x="168" y="9"/>
                    <a:pt x="94" y="9"/>
                  </a:cubicBezTo>
                  <a:cubicBezTo>
                    <a:pt x="88" y="7"/>
                    <a:pt x="122" y="5"/>
                    <a:pt x="157" y="6"/>
                  </a:cubicBezTo>
                  <a:cubicBezTo>
                    <a:pt x="155" y="7"/>
                    <a:pt x="123" y="7"/>
                    <a:pt x="145" y="8"/>
                  </a:cubicBezTo>
                  <a:cubicBezTo>
                    <a:pt x="168" y="7"/>
                    <a:pt x="177" y="8"/>
                    <a:pt x="169" y="6"/>
                  </a:cubicBezTo>
                  <a:cubicBezTo>
                    <a:pt x="208" y="4"/>
                    <a:pt x="212" y="3"/>
                    <a:pt x="238" y="1"/>
                  </a:cubicBezTo>
                  <a:cubicBezTo>
                    <a:pt x="191" y="2"/>
                    <a:pt x="92" y="0"/>
                    <a:pt x="32" y="3"/>
                  </a:cubicBezTo>
                  <a:cubicBezTo>
                    <a:pt x="0" y="6"/>
                    <a:pt x="20" y="9"/>
                    <a:pt x="19" y="13"/>
                  </a:cubicBezTo>
                  <a:cubicBezTo>
                    <a:pt x="24" y="14"/>
                    <a:pt x="110" y="14"/>
                    <a:pt x="113" y="12"/>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372" name="Freeform 120"/>
            <p:cNvSpPr/>
            <p:nvPr/>
          </p:nvSpPr>
          <p:spPr bwMode="invGray">
            <a:xfrm>
              <a:off x="-2164550" y="8454372"/>
              <a:ext cx="43529" cy="6984"/>
            </a:xfrm>
            <a:custGeom>
              <a:avLst/>
              <a:gdLst>
                <a:gd name="T0" fmla="*/ 0 w 36"/>
                <a:gd name="T1" fmla="*/ 1 h 2"/>
                <a:gd name="T2" fmla="*/ 0 w 36"/>
                <a:gd name="T3" fmla="*/ 1 h 2"/>
                <a:gd name="T4" fmla="*/ 36 w 36"/>
                <a:gd name="T5" fmla="*/ 1 h 2"/>
                <a:gd name="T6" fmla="*/ 0 w 36"/>
                <a:gd name="T7" fmla="*/ 1 h 2"/>
              </a:gdLst>
              <a:ahLst/>
              <a:cxnLst>
                <a:cxn ang="0">
                  <a:pos x="T0" y="T1"/>
                </a:cxn>
                <a:cxn ang="0">
                  <a:pos x="T2" y="T3"/>
                </a:cxn>
                <a:cxn ang="0">
                  <a:pos x="T4" y="T5"/>
                </a:cxn>
                <a:cxn ang="0">
                  <a:pos x="T6" y="T7"/>
                </a:cxn>
              </a:cxnLst>
              <a:rect l="0" t="0" r="r" b="b"/>
              <a:pathLst>
                <a:path w="36" h="2">
                  <a:moveTo>
                    <a:pt x="0" y="1"/>
                  </a:moveTo>
                  <a:lnTo>
                    <a:pt x="0" y="1"/>
                  </a:lnTo>
                  <a:cubicBezTo>
                    <a:pt x="19" y="2"/>
                    <a:pt x="24" y="1"/>
                    <a:pt x="36" y="1"/>
                  </a:cubicBezTo>
                  <a:cubicBezTo>
                    <a:pt x="33" y="0"/>
                    <a:pt x="15" y="1"/>
                    <a:pt x="0" y="1"/>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373" name="Freeform 121"/>
            <p:cNvSpPr/>
            <p:nvPr/>
          </p:nvSpPr>
          <p:spPr bwMode="invGray">
            <a:xfrm>
              <a:off x="-2731436" y="8365896"/>
              <a:ext cx="70861" cy="6984"/>
            </a:xfrm>
            <a:custGeom>
              <a:avLst/>
              <a:gdLst>
                <a:gd name="T0" fmla="*/ 37 w 58"/>
                <a:gd name="T1" fmla="*/ 0 h 2"/>
                <a:gd name="T2" fmla="*/ 37 w 58"/>
                <a:gd name="T3" fmla="*/ 0 h 2"/>
                <a:gd name="T4" fmla="*/ 7 w 58"/>
                <a:gd name="T5" fmla="*/ 2 h 2"/>
                <a:gd name="T6" fmla="*/ 58 w 58"/>
                <a:gd name="T7" fmla="*/ 2 h 2"/>
                <a:gd name="T8" fmla="*/ 37 w 58"/>
                <a:gd name="T9" fmla="*/ 0 h 2"/>
              </a:gdLst>
              <a:ahLst/>
              <a:cxnLst>
                <a:cxn ang="0">
                  <a:pos x="T0" y="T1"/>
                </a:cxn>
                <a:cxn ang="0">
                  <a:pos x="T2" y="T3"/>
                </a:cxn>
                <a:cxn ang="0">
                  <a:pos x="T4" y="T5"/>
                </a:cxn>
                <a:cxn ang="0">
                  <a:pos x="T6" y="T7"/>
                </a:cxn>
                <a:cxn ang="0">
                  <a:pos x="T8" y="T9"/>
                </a:cxn>
              </a:cxnLst>
              <a:rect l="0" t="0" r="r" b="b"/>
              <a:pathLst>
                <a:path w="57" h="2">
                  <a:moveTo>
                    <a:pt x="37" y="0"/>
                  </a:moveTo>
                  <a:lnTo>
                    <a:pt x="37" y="0"/>
                  </a:lnTo>
                  <a:cubicBezTo>
                    <a:pt x="34" y="1"/>
                    <a:pt x="0" y="1"/>
                    <a:pt x="7" y="2"/>
                  </a:cubicBezTo>
                  <a:lnTo>
                    <a:pt x="58" y="2"/>
                  </a:lnTo>
                  <a:cubicBezTo>
                    <a:pt x="46" y="2"/>
                    <a:pt x="42" y="1"/>
                    <a:pt x="37" y="0"/>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374" name="Freeform 122"/>
            <p:cNvSpPr/>
            <p:nvPr/>
          </p:nvSpPr>
          <p:spPr bwMode="invGray">
            <a:xfrm>
              <a:off x="-2660575" y="8368223"/>
              <a:ext cx="28344" cy="4657"/>
            </a:xfrm>
            <a:custGeom>
              <a:avLst/>
              <a:gdLst>
                <a:gd name="T0" fmla="*/ 23 w 23"/>
                <a:gd name="T1" fmla="*/ 0 h 1"/>
                <a:gd name="T2" fmla="*/ 23 w 23"/>
                <a:gd name="T3" fmla="*/ 0 h 1"/>
                <a:gd name="T4" fmla="*/ 0 w 23"/>
                <a:gd name="T5" fmla="*/ 1 h 1"/>
                <a:gd name="T6" fmla="*/ 23 w 23"/>
                <a:gd name="T7" fmla="*/ 0 h 1"/>
              </a:gdLst>
              <a:ahLst/>
              <a:cxnLst>
                <a:cxn ang="0">
                  <a:pos x="T0" y="T1"/>
                </a:cxn>
                <a:cxn ang="0">
                  <a:pos x="T2" y="T3"/>
                </a:cxn>
                <a:cxn ang="0">
                  <a:pos x="T4" y="T5"/>
                </a:cxn>
                <a:cxn ang="0">
                  <a:pos x="T6" y="T7"/>
                </a:cxn>
              </a:cxnLst>
              <a:rect l="0" t="0" r="r" b="b"/>
              <a:pathLst>
                <a:path w="23" h="1">
                  <a:moveTo>
                    <a:pt x="23" y="0"/>
                  </a:moveTo>
                  <a:lnTo>
                    <a:pt x="23" y="0"/>
                  </a:lnTo>
                  <a:lnTo>
                    <a:pt x="0" y="1"/>
                  </a:lnTo>
                  <a:cubicBezTo>
                    <a:pt x="6" y="1"/>
                    <a:pt x="13" y="1"/>
                    <a:pt x="23" y="0"/>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375" name="Freeform 123"/>
            <p:cNvSpPr/>
            <p:nvPr/>
          </p:nvSpPr>
          <p:spPr bwMode="invGray">
            <a:xfrm>
              <a:off x="-2688919" y="8365896"/>
              <a:ext cx="4049" cy="0"/>
            </a:xfrm>
            <a:custGeom>
              <a:avLst/>
              <a:gdLst>
                <a:gd name="T0" fmla="*/ 0 w 3"/>
                <a:gd name="T1" fmla="*/ 0 w 3"/>
                <a:gd name="T2" fmla="*/ 2 w 3"/>
                <a:gd name="T3" fmla="*/ 0 w 3"/>
              </a:gdLst>
              <a:ahLst/>
              <a:cxnLst>
                <a:cxn ang="0">
                  <a:pos x="T0" y="0"/>
                </a:cxn>
                <a:cxn ang="0">
                  <a:pos x="T1" y="0"/>
                </a:cxn>
                <a:cxn ang="0">
                  <a:pos x="T2" y="0"/>
                </a:cxn>
                <a:cxn ang="0">
                  <a:pos x="T3" y="0"/>
                </a:cxn>
              </a:cxnLst>
              <a:rect l="0" t="0" r="r" b="b"/>
              <a:pathLst>
                <a:path w="3">
                  <a:moveTo>
                    <a:pt x="0" y="0"/>
                  </a:moveTo>
                  <a:lnTo>
                    <a:pt x="0" y="0"/>
                  </a:lnTo>
                  <a:lnTo>
                    <a:pt x="2" y="0"/>
                  </a:lnTo>
                  <a:cubicBezTo>
                    <a:pt x="3" y="0"/>
                    <a:pt x="3" y="0"/>
                    <a:pt x="0" y="0"/>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376" name="Freeform 124"/>
            <p:cNvSpPr/>
            <p:nvPr/>
          </p:nvSpPr>
          <p:spPr bwMode="invGray">
            <a:xfrm>
              <a:off x="-3645538" y="8265778"/>
              <a:ext cx="41504" cy="4657"/>
            </a:xfrm>
            <a:custGeom>
              <a:avLst/>
              <a:gdLst>
                <a:gd name="T0" fmla="*/ 33 w 34"/>
                <a:gd name="T1" fmla="*/ 1 h 1"/>
                <a:gd name="T2" fmla="*/ 33 w 34"/>
                <a:gd name="T3" fmla="*/ 1 h 1"/>
                <a:gd name="T4" fmla="*/ 0 w 34"/>
                <a:gd name="T5" fmla="*/ 1 h 1"/>
                <a:gd name="T6" fmla="*/ 33 w 34"/>
                <a:gd name="T7" fmla="*/ 1 h 1"/>
              </a:gdLst>
              <a:ahLst/>
              <a:cxnLst>
                <a:cxn ang="0">
                  <a:pos x="T0" y="T1"/>
                </a:cxn>
                <a:cxn ang="0">
                  <a:pos x="T2" y="T3"/>
                </a:cxn>
                <a:cxn ang="0">
                  <a:pos x="T4" y="T5"/>
                </a:cxn>
                <a:cxn ang="0">
                  <a:pos x="T6" y="T7"/>
                </a:cxn>
              </a:cxnLst>
              <a:rect l="0" t="0" r="r" b="b"/>
              <a:pathLst>
                <a:path w="34" h="1">
                  <a:moveTo>
                    <a:pt x="33" y="1"/>
                  </a:moveTo>
                  <a:lnTo>
                    <a:pt x="33" y="1"/>
                  </a:lnTo>
                  <a:cubicBezTo>
                    <a:pt x="34" y="0"/>
                    <a:pt x="12" y="1"/>
                    <a:pt x="0" y="1"/>
                  </a:cubicBezTo>
                  <a:cubicBezTo>
                    <a:pt x="9" y="1"/>
                    <a:pt x="22" y="1"/>
                    <a:pt x="33" y="1"/>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377" name="Freeform 125"/>
            <p:cNvSpPr/>
            <p:nvPr/>
          </p:nvSpPr>
          <p:spPr bwMode="invGray">
            <a:xfrm>
              <a:off x="-4670992" y="8279748"/>
              <a:ext cx="24295" cy="0"/>
            </a:xfrm>
            <a:custGeom>
              <a:avLst/>
              <a:gdLst>
                <a:gd name="T0" fmla="*/ 20 w 20"/>
                <a:gd name="T1" fmla="*/ 20 w 20"/>
                <a:gd name="T2" fmla="*/ 0 w 20"/>
                <a:gd name="T3" fmla="*/ 20 w 20"/>
              </a:gdLst>
              <a:ahLst/>
              <a:cxnLst>
                <a:cxn ang="0">
                  <a:pos x="T0" y="0"/>
                </a:cxn>
                <a:cxn ang="0">
                  <a:pos x="T1" y="0"/>
                </a:cxn>
                <a:cxn ang="0">
                  <a:pos x="T2" y="0"/>
                </a:cxn>
                <a:cxn ang="0">
                  <a:pos x="T3" y="0"/>
                </a:cxn>
              </a:cxnLst>
              <a:rect l="0" t="0" r="r" b="b"/>
              <a:pathLst>
                <a:path w="20">
                  <a:moveTo>
                    <a:pt x="20" y="0"/>
                  </a:moveTo>
                  <a:lnTo>
                    <a:pt x="20" y="0"/>
                  </a:lnTo>
                  <a:lnTo>
                    <a:pt x="0" y="0"/>
                  </a:lnTo>
                  <a:cubicBezTo>
                    <a:pt x="7" y="0"/>
                    <a:pt x="11" y="0"/>
                    <a:pt x="20" y="0"/>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378" name="Freeform 126"/>
            <p:cNvSpPr/>
            <p:nvPr/>
          </p:nvSpPr>
          <p:spPr bwMode="invGray">
            <a:xfrm>
              <a:off x="-5028333" y="8372881"/>
              <a:ext cx="4049" cy="2328"/>
            </a:xfrm>
            <a:custGeom>
              <a:avLst/>
              <a:gdLst>
                <a:gd name="T0" fmla="*/ 4 w 4"/>
                <a:gd name="T1" fmla="*/ 0 h 1"/>
                <a:gd name="T2" fmla="*/ 4 w 4"/>
                <a:gd name="T3" fmla="*/ 0 h 1"/>
                <a:gd name="T4" fmla="*/ 0 w 4"/>
                <a:gd name="T5" fmla="*/ 1 h 1"/>
                <a:gd name="T6" fmla="*/ 4 w 4"/>
                <a:gd name="T7" fmla="*/ 0 h 1"/>
              </a:gdLst>
              <a:ahLst/>
              <a:cxnLst>
                <a:cxn ang="0">
                  <a:pos x="T0" y="T1"/>
                </a:cxn>
                <a:cxn ang="0">
                  <a:pos x="T2" y="T3"/>
                </a:cxn>
                <a:cxn ang="0">
                  <a:pos x="T4" y="T5"/>
                </a:cxn>
                <a:cxn ang="0">
                  <a:pos x="T6" y="T7"/>
                </a:cxn>
              </a:cxnLst>
              <a:rect l="0" t="0" r="r" b="b"/>
              <a:pathLst>
                <a:path w="4" h="1">
                  <a:moveTo>
                    <a:pt x="4" y="0"/>
                  </a:moveTo>
                  <a:lnTo>
                    <a:pt x="4" y="0"/>
                  </a:lnTo>
                  <a:cubicBezTo>
                    <a:pt x="3" y="0"/>
                    <a:pt x="2" y="1"/>
                    <a:pt x="0" y="1"/>
                  </a:cubicBezTo>
                  <a:cubicBezTo>
                    <a:pt x="2" y="1"/>
                    <a:pt x="3" y="1"/>
                    <a:pt x="4" y="0"/>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379" name="Freeform 127"/>
            <p:cNvSpPr/>
            <p:nvPr/>
          </p:nvSpPr>
          <p:spPr bwMode="invGray">
            <a:xfrm>
              <a:off x="-5148795" y="8372881"/>
              <a:ext cx="120463" cy="4657"/>
            </a:xfrm>
            <a:custGeom>
              <a:avLst/>
              <a:gdLst>
                <a:gd name="T0" fmla="*/ 98 w 98"/>
                <a:gd name="T1" fmla="*/ 1 h 2"/>
                <a:gd name="T2" fmla="*/ 98 w 98"/>
                <a:gd name="T3" fmla="*/ 1 h 2"/>
                <a:gd name="T4" fmla="*/ 26 w 98"/>
                <a:gd name="T5" fmla="*/ 1 h 2"/>
                <a:gd name="T6" fmla="*/ 28 w 98"/>
                <a:gd name="T7" fmla="*/ 1 h 2"/>
                <a:gd name="T8" fmla="*/ 0 w 98"/>
                <a:gd name="T9" fmla="*/ 2 h 2"/>
                <a:gd name="T10" fmla="*/ 98 w 98"/>
                <a:gd name="T11" fmla="*/ 1 h 2"/>
              </a:gdLst>
              <a:ahLst/>
              <a:cxnLst>
                <a:cxn ang="0">
                  <a:pos x="T0" y="T1"/>
                </a:cxn>
                <a:cxn ang="0">
                  <a:pos x="T2" y="T3"/>
                </a:cxn>
                <a:cxn ang="0">
                  <a:pos x="T4" y="T5"/>
                </a:cxn>
                <a:cxn ang="0">
                  <a:pos x="T6" y="T7"/>
                </a:cxn>
                <a:cxn ang="0">
                  <a:pos x="T8" y="T9"/>
                </a:cxn>
                <a:cxn ang="0">
                  <a:pos x="T10" y="T11"/>
                </a:cxn>
              </a:cxnLst>
              <a:rect l="0" t="0" r="r" b="b"/>
              <a:pathLst>
                <a:path w="98" h="2">
                  <a:moveTo>
                    <a:pt x="98" y="1"/>
                  </a:moveTo>
                  <a:lnTo>
                    <a:pt x="98" y="1"/>
                  </a:lnTo>
                  <a:cubicBezTo>
                    <a:pt x="84" y="2"/>
                    <a:pt x="42" y="0"/>
                    <a:pt x="26" y="1"/>
                  </a:cubicBezTo>
                  <a:lnTo>
                    <a:pt x="28" y="1"/>
                  </a:lnTo>
                  <a:lnTo>
                    <a:pt x="0" y="2"/>
                  </a:lnTo>
                  <a:cubicBezTo>
                    <a:pt x="27" y="2"/>
                    <a:pt x="82" y="2"/>
                    <a:pt x="98" y="1"/>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grpSp>
    </p:spTree>
    <p:extLst>
      <p:ext uri="{BB962C8B-B14F-4D97-AF65-F5344CB8AC3E}">
        <p14:creationId xmlns:p14="http://schemas.microsoft.com/office/powerpoint/2010/main" val="10686514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grpSp>
        <p:nvGrpSpPr>
          <p:cNvPr id="167" name="line"/>
          <p:cNvGrpSpPr/>
          <p:nvPr/>
        </p:nvGrpSpPr>
        <p:grpSpPr>
          <a:xfrm>
            <a:off x="970791" y="2221231"/>
            <a:ext cx="6739859" cy="93878"/>
            <a:chOff x="970791" y="2221231"/>
            <a:chExt cx="6739859" cy="93878"/>
          </a:xfrm>
        </p:grpSpPr>
        <p:sp>
          <p:nvSpPr>
            <p:cNvPr id="168" name="Freeform 10"/>
            <p:cNvSpPr/>
            <p:nvPr/>
          </p:nvSpPr>
          <p:spPr bwMode="invGray">
            <a:xfrm>
              <a:off x="7670158" y="2237480"/>
              <a:ext cx="40492" cy="7222"/>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169" name="Freeform 11"/>
            <p:cNvSpPr/>
            <p:nvPr/>
          </p:nvSpPr>
          <p:spPr bwMode="invGray">
            <a:xfrm>
              <a:off x="7666110" y="2248310"/>
              <a:ext cx="12148" cy="1805"/>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170" name="Freeform 12"/>
            <p:cNvSpPr/>
            <p:nvPr/>
          </p:nvSpPr>
          <p:spPr bwMode="invGray">
            <a:xfrm>
              <a:off x="7678257" y="2246506"/>
              <a:ext cx="25307" cy="9027"/>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171" name="Freeform 15"/>
            <p:cNvSpPr/>
            <p:nvPr/>
          </p:nvSpPr>
          <p:spPr bwMode="invGray">
            <a:xfrm>
              <a:off x="7544634" y="2239283"/>
              <a:ext cx="27332" cy="7222"/>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172" name="Freeform 16"/>
            <p:cNvSpPr/>
            <p:nvPr/>
          </p:nvSpPr>
          <p:spPr bwMode="invGray">
            <a:xfrm>
              <a:off x="7530462" y="2246505"/>
              <a:ext cx="26320" cy="3611"/>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173" name="Freeform 17"/>
            <p:cNvSpPr/>
            <p:nvPr/>
          </p:nvSpPr>
          <p:spPr bwMode="invGray">
            <a:xfrm>
              <a:off x="7653961" y="2255533"/>
              <a:ext cx="49602" cy="5416"/>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174" name="Freeform 18"/>
            <p:cNvSpPr/>
            <p:nvPr/>
          </p:nvSpPr>
          <p:spPr bwMode="invGray">
            <a:xfrm>
              <a:off x="7438343" y="2233869"/>
              <a:ext cx="25307" cy="7222"/>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175" name="Freeform 19"/>
            <p:cNvSpPr/>
            <p:nvPr/>
          </p:nvSpPr>
          <p:spPr bwMode="invGray">
            <a:xfrm>
              <a:off x="7337113" y="2232063"/>
              <a:ext cx="58713" cy="7222"/>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176" name="Freeform 20"/>
            <p:cNvSpPr/>
            <p:nvPr/>
          </p:nvSpPr>
          <p:spPr bwMode="invGray">
            <a:xfrm>
              <a:off x="7314843" y="2237480"/>
              <a:ext cx="22270" cy="5416"/>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177" name="Freeform 21"/>
            <p:cNvSpPr/>
            <p:nvPr/>
          </p:nvSpPr>
          <p:spPr bwMode="invGray">
            <a:xfrm>
              <a:off x="7467699" y="2242894"/>
              <a:ext cx="19233" cy="7222"/>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178" name="Freeform 22"/>
            <p:cNvSpPr/>
            <p:nvPr/>
          </p:nvSpPr>
          <p:spPr bwMode="invGray">
            <a:xfrm>
              <a:off x="7455552" y="2248310"/>
              <a:ext cx="22270" cy="1805"/>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179" name="Freeform 23"/>
            <p:cNvSpPr/>
            <p:nvPr/>
          </p:nvSpPr>
          <p:spPr bwMode="invGray">
            <a:xfrm>
              <a:off x="7486933" y="2250116"/>
              <a:ext cx="3037"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180" name="Freeform 24"/>
            <p:cNvSpPr/>
            <p:nvPr/>
          </p:nvSpPr>
          <p:spPr bwMode="invGray">
            <a:xfrm>
              <a:off x="7550706" y="2255532"/>
              <a:ext cx="45553" cy="12638"/>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181" name="Freeform 25"/>
            <p:cNvSpPr/>
            <p:nvPr/>
          </p:nvSpPr>
          <p:spPr bwMode="invGray">
            <a:xfrm>
              <a:off x="7502115" y="2251922"/>
              <a:ext cx="28344" cy="5416"/>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182" name="Freeform 26"/>
            <p:cNvSpPr/>
            <p:nvPr/>
          </p:nvSpPr>
          <p:spPr bwMode="invGray">
            <a:xfrm>
              <a:off x="7488955" y="2255533"/>
              <a:ext cx="13160" cy="3611"/>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183" name="Freeform 27"/>
            <p:cNvSpPr/>
            <p:nvPr/>
          </p:nvSpPr>
          <p:spPr bwMode="invGray">
            <a:xfrm>
              <a:off x="7321927" y="2246505"/>
              <a:ext cx="54664" cy="5416"/>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184" name="Freeform 28"/>
            <p:cNvSpPr/>
            <p:nvPr/>
          </p:nvSpPr>
          <p:spPr bwMode="invGray">
            <a:xfrm>
              <a:off x="7414047" y="2248311"/>
              <a:ext cx="3037" cy="1805"/>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185" name="Freeform 29"/>
            <p:cNvSpPr/>
            <p:nvPr/>
          </p:nvSpPr>
          <p:spPr bwMode="invGray">
            <a:xfrm>
              <a:off x="7181220" y="2250116"/>
              <a:ext cx="3037"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186" name="Freeform 30"/>
            <p:cNvSpPr/>
            <p:nvPr/>
          </p:nvSpPr>
          <p:spPr bwMode="invGray">
            <a:xfrm>
              <a:off x="7367480" y="2250116"/>
              <a:ext cx="28344" cy="3611"/>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187" name="Freeform 31"/>
            <p:cNvSpPr/>
            <p:nvPr/>
          </p:nvSpPr>
          <p:spPr bwMode="invGray">
            <a:xfrm>
              <a:off x="7275361" y="2242894"/>
              <a:ext cx="20246" cy="3611"/>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188" name="Freeform 32"/>
            <p:cNvSpPr/>
            <p:nvPr/>
          </p:nvSpPr>
          <p:spPr bwMode="invGray">
            <a:xfrm>
              <a:off x="7408987" y="2246505"/>
              <a:ext cx="4049"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189" name="Freeform 33"/>
            <p:cNvSpPr/>
            <p:nvPr/>
          </p:nvSpPr>
          <p:spPr bwMode="invGray">
            <a:xfrm>
              <a:off x="7395824" y="2246505"/>
              <a:ext cx="18221" cy="3611"/>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190" name="Freeform 34"/>
            <p:cNvSpPr/>
            <p:nvPr/>
          </p:nvSpPr>
          <p:spPr bwMode="invGray">
            <a:xfrm>
              <a:off x="7102258" y="2250116"/>
              <a:ext cx="120463" cy="34302"/>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191" name="Freeform 35"/>
            <p:cNvSpPr/>
            <p:nvPr/>
          </p:nvSpPr>
          <p:spPr bwMode="invGray">
            <a:xfrm>
              <a:off x="7184255" y="2242894"/>
              <a:ext cx="60738" cy="7222"/>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192" name="Freeform 36"/>
            <p:cNvSpPr/>
            <p:nvPr/>
          </p:nvSpPr>
          <p:spPr bwMode="invGray">
            <a:xfrm>
              <a:off x="7244993" y="2246505"/>
              <a:ext cx="86045" cy="18053"/>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193" name="Freeform 37"/>
            <p:cNvSpPr/>
            <p:nvPr/>
          </p:nvSpPr>
          <p:spPr bwMode="invGray">
            <a:xfrm>
              <a:off x="7546659" y="2277197"/>
              <a:ext cx="6074" cy="1805"/>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194" name="Freeform 38"/>
            <p:cNvSpPr/>
            <p:nvPr/>
          </p:nvSpPr>
          <p:spPr bwMode="invGray">
            <a:xfrm>
              <a:off x="7502117" y="2262755"/>
              <a:ext cx="74910" cy="14442"/>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195" name="Freeform 39"/>
            <p:cNvSpPr/>
            <p:nvPr/>
          </p:nvSpPr>
          <p:spPr bwMode="invGray">
            <a:xfrm>
              <a:off x="7368494" y="2264559"/>
              <a:ext cx="44541" cy="7222"/>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196" name="Freeform 40"/>
            <p:cNvSpPr/>
            <p:nvPr/>
          </p:nvSpPr>
          <p:spPr bwMode="invGray">
            <a:xfrm>
              <a:off x="7156922" y="2241091"/>
              <a:ext cx="24295" cy="9027"/>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197" name="Freeform 41"/>
            <p:cNvSpPr/>
            <p:nvPr/>
          </p:nvSpPr>
          <p:spPr bwMode="invGray">
            <a:xfrm>
              <a:off x="7107323" y="2242894"/>
              <a:ext cx="14172" cy="3611"/>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198" name="Freeform 42"/>
            <p:cNvSpPr/>
            <p:nvPr/>
          </p:nvSpPr>
          <p:spPr bwMode="invGray">
            <a:xfrm>
              <a:off x="3951999" y="2297056"/>
              <a:ext cx="13160" cy="1805"/>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199" name="Freeform 43"/>
            <p:cNvSpPr/>
            <p:nvPr/>
          </p:nvSpPr>
          <p:spPr bwMode="invGray">
            <a:xfrm>
              <a:off x="4053230" y="2295250"/>
              <a:ext cx="6074" cy="1805"/>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200" name="Freeform 44"/>
            <p:cNvSpPr/>
            <p:nvPr/>
          </p:nvSpPr>
          <p:spPr bwMode="invGray">
            <a:xfrm>
              <a:off x="5707318" y="2232063"/>
              <a:ext cx="39479" cy="10833"/>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201" name="Freeform 45"/>
            <p:cNvSpPr/>
            <p:nvPr/>
          </p:nvSpPr>
          <p:spPr bwMode="invGray">
            <a:xfrm>
              <a:off x="4806376" y="2268169"/>
              <a:ext cx="18221" cy="5416"/>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8" h="4">
                  <a:moveTo>
                    <a:pt x="0" y="3"/>
                  </a:moveTo>
                  <a:lnTo>
                    <a:pt x="0" y="3"/>
                  </a:lnTo>
                  <a:lnTo>
                    <a:pt x="9" y="4"/>
                  </a:lnTo>
                  <a:lnTo>
                    <a:pt x="29" y="0"/>
                  </a:lnTo>
                  <a:lnTo>
                    <a:pt x="0" y="3"/>
                  </a:ln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202" name="Freeform 46"/>
            <p:cNvSpPr/>
            <p:nvPr/>
          </p:nvSpPr>
          <p:spPr bwMode="invGray">
            <a:xfrm>
              <a:off x="4768922" y="2291639"/>
              <a:ext cx="24295" cy="3611"/>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203" name="Freeform 47"/>
            <p:cNvSpPr/>
            <p:nvPr/>
          </p:nvSpPr>
          <p:spPr bwMode="invGray">
            <a:xfrm>
              <a:off x="3449901" y="2300667"/>
              <a:ext cx="23282" cy="5416"/>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204" name="Freeform 48"/>
            <p:cNvSpPr/>
            <p:nvPr/>
          </p:nvSpPr>
          <p:spPr bwMode="invGray">
            <a:xfrm>
              <a:off x="6508044" y="2244700"/>
              <a:ext cx="39479" cy="7222"/>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205" name="Freeform 49"/>
            <p:cNvSpPr/>
            <p:nvPr/>
          </p:nvSpPr>
          <p:spPr bwMode="invGray">
            <a:xfrm>
              <a:off x="3990466" y="2237480"/>
              <a:ext cx="12148" cy="3611"/>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206" name="Freeform 50"/>
            <p:cNvSpPr/>
            <p:nvPr/>
          </p:nvSpPr>
          <p:spPr bwMode="invGray">
            <a:xfrm>
              <a:off x="6462490" y="2241091"/>
              <a:ext cx="45553" cy="5416"/>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207" name="Freeform 51"/>
            <p:cNvSpPr/>
            <p:nvPr/>
          </p:nvSpPr>
          <p:spPr bwMode="invGray">
            <a:xfrm>
              <a:off x="1647004" y="2288029"/>
              <a:ext cx="5061" cy="1805"/>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208" name="Freeform 52"/>
            <p:cNvSpPr/>
            <p:nvPr/>
          </p:nvSpPr>
          <p:spPr bwMode="invGray">
            <a:xfrm>
              <a:off x="1123647" y="2232063"/>
              <a:ext cx="22270" cy="1805"/>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209" name="Freeform 53"/>
            <p:cNvSpPr/>
            <p:nvPr/>
          </p:nvSpPr>
          <p:spPr bwMode="invGray">
            <a:xfrm>
              <a:off x="6894743" y="2242894"/>
              <a:ext cx="12148" cy="1805"/>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210" name="Freeform 54"/>
            <p:cNvSpPr/>
            <p:nvPr/>
          </p:nvSpPr>
          <p:spPr bwMode="invGray">
            <a:xfrm>
              <a:off x="6948394" y="2266364"/>
              <a:ext cx="5061" cy="3611"/>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211" name="Freeform 55"/>
            <p:cNvSpPr/>
            <p:nvPr/>
          </p:nvSpPr>
          <p:spPr bwMode="invGray">
            <a:xfrm>
              <a:off x="6343038" y="2279002"/>
              <a:ext cx="3037" cy="1805"/>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212" name="Freeform 56"/>
            <p:cNvSpPr/>
            <p:nvPr/>
          </p:nvSpPr>
          <p:spPr bwMode="invGray">
            <a:xfrm>
              <a:off x="6897777" y="2246506"/>
              <a:ext cx="15184"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213" name="Freeform 57"/>
            <p:cNvSpPr/>
            <p:nvPr/>
          </p:nvSpPr>
          <p:spPr bwMode="invGray">
            <a:xfrm>
              <a:off x="6909927" y="2242894"/>
              <a:ext cx="12148" cy="1805"/>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214" name="Freeform 58"/>
            <p:cNvSpPr/>
            <p:nvPr/>
          </p:nvSpPr>
          <p:spPr bwMode="invGray">
            <a:xfrm>
              <a:off x="6878544" y="2244700"/>
              <a:ext cx="19233" cy="1805"/>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215" name="Freeform 59"/>
            <p:cNvSpPr/>
            <p:nvPr/>
          </p:nvSpPr>
          <p:spPr bwMode="invGray">
            <a:xfrm>
              <a:off x="2609696" y="2277197"/>
              <a:ext cx="13160" cy="3611"/>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216" name="Freeform 60"/>
            <p:cNvSpPr/>
            <p:nvPr/>
          </p:nvSpPr>
          <p:spPr bwMode="invGray">
            <a:xfrm>
              <a:off x="5438048" y="2298861"/>
              <a:ext cx="2025" cy="1805"/>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217" name="Freeform 61"/>
            <p:cNvSpPr/>
            <p:nvPr/>
          </p:nvSpPr>
          <p:spPr bwMode="invGray">
            <a:xfrm>
              <a:off x="5395530" y="2282612"/>
              <a:ext cx="42516" cy="21664"/>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218" name="Freeform 62"/>
            <p:cNvSpPr>
              <a:spLocks noEditPoints="1"/>
            </p:cNvSpPr>
            <p:nvPr/>
          </p:nvSpPr>
          <p:spPr bwMode="invGray">
            <a:xfrm>
              <a:off x="996098" y="2221231"/>
              <a:ext cx="6098064" cy="9387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219" name="Freeform 63"/>
            <p:cNvSpPr/>
            <p:nvPr/>
          </p:nvSpPr>
          <p:spPr bwMode="invGray">
            <a:xfrm>
              <a:off x="4788154" y="2288030"/>
              <a:ext cx="7086" cy="5416"/>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220" name="Freeform 64"/>
            <p:cNvSpPr/>
            <p:nvPr/>
          </p:nvSpPr>
          <p:spPr bwMode="invGray">
            <a:xfrm>
              <a:off x="3465084" y="2298861"/>
              <a:ext cx="3037" cy="1805"/>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221" name="Freeform 65"/>
            <p:cNvSpPr/>
            <p:nvPr/>
          </p:nvSpPr>
          <p:spPr bwMode="invGray">
            <a:xfrm>
              <a:off x="6167913" y="2298861"/>
              <a:ext cx="16197" cy="3611"/>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222" name="Freeform 66"/>
            <p:cNvSpPr/>
            <p:nvPr/>
          </p:nvSpPr>
          <p:spPr bwMode="invGray">
            <a:xfrm>
              <a:off x="6992934" y="2242894"/>
              <a:ext cx="25307" cy="3611"/>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223" name="Freeform 67"/>
            <p:cNvSpPr/>
            <p:nvPr/>
          </p:nvSpPr>
          <p:spPr bwMode="invGray">
            <a:xfrm>
              <a:off x="7224749" y="2277197"/>
              <a:ext cx="28344" cy="3611"/>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224" name="Freeform 68"/>
            <p:cNvSpPr/>
            <p:nvPr/>
          </p:nvSpPr>
          <p:spPr bwMode="invGray">
            <a:xfrm>
              <a:off x="7041525" y="2259144"/>
              <a:ext cx="38467" cy="9027"/>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2" h="7">
                  <a:moveTo>
                    <a:pt x="0" y="3"/>
                  </a:moveTo>
                  <a:lnTo>
                    <a:pt x="0" y="3"/>
                  </a:lnTo>
                  <a:cubicBezTo>
                    <a:pt x="3" y="7"/>
                    <a:pt x="30" y="6"/>
                    <a:pt x="60" y="5"/>
                  </a:cubicBezTo>
                  <a:lnTo>
                    <a:pt x="54" y="5"/>
                  </a:lnTo>
                  <a:cubicBezTo>
                    <a:pt x="63" y="0"/>
                    <a:pt x="31" y="1"/>
                    <a:pt x="0" y="3"/>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225" name="Freeform 69"/>
            <p:cNvSpPr/>
            <p:nvPr/>
          </p:nvSpPr>
          <p:spPr bwMode="invGray">
            <a:xfrm>
              <a:off x="7082014" y="2262755"/>
              <a:ext cx="18221" cy="1805"/>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226" name="Freeform 70"/>
            <p:cNvSpPr/>
            <p:nvPr/>
          </p:nvSpPr>
          <p:spPr bwMode="invGray">
            <a:xfrm>
              <a:off x="6809711" y="2237479"/>
              <a:ext cx="65799" cy="14442"/>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227" name="Freeform 71"/>
            <p:cNvSpPr/>
            <p:nvPr/>
          </p:nvSpPr>
          <p:spPr bwMode="invGray">
            <a:xfrm>
              <a:off x="7039499" y="2273586"/>
              <a:ext cx="17209" cy="7222"/>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228" name="Freeform 72"/>
            <p:cNvSpPr/>
            <p:nvPr/>
          </p:nvSpPr>
          <p:spPr bwMode="invGray">
            <a:xfrm>
              <a:off x="6912965" y="2271780"/>
              <a:ext cx="37455" cy="3611"/>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229" name="Freeform 73"/>
            <p:cNvSpPr/>
            <p:nvPr/>
          </p:nvSpPr>
          <p:spPr bwMode="invGray">
            <a:xfrm>
              <a:off x="6950417" y="2273586"/>
              <a:ext cx="23282" cy="1805"/>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230" name="Freeform 74"/>
            <p:cNvSpPr/>
            <p:nvPr/>
          </p:nvSpPr>
          <p:spPr bwMode="invGray">
            <a:xfrm>
              <a:off x="6987873" y="2280808"/>
              <a:ext cx="29356"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231" name="Freeform 75"/>
            <p:cNvSpPr/>
            <p:nvPr/>
          </p:nvSpPr>
          <p:spPr bwMode="invGray">
            <a:xfrm>
              <a:off x="6570809" y="2271781"/>
              <a:ext cx="39479" cy="5416"/>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232" name="Freeform 76"/>
            <p:cNvSpPr/>
            <p:nvPr/>
          </p:nvSpPr>
          <p:spPr bwMode="invGray">
            <a:xfrm>
              <a:off x="6685196" y="2284419"/>
              <a:ext cx="15184" cy="9027"/>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233" name="Freeform 77"/>
            <p:cNvSpPr/>
            <p:nvPr/>
          </p:nvSpPr>
          <p:spPr bwMode="invGray">
            <a:xfrm>
              <a:off x="6562710" y="2293445"/>
              <a:ext cx="74910" cy="3611"/>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234" name="Freeform 78"/>
            <p:cNvSpPr/>
            <p:nvPr/>
          </p:nvSpPr>
          <p:spPr bwMode="invGray">
            <a:xfrm>
              <a:off x="6135519" y="2268170"/>
              <a:ext cx="7086" cy="12638"/>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235" name="Freeform 79"/>
            <p:cNvSpPr/>
            <p:nvPr/>
          </p:nvSpPr>
          <p:spPr bwMode="invGray">
            <a:xfrm>
              <a:off x="5708331" y="2300667"/>
              <a:ext cx="61750" cy="12638"/>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0" h="10">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236" name="Freeform 80"/>
            <p:cNvSpPr/>
            <p:nvPr/>
          </p:nvSpPr>
          <p:spPr bwMode="invGray">
            <a:xfrm>
              <a:off x="5742749" y="2297056"/>
              <a:ext cx="11135" cy="3611"/>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237" name="Freeform 81"/>
            <p:cNvSpPr/>
            <p:nvPr/>
          </p:nvSpPr>
          <p:spPr bwMode="invGray">
            <a:xfrm>
              <a:off x="1012295" y="2224841"/>
              <a:ext cx="24295" cy="5416"/>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238" name="Freeform 82"/>
            <p:cNvSpPr/>
            <p:nvPr/>
          </p:nvSpPr>
          <p:spPr bwMode="invGray">
            <a:xfrm>
              <a:off x="970791" y="2228453"/>
              <a:ext cx="19233" cy="7222"/>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239" name="Freeform 83"/>
            <p:cNvSpPr/>
            <p:nvPr/>
          </p:nvSpPr>
          <p:spPr bwMode="invGray">
            <a:xfrm>
              <a:off x="4240503" y="2307887"/>
              <a:ext cx="21258" cy="5416"/>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240" name="Freeform 84"/>
            <p:cNvSpPr/>
            <p:nvPr/>
          </p:nvSpPr>
          <p:spPr bwMode="invGray">
            <a:xfrm>
              <a:off x="3929729" y="2297056"/>
              <a:ext cx="10123" cy="7222"/>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241" name="Freeform 85"/>
            <p:cNvSpPr/>
            <p:nvPr/>
          </p:nvSpPr>
          <p:spPr bwMode="invGray">
            <a:xfrm>
              <a:off x="3659447" y="2304276"/>
              <a:ext cx="38467" cy="9027"/>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2" h="8">
                  <a:moveTo>
                    <a:pt x="5" y="7"/>
                  </a:moveTo>
                  <a:lnTo>
                    <a:pt x="5" y="7"/>
                  </a:lnTo>
                  <a:cubicBezTo>
                    <a:pt x="23" y="8"/>
                    <a:pt x="45" y="6"/>
                    <a:pt x="63" y="7"/>
                  </a:cubicBezTo>
                  <a:cubicBezTo>
                    <a:pt x="23" y="8"/>
                    <a:pt x="0" y="0"/>
                    <a:pt x="5" y="7"/>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grpSp>
      <p:sp>
        <p:nvSpPr>
          <p:cNvPr id="2" name="Title 1"/>
          <p:cNvSpPr>
            <a:spLocks noGrp="1"/>
          </p:cNvSpPr>
          <p:nvPr>
            <p:ph type="title"/>
          </p:nvPr>
        </p:nvSpPr>
        <p:spPr>
          <a:xfrm>
            <a:off x="1522414" y="274638"/>
            <a:ext cx="9143998" cy="1020762"/>
          </a:xfrm>
        </p:spPr>
        <p:txBody>
          <a:bodyPr/>
          <a:lstStyle/>
          <a:p>
            <a:r>
              <a:rPr lang="en-US"/>
              <a:t>Click to edit Master title style</a:t>
            </a:r>
            <a:endParaRPr/>
          </a:p>
        </p:txBody>
      </p:sp>
      <p:sp>
        <p:nvSpPr>
          <p:cNvPr id="3" name="Content Placeholder 2"/>
          <p:cNvSpPr>
            <a:spLocks noGrp="1"/>
          </p:cNvSpPr>
          <p:nvPr>
            <p:ph idx="1"/>
          </p:nvPr>
        </p:nvSpPr>
        <p:spPr/>
        <p:txBody>
          <a:bodyPr/>
          <a:lstStyle>
            <a:lvl2pPr marL="349849">
              <a:defRPr/>
            </a:lvl2pPr>
            <a:lvl3pPr marL="495620">
              <a:defRPr/>
            </a:lvl3pPr>
            <a:lvl4pPr marL="641390">
              <a:defRPr/>
            </a:lvl4pPr>
            <a:lvl5pPr marL="787160">
              <a:defRPr/>
            </a:lvl5pPr>
            <a:lvl6pPr marL="932931">
              <a:defRPr baseline="0"/>
            </a:lvl6pPr>
            <a:lvl7pPr marL="1078701">
              <a:defRPr baseline="0"/>
            </a:lvl7pPr>
            <a:lvl8pPr marL="1224472">
              <a:defRPr baseline="0"/>
            </a:lvl8pPr>
            <a:lvl9pPr marL="1370242">
              <a:defRPr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9AFE8FB1-0A7A-443E-AAF7-31D4FA1AA312}" type="datetimeFigureOut">
              <a:rPr lang="en-US" smtClean="0"/>
              <a:t>4/23/2024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5BA54BD-C84D-46CE-8B72-31BFB26ABA43}" type="slidenum">
              <a:rPr lang="en-US" smtClean="0"/>
              <a:t>‹#›</a:t>
            </a:fld>
            <a:endParaRPr lang="en-US"/>
          </a:p>
        </p:txBody>
      </p:sp>
    </p:spTree>
    <p:extLst>
      <p:ext uri="{BB962C8B-B14F-4D97-AF65-F5344CB8AC3E}">
        <p14:creationId xmlns:p14="http://schemas.microsoft.com/office/powerpoint/2010/main" val="40448715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grpSp>
        <p:nvGrpSpPr>
          <p:cNvPr id="255" name="line"/>
          <p:cNvGrpSpPr/>
          <p:nvPr/>
        </p:nvGrpSpPr>
        <p:grpSpPr>
          <a:xfrm>
            <a:off x="1010634" y="6929120"/>
            <a:ext cx="5504293" cy="93877"/>
            <a:chOff x="-5267234" y="8226199"/>
            <a:chExt cx="11091717" cy="235156"/>
          </a:xfrm>
          <a:solidFill>
            <a:schemeClr val="accent1"/>
          </a:solidFill>
        </p:grpSpPr>
        <p:sp>
          <p:nvSpPr>
            <p:cNvPr id="256" name="Freeform 5"/>
            <p:cNvSpPr/>
            <p:nvPr/>
          </p:nvSpPr>
          <p:spPr bwMode="invGray">
            <a:xfrm>
              <a:off x="5525855" y="8321659"/>
              <a:ext cx="298627" cy="27940"/>
            </a:xfrm>
            <a:custGeom>
              <a:avLst/>
              <a:gdLst>
                <a:gd name="T0" fmla="*/ 21 w 244"/>
                <a:gd name="T1" fmla="*/ 5 h 8"/>
                <a:gd name="T2" fmla="*/ 21 w 244"/>
                <a:gd name="T3" fmla="*/ 5 h 8"/>
                <a:gd name="T4" fmla="*/ 52 w 244"/>
                <a:gd name="T5" fmla="*/ 7 h 8"/>
                <a:gd name="T6" fmla="*/ 100 w 244"/>
                <a:gd name="T7" fmla="*/ 5 h 8"/>
                <a:gd name="T8" fmla="*/ 125 w 244"/>
                <a:gd name="T9" fmla="*/ 7 h 8"/>
                <a:gd name="T10" fmla="*/ 202 w 244"/>
                <a:gd name="T11" fmla="*/ 6 h 8"/>
                <a:gd name="T12" fmla="*/ 156 w 244"/>
                <a:gd name="T13" fmla="*/ 5 h 8"/>
                <a:gd name="T14" fmla="*/ 244 w 244"/>
                <a:gd name="T15" fmla="*/ 3 h 8"/>
                <a:gd name="T16" fmla="*/ 161 w 244"/>
                <a:gd name="T17" fmla="*/ 3 h 8"/>
                <a:gd name="T18" fmla="*/ 165 w 244"/>
                <a:gd name="T19" fmla="*/ 2 h 8"/>
                <a:gd name="T20" fmla="*/ 96 w 244"/>
                <a:gd name="T21" fmla="*/ 2 h 8"/>
                <a:gd name="T22" fmla="*/ 111 w 244"/>
                <a:gd name="T23" fmla="*/ 1 h 8"/>
                <a:gd name="T24" fmla="*/ 0 w 244"/>
                <a:gd name="T25" fmla="*/ 5 h 8"/>
                <a:gd name="T26" fmla="*/ 21 w 244"/>
                <a:gd name="T27" fmla="*/ 5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44" h="8">
                  <a:moveTo>
                    <a:pt x="21" y="5"/>
                  </a:moveTo>
                  <a:lnTo>
                    <a:pt x="21" y="5"/>
                  </a:lnTo>
                  <a:cubicBezTo>
                    <a:pt x="42" y="5"/>
                    <a:pt x="59" y="7"/>
                    <a:pt x="52" y="7"/>
                  </a:cubicBezTo>
                  <a:cubicBezTo>
                    <a:pt x="94" y="6"/>
                    <a:pt x="94" y="8"/>
                    <a:pt x="100" y="5"/>
                  </a:cubicBezTo>
                  <a:cubicBezTo>
                    <a:pt x="127" y="4"/>
                    <a:pt x="155" y="6"/>
                    <a:pt x="125" y="7"/>
                  </a:cubicBezTo>
                  <a:lnTo>
                    <a:pt x="202" y="6"/>
                  </a:lnTo>
                  <a:lnTo>
                    <a:pt x="156" y="5"/>
                  </a:lnTo>
                  <a:cubicBezTo>
                    <a:pt x="168" y="2"/>
                    <a:pt x="230" y="6"/>
                    <a:pt x="244" y="3"/>
                  </a:cubicBezTo>
                  <a:lnTo>
                    <a:pt x="161" y="3"/>
                  </a:lnTo>
                  <a:lnTo>
                    <a:pt x="165" y="2"/>
                  </a:lnTo>
                  <a:cubicBezTo>
                    <a:pt x="146" y="3"/>
                    <a:pt x="109" y="2"/>
                    <a:pt x="96" y="2"/>
                  </a:cubicBezTo>
                  <a:cubicBezTo>
                    <a:pt x="98" y="1"/>
                    <a:pt x="97" y="1"/>
                    <a:pt x="111" y="1"/>
                  </a:cubicBezTo>
                  <a:cubicBezTo>
                    <a:pt x="10" y="0"/>
                    <a:pt x="84" y="5"/>
                    <a:pt x="0" y="5"/>
                  </a:cubicBezTo>
                  <a:cubicBezTo>
                    <a:pt x="5" y="5"/>
                    <a:pt x="12" y="5"/>
                    <a:pt x="21" y="5"/>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257" name="Freeform 6"/>
            <p:cNvSpPr/>
            <p:nvPr/>
          </p:nvSpPr>
          <p:spPr bwMode="invGray">
            <a:xfrm>
              <a:off x="5248486" y="8303031"/>
              <a:ext cx="294578" cy="39581"/>
            </a:xfrm>
            <a:custGeom>
              <a:avLst/>
              <a:gdLst>
                <a:gd name="T0" fmla="*/ 162 w 241"/>
                <a:gd name="T1" fmla="*/ 4 h 12"/>
                <a:gd name="T2" fmla="*/ 162 w 241"/>
                <a:gd name="T3" fmla="*/ 4 h 12"/>
                <a:gd name="T4" fmla="*/ 127 w 241"/>
                <a:gd name="T5" fmla="*/ 7 h 12"/>
                <a:gd name="T6" fmla="*/ 68 w 241"/>
                <a:gd name="T7" fmla="*/ 6 h 12"/>
                <a:gd name="T8" fmla="*/ 53 w 241"/>
                <a:gd name="T9" fmla="*/ 9 h 12"/>
                <a:gd name="T10" fmla="*/ 79 w 241"/>
                <a:gd name="T11" fmla="*/ 9 h 12"/>
                <a:gd name="T12" fmla="*/ 18 w 241"/>
                <a:gd name="T13" fmla="*/ 11 h 12"/>
                <a:gd name="T14" fmla="*/ 101 w 241"/>
                <a:gd name="T15" fmla="*/ 10 h 12"/>
                <a:gd name="T16" fmla="*/ 195 w 241"/>
                <a:gd name="T17" fmla="*/ 12 h 12"/>
                <a:gd name="T18" fmla="*/ 226 w 241"/>
                <a:gd name="T19" fmla="*/ 11 h 12"/>
                <a:gd name="T20" fmla="*/ 215 w 241"/>
                <a:gd name="T21" fmla="*/ 11 h 12"/>
                <a:gd name="T22" fmla="*/ 213 w 241"/>
                <a:gd name="T23" fmla="*/ 7 h 12"/>
                <a:gd name="T24" fmla="*/ 172 w 241"/>
                <a:gd name="T25" fmla="*/ 7 h 12"/>
                <a:gd name="T26" fmla="*/ 241 w 241"/>
                <a:gd name="T27" fmla="*/ 4 h 12"/>
                <a:gd name="T28" fmla="*/ 123 w 241"/>
                <a:gd name="T29" fmla="*/ 0 h 12"/>
                <a:gd name="T30" fmla="*/ 162 w 241"/>
                <a:gd name="T31" fmla="*/ 4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41" h="12">
                  <a:moveTo>
                    <a:pt x="162" y="4"/>
                  </a:moveTo>
                  <a:lnTo>
                    <a:pt x="162" y="4"/>
                  </a:lnTo>
                  <a:lnTo>
                    <a:pt x="127" y="7"/>
                  </a:lnTo>
                  <a:lnTo>
                    <a:pt x="68" y="6"/>
                  </a:lnTo>
                  <a:cubicBezTo>
                    <a:pt x="67" y="7"/>
                    <a:pt x="24" y="8"/>
                    <a:pt x="53" y="9"/>
                  </a:cubicBezTo>
                  <a:cubicBezTo>
                    <a:pt x="59" y="9"/>
                    <a:pt x="70" y="8"/>
                    <a:pt x="79" y="9"/>
                  </a:cubicBezTo>
                  <a:cubicBezTo>
                    <a:pt x="73" y="11"/>
                    <a:pt x="0" y="9"/>
                    <a:pt x="18" y="11"/>
                  </a:cubicBezTo>
                  <a:cubicBezTo>
                    <a:pt x="65" y="11"/>
                    <a:pt x="72" y="12"/>
                    <a:pt x="101" y="10"/>
                  </a:cubicBezTo>
                  <a:cubicBezTo>
                    <a:pt x="144" y="11"/>
                    <a:pt x="175" y="11"/>
                    <a:pt x="195" y="12"/>
                  </a:cubicBezTo>
                  <a:cubicBezTo>
                    <a:pt x="208" y="12"/>
                    <a:pt x="209" y="11"/>
                    <a:pt x="226" y="11"/>
                  </a:cubicBezTo>
                  <a:lnTo>
                    <a:pt x="215" y="11"/>
                  </a:lnTo>
                  <a:lnTo>
                    <a:pt x="213" y="7"/>
                  </a:lnTo>
                  <a:cubicBezTo>
                    <a:pt x="199" y="8"/>
                    <a:pt x="187" y="7"/>
                    <a:pt x="172" y="7"/>
                  </a:cubicBezTo>
                  <a:lnTo>
                    <a:pt x="241" y="4"/>
                  </a:lnTo>
                  <a:cubicBezTo>
                    <a:pt x="219" y="1"/>
                    <a:pt x="151" y="2"/>
                    <a:pt x="123" y="0"/>
                  </a:cubicBezTo>
                  <a:cubicBezTo>
                    <a:pt x="157" y="4"/>
                    <a:pt x="96" y="2"/>
                    <a:pt x="162" y="4"/>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258" name="Freeform 7"/>
            <p:cNvSpPr/>
            <p:nvPr/>
          </p:nvSpPr>
          <p:spPr bwMode="invGray">
            <a:xfrm>
              <a:off x="5524842" y="8337957"/>
              <a:ext cx="1013" cy="0"/>
            </a:xfrm>
            <a:custGeom>
              <a:avLst/>
              <a:gdLst>
                <a:gd name="T0" fmla="*/ 0 w 1"/>
                <a:gd name="T1" fmla="*/ 0 w 1"/>
                <a:gd name="T2" fmla="*/ 1 w 1"/>
                <a:gd name="T3" fmla="*/ 0 w 1"/>
              </a:gdLst>
              <a:ahLst/>
              <a:cxnLst>
                <a:cxn ang="0">
                  <a:pos x="T0" y="0"/>
                </a:cxn>
                <a:cxn ang="0">
                  <a:pos x="T1" y="0"/>
                </a:cxn>
                <a:cxn ang="0">
                  <a:pos x="T2" y="0"/>
                </a:cxn>
                <a:cxn ang="0">
                  <a:pos x="T3" y="0"/>
                </a:cxn>
              </a:cxnLst>
              <a:rect l="0" t="0" r="r" b="b"/>
              <a:pathLst>
                <a:path w="1">
                  <a:moveTo>
                    <a:pt x="0" y="0"/>
                  </a:moveTo>
                  <a:lnTo>
                    <a:pt x="0" y="0"/>
                  </a:lnTo>
                  <a:lnTo>
                    <a:pt x="1" y="0"/>
                  </a:lnTo>
                  <a:lnTo>
                    <a:pt x="0" y="0"/>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259" name="Freeform 8"/>
            <p:cNvSpPr/>
            <p:nvPr/>
          </p:nvSpPr>
          <p:spPr bwMode="invGray">
            <a:xfrm>
              <a:off x="-900194" y="8361243"/>
              <a:ext cx="271295" cy="23283"/>
            </a:xfrm>
            <a:custGeom>
              <a:avLst/>
              <a:gdLst>
                <a:gd name="T0" fmla="*/ 77 w 222"/>
                <a:gd name="T1" fmla="*/ 5 h 7"/>
                <a:gd name="T2" fmla="*/ 77 w 222"/>
                <a:gd name="T3" fmla="*/ 5 h 7"/>
                <a:gd name="T4" fmla="*/ 56 w 222"/>
                <a:gd name="T5" fmla="*/ 6 h 7"/>
                <a:gd name="T6" fmla="*/ 222 w 222"/>
                <a:gd name="T7" fmla="*/ 5 h 7"/>
                <a:gd name="T8" fmla="*/ 200 w 222"/>
                <a:gd name="T9" fmla="*/ 3 h 7"/>
                <a:gd name="T10" fmla="*/ 137 w 222"/>
                <a:gd name="T11" fmla="*/ 4 h 7"/>
                <a:gd name="T12" fmla="*/ 149 w 222"/>
                <a:gd name="T13" fmla="*/ 3 h 7"/>
                <a:gd name="T14" fmla="*/ 109 w 222"/>
                <a:gd name="T15" fmla="*/ 0 h 7"/>
                <a:gd name="T16" fmla="*/ 106 w 222"/>
                <a:gd name="T17" fmla="*/ 0 h 7"/>
                <a:gd name="T18" fmla="*/ 0 w 222"/>
                <a:gd name="T19" fmla="*/ 7 h 7"/>
                <a:gd name="T20" fmla="*/ 77 w 222"/>
                <a:gd name="T21" fmla="*/ 5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21" h="7">
                  <a:moveTo>
                    <a:pt x="77" y="5"/>
                  </a:moveTo>
                  <a:lnTo>
                    <a:pt x="77" y="5"/>
                  </a:lnTo>
                  <a:cubicBezTo>
                    <a:pt x="62" y="5"/>
                    <a:pt x="58" y="5"/>
                    <a:pt x="56" y="6"/>
                  </a:cubicBezTo>
                  <a:lnTo>
                    <a:pt x="222" y="5"/>
                  </a:lnTo>
                  <a:cubicBezTo>
                    <a:pt x="216" y="5"/>
                    <a:pt x="169" y="4"/>
                    <a:pt x="200" y="3"/>
                  </a:cubicBezTo>
                  <a:cubicBezTo>
                    <a:pt x="186" y="2"/>
                    <a:pt x="143" y="3"/>
                    <a:pt x="137" y="4"/>
                  </a:cubicBezTo>
                  <a:lnTo>
                    <a:pt x="149" y="3"/>
                  </a:lnTo>
                  <a:cubicBezTo>
                    <a:pt x="110" y="5"/>
                    <a:pt x="84" y="1"/>
                    <a:pt x="109" y="0"/>
                  </a:cubicBezTo>
                  <a:lnTo>
                    <a:pt x="106" y="0"/>
                  </a:lnTo>
                  <a:lnTo>
                    <a:pt x="0" y="7"/>
                  </a:lnTo>
                  <a:cubicBezTo>
                    <a:pt x="39" y="7"/>
                    <a:pt x="30" y="5"/>
                    <a:pt x="77" y="5"/>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260" name="Freeform 9"/>
            <p:cNvSpPr/>
            <p:nvPr/>
          </p:nvSpPr>
          <p:spPr bwMode="invGray">
            <a:xfrm>
              <a:off x="-4971643" y="8368224"/>
              <a:ext cx="29357" cy="4657"/>
            </a:xfrm>
            <a:custGeom>
              <a:avLst/>
              <a:gdLst>
                <a:gd name="T0" fmla="*/ 0 w 24"/>
                <a:gd name="T1" fmla="*/ 1 h 1"/>
                <a:gd name="T2" fmla="*/ 0 w 24"/>
                <a:gd name="T3" fmla="*/ 1 h 1"/>
                <a:gd name="T4" fmla="*/ 21 w 24"/>
                <a:gd name="T5" fmla="*/ 0 h 1"/>
                <a:gd name="T6" fmla="*/ 0 w 24"/>
                <a:gd name="T7" fmla="*/ 1 h 1"/>
              </a:gdLst>
              <a:ahLst/>
              <a:cxnLst>
                <a:cxn ang="0">
                  <a:pos x="T0" y="T1"/>
                </a:cxn>
                <a:cxn ang="0">
                  <a:pos x="T2" y="T3"/>
                </a:cxn>
                <a:cxn ang="0">
                  <a:pos x="T4" y="T5"/>
                </a:cxn>
                <a:cxn ang="0">
                  <a:pos x="T6" y="T7"/>
                </a:cxn>
              </a:cxnLst>
              <a:rect l="0" t="0" r="r" b="b"/>
              <a:pathLst>
                <a:path w="24" h="1">
                  <a:moveTo>
                    <a:pt x="0" y="1"/>
                  </a:moveTo>
                  <a:lnTo>
                    <a:pt x="0" y="1"/>
                  </a:lnTo>
                  <a:cubicBezTo>
                    <a:pt x="21" y="0"/>
                    <a:pt x="24" y="0"/>
                    <a:pt x="21" y="0"/>
                  </a:cubicBezTo>
                  <a:lnTo>
                    <a:pt x="0" y="1"/>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261" name="Freeform 10"/>
            <p:cNvSpPr/>
            <p:nvPr/>
          </p:nvSpPr>
          <p:spPr bwMode="invGray">
            <a:xfrm>
              <a:off x="-971055" y="8391509"/>
              <a:ext cx="40492" cy="6984"/>
            </a:xfrm>
            <a:custGeom>
              <a:avLst/>
              <a:gdLst>
                <a:gd name="T0" fmla="*/ 33 w 33"/>
                <a:gd name="T1" fmla="*/ 0 h 2"/>
                <a:gd name="T2" fmla="*/ 33 w 33"/>
                <a:gd name="T3" fmla="*/ 0 h 2"/>
                <a:gd name="T4" fmla="*/ 0 w 33"/>
                <a:gd name="T5" fmla="*/ 2 h 2"/>
                <a:gd name="T6" fmla="*/ 33 w 33"/>
                <a:gd name="T7" fmla="*/ 0 h 2"/>
              </a:gdLst>
              <a:ahLst/>
              <a:cxnLst>
                <a:cxn ang="0">
                  <a:pos x="T0" y="T1"/>
                </a:cxn>
                <a:cxn ang="0">
                  <a:pos x="T2" y="T3"/>
                </a:cxn>
                <a:cxn ang="0">
                  <a:pos x="T4" y="T5"/>
                </a:cxn>
                <a:cxn ang="0">
                  <a:pos x="T6" y="T7"/>
                </a:cxn>
              </a:cxnLst>
              <a:rect l="0" t="0" r="r" b="b"/>
              <a:pathLst>
                <a:path w="33" h="2">
                  <a:moveTo>
                    <a:pt x="33" y="0"/>
                  </a:moveTo>
                  <a:lnTo>
                    <a:pt x="33" y="0"/>
                  </a:lnTo>
                  <a:lnTo>
                    <a:pt x="0" y="2"/>
                  </a:lnTo>
                  <a:cubicBezTo>
                    <a:pt x="14" y="1"/>
                    <a:pt x="25" y="1"/>
                    <a:pt x="33" y="0"/>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262" name="Freeform 11"/>
            <p:cNvSpPr/>
            <p:nvPr/>
          </p:nvSpPr>
          <p:spPr bwMode="invGray">
            <a:xfrm>
              <a:off x="-667366" y="8282077"/>
              <a:ext cx="18221" cy="4657"/>
            </a:xfrm>
            <a:custGeom>
              <a:avLst/>
              <a:gdLst>
                <a:gd name="T0" fmla="*/ 15 w 15"/>
                <a:gd name="T1" fmla="*/ 0 h 1"/>
                <a:gd name="T2" fmla="*/ 15 w 15"/>
                <a:gd name="T3" fmla="*/ 0 h 1"/>
                <a:gd name="T4" fmla="*/ 15 w 15"/>
                <a:gd name="T5" fmla="*/ 0 h 1"/>
                <a:gd name="T6" fmla="*/ 0 w 15"/>
                <a:gd name="T7" fmla="*/ 1 h 1"/>
                <a:gd name="T8" fmla="*/ 0 w 15"/>
                <a:gd name="T9" fmla="*/ 1 h 1"/>
                <a:gd name="T10" fmla="*/ 15 w 15"/>
                <a:gd name="T11" fmla="*/ 0 h 1"/>
              </a:gdLst>
              <a:ahLst/>
              <a:cxnLst>
                <a:cxn ang="0">
                  <a:pos x="T0" y="T1"/>
                </a:cxn>
                <a:cxn ang="0">
                  <a:pos x="T2" y="T3"/>
                </a:cxn>
                <a:cxn ang="0">
                  <a:pos x="T4" y="T5"/>
                </a:cxn>
                <a:cxn ang="0">
                  <a:pos x="T6" y="T7"/>
                </a:cxn>
                <a:cxn ang="0">
                  <a:pos x="T8" y="T9"/>
                </a:cxn>
                <a:cxn ang="0">
                  <a:pos x="T10" y="T11"/>
                </a:cxn>
              </a:cxnLst>
              <a:rect l="0" t="0" r="r" b="b"/>
              <a:pathLst>
                <a:path w="15" h="1">
                  <a:moveTo>
                    <a:pt x="15" y="0"/>
                  </a:moveTo>
                  <a:lnTo>
                    <a:pt x="15" y="0"/>
                  </a:lnTo>
                  <a:cubicBezTo>
                    <a:pt x="15" y="0"/>
                    <a:pt x="15" y="0"/>
                    <a:pt x="15" y="0"/>
                  </a:cubicBezTo>
                  <a:lnTo>
                    <a:pt x="0" y="1"/>
                  </a:lnTo>
                  <a:lnTo>
                    <a:pt x="0" y="1"/>
                  </a:lnTo>
                  <a:lnTo>
                    <a:pt x="15" y="0"/>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263" name="Freeform 12"/>
            <p:cNvSpPr/>
            <p:nvPr/>
          </p:nvSpPr>
          <p:spPr bwMode="invGray">
            <a:xfrm>
              <a:off x="-1863899" y="8421777"/>
              <a:ext cx="13160" cy="0"/>
            </a:xfrm>
            <a:custGeom>
              <a:avLst/>
              <a:gdLst>
                <a:gd name="T0" fmla="*/ 11 w 11"/>
                <a:gd name="T1" fmla="*/ 11 w 11"/>
                <a:gd name="T2" fmla="*/ 0 w 11"/>
                <a:gd name="T3" fmla="*/ 11 w 11"/>
              </a:gdLst>
              <a:ahLst/>
              <a:cxnLst>
                <a:cxn ang="0">
                  <a:pos x="T0" y="0"/>
                </a:cxn>
                <a:cxn ang="0">
                  <a:pos x="T1" y="0"/>
                </a:cxn>
                <a:cxn ang="0">
                  <a:pos x="T2" y="0"/>
                </a:cxn>
                <a:cxn ang="0">
                  <a:pos x="T3" y="0"/>
                </a:cxn>
              </a:cxnLst>
              <a:rect l="0" t="0" r="r" b="b"/>
              <a:pathLst>
                <a:path w="11">
                  <a:moveTo>
                    <a:pt x="11" y="0"/>
                  </a:moveTo>
                  <a:lnTo>
                    <a:pt x="11" y="0"/>
                  </a:lnTo>
                  <a:lnTo>
                    <a:pt x="0" y="0"/>
                  </a:lnTo>
                  <a:lnTo>
                    <a:pt x="11" y="0"/>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264" name="Freeform 13"/>
            <p:cNvSpPr/>
            <p:nvPr/>
          </p:nvSpPr>
          <p:spPr bwMode="invGray">
            <a:xfrm>
              <a:off x="-312050" y="8240168"/>
              <a:ext cx="211570" cy="30268"/>
            </a:xfrm>
            <a:custGeom>
              <a:avLst/>
              <a:gdLst>
                <a:gd name="T0" fmla="*/ 173 w 173"/>
                <a:gd name="T1" fmla="*/ 0 h 9"/>
                <a:gd name="T2" fmla="*/ 173 w 173"/>
                <a:gd name="T3" fmla="*/ 0 h 9"/>
                <a:gd name="T4" fmla="*/ 99 w 173"/>
                <a:gd name="T5" fmla="*/ 2 h 9"/>
                <a:gd name="T6" fmla="*/ 89 w 173"/>
                <a:gd name="T7" fmla="*/ 1 h 9"/>
                <a:gd name="T8" fmla="*/ 64 w 173"/>
                <a:gd name="T9" fmla="*/ 2 h 9"/>
                <a:gd name="T10" fmla="*/ 79 w 173"/>
                <a:gd name="T11" fmla="*/ 2 h 9"/>
                <a:gd name="T12" fmla="*/ 0 w 173"/>
                <a:gd name="T13" fmla="*/ 8 h 9"/>
                <a:gd name="T14" fmla="*/ 78 w 173"/>
                <a:gd name="T15" fmla="*/ 7 h 9"/>
                <a:gd name="T16" fmla="*/ 98 w 173"/>
                <a:gd name="T17" fmla="*/ 6 h 9"/>
                <a:gd name="T18" fmla="*/ 159 w 173"/>
                <a:gd name="T19" fmla="*/ 2 h 9"/>
                <a:gd name="T20" fmla="*/ 173 w 173"/>
                <a:gd name="T21" fmla="*/ 0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3" h="9">
                  <a:moveTo>
                    <a:pt x="173" y="0"/>
                  </a:moveTo>
                  <a:lnTo>
                    <a:pt x="173" y="0"/>
                  </a:lnTo>
                  <a:lnTo>
                    <a:pt x="99" y="2"/>
                  </a:lnTo>
                  <a:cubicBezTo>
                    <a:pt x="109" y="2"/>
                    <a:pt x="74" y="2"/>
                    <a:pt x="89" y="1"/>
                  </a:cubicBezTo>
                  <a:cubicBezTo>
                    <a:pt x="84" y="1"/>
                    <a:pt x="57" y="1"/>
                    <a:pt x="64" y="2"/>
                  </a:cubicBezTo>
                  <a:lnTo>
                    <a:pt x="79" y="2"/>
                  </a:lnTo>
                  <a:cubicBezTo>
                    <a:pt x="41" y="5"/>
                    <a:pt x="64" y="6"/>
                    <a:pt x="0" y="8"/>
                  </a:cubicBezTo>
                  <a:cubicBezTo>
                    <a:pt x="40" y="9"/>
                    <a:pt x="57" y="8"/>
                    <a:pt x="78" y="7"/>
                  </a:cubicBezTo>
                  <a:lnTo>
                    <a:pt x="98" y="6"/>
                  </a:lnTo>
                  <a:lnTo>
                    <a:pt x="159" y="2"/>
                  </a:lnTo>
                  <a:lnTo>
                    <a:pt x="173" y="0"/>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265" name="Freeform 14"/>
            <p:cNvSpPr/>
            <p:nvPr/>
          </p:nvSpPr>
          <p:spPr bwMode="invGray">
            <a:xfrm>
              <a:off x="-3714374" y="8321659"/>
              <a:ext cx="1013" cy="0"/>
            </a:xfrm>
            <a:custGeom>
              <a:avLst/>
              <a:gdLst>
                <a:gd name="T0" fmla="*/ 0 w 1"/>
                <a:gd name="T1" fmla="*/ 0 w 1"/>
                <a:gd name="T2" fmla="*/ 1 w 1"/>
                <a:gd name="T3" fmla="*/ 0 w 1"/>
              </a:gdLst>
              <a:ahLst/>
              <a:cxnLst>
                <a:cxn ang="0">
                  <a:pos x="T0" y="0"/>
                </a:cxn>
                <a:cxn ang="0">
                  <a:pos x="T1" y="0"/>
                </a:cxn>
                <a:cxn ang="0">
                  <a:pos x="T2" y="0"/>
                </a:cxn>
                <a:cxn ang="0">
                  <a:pos x="T3" y="0"/>
                </a:cxn>
              </a:cxnLst>
              <a:rect l="0" t="0" r="r" b="b"/>
              <a:pathLst>
                <a:path w="1">
                  <a:moveTo>
                    <a:pt x="0" y="0"/>
                  </a:moveTo>
                  <a:lnTo>
                    <a:pt x="0" y="0"/>
                  </a:lnTo>
                  <a:lnTo>
                    <a:pt x="1" y="0"/>
                  </a:lnTo>
                  <a:cubicBezTo>
                    <a:pt x="0" y="0"/>
                    <a:pt x="0" y="0"/>
                    <a:pt x="0" y="0"/>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266" name="Freeform 15"/>
            <p:cNvSpPr/>
            <p:nvPr/>
          </p:nvSpPr>
          <p:spPr bwMode="invGray">
            <a:xfrm>
              <a:off x="-3713361" y="8319332"/>
              <a:ext cx="23283" cy="2328"/>
            </a:xfrm>
            <a:custGeom>
              <a:avLst/>
              <a:gdLst>
                <a:gd name="T0" fmla="*/ 3 w 19"/>
                <a:gd name="T1" fmla="*/ 0 h 1"/>
                <a:gd name="T2" fmla="*/ 3 w 19"/>
                <a:gd name="T3" fmla="*/ 0 h 1"/>
                <a:gd name="T4" fmla="*/ 0 w 19"/>
                <a:gd name="T5" fmla="*/ 1 h 1"/>
                <a:gd name="T6" fmla="*/ 3 w 19"/>
                <a:gd name="T7" fmla="*/ 0 h 1"/>
              </a:gdLst>
              <a:ahLst/>
              <a:cxnLst>
                <a:cxn ang="0">
                  <a:pos x="T0" y="T1"/>
                </a:cxn>
                <a:cxn ang="0">
                  <a:pos x="T2" y="T3"/>
                </a:cxn>
                <a:cxn ang="0">
                  <a:pos x="T4" y="T5"/>
                </a:cxn>
                <a:cxn ang="0">
                  <a:pos x="T6" y="T7"/>
                </a:cxn>
              </a:cxnLst>
              <a:rect l="0" t="0" r="r" b="b"/>
              <a:pathLst>
                <a:path w="19" h="1">
                  <a:moveTo>
                    <a:pt x="3" y="0"/>
                  </a:moveTo>
                  <a:lnTo>
                    <a:pt x="3" y="0"/>
                  </a:lnTo>
                  <a:lnTo>
                    <a:pt x="0" y="1"/>
                  </a:lnTo>
                  <a:cubicBezTo>
                    <a:pt x="4" y="0"/>
                    <a:pt x="19" y="0"/>
                    <a:pt x="3" y="0"/>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267" name="Freeform 16"/>
            <p:cNvSpPr/>
            <p:nvPr/>
          </p:nvSpPr>
          <p:spPr bwMode="invGray">
            <a:xfrm>
              <a:off x="-930563" y="8384524"/>
              <a:ext cx="30369" cy="6984"/>
            </a:xfrm>
            <a:custGeom>
              <a:avLst/>
              <a:gdLst>
                <a:gd name="T0" fmla="*/ 13 w 25"/>
                <a:gd name="T1" fmla="*/ 0 h 2"/>
                <a:gd name="T2" fmla="*/ 13 w 25"/>
                <a:gd name="T3" fmla="*/ 0 h 2"/>
                <a:gd name="T4" fmla="*/ 0 w 25"/>
                <a:gd name="T5" fmla="*/ 2 h 2"/>
                <a:gd name="T6" fmla="*/ 25 w 25"/>
                <a:gd name="T7" fmla="*/ 0 h 2"/>
                <a:gd name="T8" fmla="*/ 13 w 25"/>
                <a:gd name="T9" fmla="*/ 0 h 2"/>
              </a:gdLst>
              <a:ahLst/>
              <a:cxnLst>
                <a:cxn ang="0">
                  <a:pos x="T0" y="T1"/>
                </a:cxn>
                <a:cxn ang="0">
                  <a:pos x="T2" y="T3"/>
                </a:cxn>
                <a:cxn ang="0">
                  <a:pos x="T4" y="T5"/>
                </a:cxn>
                <a:cxn ang="0">
                  <a:pos x="T6" y="T7"/>
                </a:cxn>
                <a:cxn ang="0">
                  <a:pos x="T8" y="T9"/>
                </a:cxn>
              </a:cxnLst>
              <a:rect l="0" t="0" r="r" b="b"/>
              <a:pathLst>
                <a:path w="25" h="2">
                  <a:moveTo>
                    <a:pt x="13" y="0"/>
                  </a:moveTo>
                  <a:lnTo>
                    <a:pt x="13" y="0"/>
                  </a:lnTo>
                  <a:cubicBezTo>
                    <a:pt x="12" y="0"/>
                    <a:pt x="7" y="1"/>
                    <a:pt x="0" y="2"/>
                  </a:cubicBezTo>
                  <a:lnTo>
                    <a:pt x="25" y="0"/>
                  </a:lnTo>
                  <a:lnTo>
                    <a:pt x="13" y="0"/>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268" name="Freeform 17"/>
            <p:cNvSpPr/>
            <p:nvPr/>
          </p:nvSpPr>
          <p:spPr bwMode="invGray">
            <a:xfrm>
              <a:off x="-846542" y="8358911"/>
              <a:ext cx="104267" cy="6984"/>
            </a:xfrm>
            <a:custGeom>
              <a:avLst/>
              <a:gdLst>
                <a:gd name="T0" fmla="*/ 0 w 85"/>
                <a:gd name="T1" fmla="*/ 2 h 2"/>
                <a:gd name="T2" fmla="*/ 0 w 85"/>
                <a:gd name="T3" fmla="*/ 2 h 2"/>
                <a:gd name="T4" fmla="*/ 62 w 85"/>
                <a:gd name="T5" fmla="*/ 1 h 2"/>
                <a:gd name="T6" fmla="*/ 85 w 85"/>
                <a:gd name="T7" fmla="*/ 0 h 2"/>
                <a:gd name="T8" fmla="*/ 0 w 85"/>
                <a:gd name="T9" fmla="*/ 2 h 2"/>
              </a:gdLst>
              <a:ahLst/>
              <a:cxnLst>
                <a:cxn ang="0">
                  <a:pos x="T0" y="T1"/>
                </a:cxn>
                <a:cxn ang="0">
                  <a:pos x="T2" y="T3"/>
                </a:cxn>
                <a:cxn ang="0">
                  <a:pos x="T4" y="T5"/>
                </a:cxn>
                <a:cxn ang="0">
                  <a:pos x="T6" y="T7"/>
                </a:cxn>
                <a:cxn ang="0">
                  <a:pos x="T8" y="T9"/>
                </a:cxn>
              </a:cxnLst>
              <a:rect l="0" t="0" r="r" b="b"/>
              <a:pathLst>
                <a:path w="85" h="2">
                  <a:moveTo>
                    <a:pt x="0" y="2"/>
                  </a:moveTo>
                  <a:lnTo>
                    <a:pt x="0" y="2"/>
                  </a:lnTo>
                  <a:lnTo>
                    <a:pt x="62" y="1"/>
                  </a:lnTo>
                  <a:lnTo>
                    <a:pt x="85" y="0"/>
                  </a:lnTo>
                  <a:lnTo>
                    <a:pt x="0" y="2"/>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269" name="Freeform 18"/>
            <p:cNvSpPr/>
            <p:nvPr/>
          </p:nvSpPr>
          <p:spPr bwMode="invGray">
            <a:xfrm>
              <a:off x="-2189858" y="8382195"/>
              <a:ext cx="1218803" cy="74507"/>
            </a:xfrm>
            <a:custGeom>
              <a:avLst/>
              <a:gdLst>
                <a:gd name="T0" fmla="*/ 375 w 996"/>
                <a:gd name="T1" fmla="*/ 13 h 23"/>
                <a:gd name="T2" fmla="*/ 375 w 996"/>
                <a:gd name="T3" fmla="*/ 13 h 23"/>
                <a:gd name="T4" fmla="*/ 348 w 996"/>
                <a:gd name="T5" fmla="*/ 9 h 23"/>
                <a:gd name="T6" fmla="*/ 277 w 996"/>
                <a:gd name="T7" fmla="*/ 12 h 23"/>
                <a:gd name="T8" fmla="*/ 366 w 996"/>
                <a:gd name="T9" fmla="*/ 16 h 23"/>
                <a:gd name="T10" fmla="*/ 257 w 996"/>
                <a:gd name="T11" fmla="*/ 19 h 23"/>
                <a:gd name="T12" fmla="*/ 301 w 996"/>
                <a:gd name="T13" fmla="*/ 14 h 23"/>
                <a:gd name="T14" fmla="*/ 249 w 996"/>
                <a:gd name="T15" fmla="*/ 16 h 23"/>
                <a:gd name="T16" fmla="*/ 76 w 996"/>
                <a:gd name="T17" fmla="*/ 16 h 23"/>
                <a:gd name="T18" fmla="*/ 5 w 996"/>
                <a:gd name="T19" fmla="*/ 20 h 23"/>
                <a:gd name="T20" fmla="*/ 93 w 996"/>
                <a:gd name="T21" fmla="*/ 23 h 23"/>
                <a:gd name="T22" fmla="*/ 84 w 996"/>
                <a:gd name="T23" fmla="*/ 22 h 23"/>
                <a:gd name="T24" fmla="*/ 125 w 996"/>
                <a:gd name="T25" fmla="*/ 23 h 23"/>
                <a:gd name="T26" fmla="*/ 151 w 996"/>
                <a:gd name="T27" fmla="*/ 20 h 23"/>
                <a:gd name="T28" fmla="*/ 191 w 996"/>
                <a:gd name="T29" fmla="*/ 20 h 23"/>
                <a:gd name="T30" fmla="*/ 168 w 996"/>
                <a:gd name="T31" fmla="*/ 21 h 23"/>
                <a:gd name="T32" fmla="*/ 264 w 996"/>
                <a:gd name="T33" fmla="*/ 20 h 23"/>
                <a:gd name="T34" fmla="*/ 252 w 996"/>
                <a:gd name="T35" fmla="*/ 22 h 23"/>
                <a:gd name="T36" fmla="*/ 371 w 996"/>
                <a:gd name="T37" fmla="*/ 18 h 23"/>
                <a:gd name="T38" fmla="*/ 341 w 996"/>
                <a:gd name="T39" fmla="*/ 21 h 23"/>
                <a:gd name="T40" fmla="*/ 539 w 996"/>
                <a:gd name="T41" fmla="*/ 20 h 23"/>
                <a:gd name="T42" fmla="*/ 527 w 996"/>
                <a:gd name="T43" fmla="*/ 19 h 23"/>
                <a:gd name="T44" fmla="*/ 575 w 996"/>
                <a:gd name="T45" fmla="*/ 21 h 23"/>
                <a:gd name="T46" fmla="*/ 766 w 996"/>
                <a:gd name="T47" fmla="*/ 20 h 23"/>
                <a:gd name="T48" fmla="*/ 996 w 996"/>
                <a:gd name="T49" fmla="*/ 5 h 23"/>
                <a:gd name="T50" fmla="*/ 969 w 996"/>
                <a:gd name="T51" fmla="*/ 6 h 23"/>
                <a:gd name="T52" fmla="*/ 973 w 996"/>
                <a:gd name="T53" fmla="*/ 1 h 23"/>
                <a:gd name="T54" fmla="*/ 897 w 996"/>
                <a:gd name="T55" fmla="*/ 5 h 23"/>
                <a:gd name="T56" fmla="*/ 872 w 996"/>
                <a:gd name="T57" fmla="*/ 0 h 23"/>
                <a:gd name="T58" fmla="*/ 535 w 996"/>
                <a:gd name="T59" fmla="*/ 14 h 23"/>
                <a:gd name="T60" fmla="*/ 389 w 996"/>
                <a:gd name="T61" fmla="*/ 13 h 23"/>
                <a:gd name="T62" fmla="*/ 476 w 996"/>
                <a:gd name="T63" fmla="*/ 9 h 23"/>
                <a:gd name="T64" fmla="*/ 387 w 996"/>
                <a:gd name="T65" fmla="*/ 9 h 23"/>
                <a:gd name="T66" fmla="*/ 375 w 996"/>
                <a:gd name="T67" fmla="*/ 1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996" h="23">
                  <a:moveTo>
                    <a:pt x="375" y="13"/>
                  </a:moveTo>
                  <a:lnTo>
                    <a:pt x="375" y="13"/>
                  </a:lnTo>
                  <a:cubicBezTo>
                    <a:pt x="247" y="14"/>
                    <a:pt x="407" y="10"/>
                    <a:pt x="348" y="9"/>
                  </a:cubicBezTo>
                  <a:cubicBezTo>
                    <a:pt x="312" y="10"/>
                    <a:pt x="299" y="11"/>
                    <a:pt x="277" y="12"/>
                  </a:cubicBezTo>
                  <a:cubicBezTo>
                    <a:pt x="379" y="10"/>
                    <a:pt x="263" y="17"/>
                    <a:pt x="366" y="16"/>
                  </a:cubicBezTo>
                  <a:cubicBezTo>
                    <a:pt x="352" y="19"/>
                    <a:pt x="292" y="19"/>
                    <a:pt x="257" y="19"/>
                  </a:cubicBezTo>
                  <a:cubicBezTo>
                    <a:pt x="218" y="16"/>
                    <a:pt x="292" y="17"/>
                    <a:pt x="301" y="14"/>
                  </a:cubicBezTo>
                  <a:cubicBezTo>
                    <a:pt x="259" y="14"/>
                    <a:pt x="267" y="15"/>
                    <a:pt x="249" y="16"/>
                  </a:cubicBezTo>
                  <a:cubicBezTo>
                    <a:pt x="184" y="16"/>
                    <a:pt x="115" y="20"/>
                    <a:pt x="76" y="16"/>
                  </a:cubicBezTo>
                  <a:cubicBezTo>
                    <a:pt x="29" y="17"/>
                    <a:pt x="32" y="18"/>
                    <a:pt x="5" y="20"/>
                  </a:cubicBezTo>
                  <a:cubicBezTo>
                    <a:pt x="0" y="23"/>
                    <a:pt x="75" y="21"/>
                    <a:pt x="93" y="23"/>
                  </a:cubicBezTo>
                  <a:cubicBezTo>
                    <a:pt x="89" y="23"/>
                    <a:pt x="82" y="23"/>
                    <a:pt x="84" y="22"/>
                  </a:cubicBezTo>
                  <a:lnTo>
                    <a:pt x="125" y="23"/>
                  </a:lnTo>
                  <a:cubicBezTo>
                    <a:pt x="86" y="22"/>
                    <a:pt x="130" y="20"/>
                    <a:pt x="151" y="20"/>
                  </a:cubicBezTo>
                  <a:cubicBezTo>
                    <a:pt x="165" y="20"/>
                    <a:pt x="195" y="19"/>
                    <a:pt x="191" y="20"/>
                  </a:cubicBezTo>
                  <a:lnTo>
                    <a:pt x="168" y="21"/>
                  </a:lnTo>
                  <a:cubicBezTo>
                    <a:pt x="198" y="22"/>
                    <a:pt x="233" y="19"/>
                    <a:pt x="264" y="20"/>
                  </a:cubicBezTo>
                  <a:cubicBezTo>
                    <a:pt x="265" y="21"/>
                    <a:pt x="254" y="21"/>
                    <a:pt x="252" y="22"/>
                  </a:cubicBezTo>
                  <a:cubicBezTo>
                    <a:pt x="286" y="20"/>
                    <a:pt x="320" y="20"/>
                    <a:pt x="371" y="18"/>
                  </a:cubicBezTo>
                  <a:lnTo>
                    <a:pt x="341" y="21"/>
                  </a:lnTo>
                  <a:cubicBezTo>
                    <a:pt x="382" y="18"/>
                    <a:pt x="475" y="19"/>
                    <a:pt x="539" y="20"/>
                  </a:cubicBezTo>
                  <a:cubicBezTo>
                    <a:pt x="532" y="20"/>
                    <a:pt x="519" y="19"/>
                    <a:pt x="527" y="19"/>
                  </a:cubicBezTo>
                  <a:cubicBezTo>
                    <a:pt x="564" y="18"/>
                    <a:pt x="593" y="20"/>
                    <a:pt x="575" y="21"/>
                  </a:cubicBezTo>
                  <a:cubicBezTo>
                    <a:pt x="612" y="19"/>
                    <a:pt x="716" y="23"/>
                    <a:pt x="766" y="20"/>
                  </a:cubicBezTo>
                  <a:lnTo>
                    <a:pt x="996" y="5"/>
                  </a:lnTo>
                  <a:cubicBezTo>
                    <a:pt x="988" y="5"/>
                    <a:pt x="978" y="6"/>
                    <a:pt x="969" y="6"/>
                  </a:cubicBezTo>
                  <a:cubicBezTo>
                    <a:pt x="948" y="3"/>
                    <a:pt x="937" y="4"/>
                    <a:pt x="973" y="1"/>
                  </a:cubicBezTo>
                  <a:cubicBezTo>
                    <a:pt x="937" y="3"/>
                    <a:pt x="951" y="5"/>
                    <a:pt x="897" y="5"/>
                  </a:cubicBezTo>
                  <a:cubicBezTo>
                    <a:pt x="918" y="3"/>
                    <a:pt x="924" y="0"/>
                    <a:pt x="872" y="0"/>
                  </a:cubicBezTo>
                  <a:cubicBezTo>
                    <a:pt x="742" y="3"/>
                    <a:pt x="656" y="10"/>
                    <a:pt x="535" y="14"/>
                  </a:cubicBezTo>
                  <a:cubicBezTo>
                    <a:pt x="530" y="12"/>
                    <a:pt x="435" y="13"/>
                    <a:pt x="389" y="13"/>
                  </a:cubicBezTo>
                  <a:cubicBezTo>
                    <a:pt x="406" y="11"/>
                    <a:pt x="441" y="10"/>
                    <a:pt x="476" y="9"/>
                  </a:cubicBezTo>
                  <a:lnTo>
                    <a:pt x="387" y="9"/>
                  </a:lnTo>
                  <a:lnTo>
                    <a:pt x="375" y="13"/>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270" name="Freeform 19"/>
            <p:cNvSpPr/>
            <p:nvPr/>
          </p:nvSpPr>
          <p:spPr bwMode="invGray">
            <a:xfrm>
              <a:off x="-1373949" y="8400822"/>
              <a:ext cx="13160" cy="0"/>
            </a:xfrm>
            <a:custGeom>
              <a:avLst/>
              <a:gdLst>
                <a:gd name="T0" fmla="*/ 10 w 10"/>
                <a:gd name="T1" fmla="*/ 10 w 10"/>
                <a:gd name="T2" fmla="*/ 0 w 10"/>
                <a:gd name="T3" fmla="*/ 10 w 10"/>
              </a:gdLst>
              <a:ahLst/>
              <a:cxnLst>
                <a:cxn ang="0">
                  <a:pos x="T0" y="0"/>
                </a:cxn>
                <a:cxn ang="0">
                  <a:pos x="T1" y="0"/>
                </a:cxn>
                <a:cxn ang="0">
                  <a:pos x="T2" y="0"/>
                </a:cxn>
                <a:cxn ang="0">
                  <a:pos x="T3" y="0"/>
                </a:cxn>
              </a:cxnLst>
              <a:rect l="0" t="0" r="r" b="b"/>
              <a:pathLst>
                <a:path w="10">
                  <a:moveTo>
                    <a:pt x="10" y="0"/>
                  </a:moveTo>
                  <a:lnTo>
                    <a:pt x="10" y="0"/>
                  </a:lnTo>
                  <a:lnTo>
                    <a:pt x="0" y="0"/>
                  </a:lnTo>
                  <a:cubicBezTo>
                    <a:pt x="1" y="0"/>
                    <a:pt x="4" y="0"/>
                    <a:pt x="10" y="0"/>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271" name="Freeform 20"/>
            <p:cNvSpPr/>
            <p:nvPr/>
          </p:nvSpPr>
          <p:spPr bwMode="invGray">
            <a:xfrm>
              <a:off x="-1606776" y="8412464"/>
              <a:ext cx="14172" cy="0"/>
            </a:xfrm>
            <a:custGeom>
              <a:avLst/>
              <a:gdLst>
                <a:gd name="T0" fmla="*/ 11 w 12"/>
                <a:gd name="T1" fmla="*/ 11 w 12"/>
                <a:gd name="T2" fmla="*/ 12 w 12"/>
                <a:gd name="T3" fmla="*/ 0 w 12"/>
                <a:gd name="T4" fmla="*/ 11 w 12"/>
              </a:gdLst>
              <a:ahLst/>
              <a:cxnLst>
                <a:cxn ang="0">
                  <a:pos x="T0" y="0"/>
                </a:cxn>
                <a:cxn ang="0">
                  <a:pos x="T1" y="0"/>
                </a:cxn>
                <a:cxn ang="0">
                  <a:pos x="T2" y="0"/>
                </a:cxn>
                <a:cxn ang="0">
                  <a:pos x="T3" y="0"/>
                </a:cxn>
                <a:cxn ang="0">
                  <a:pos x="T4" y="0"/>
                </a:cxn>
              </a:cxnLst>
              <a:rect l="0" t="0" r="r" b="b"/>
              <a:pathLst>
                <a:path w="12">
                  <a:moveTo>
                    <a:pt x="11" y="0"/>
                  </a:moveTo>
                  <a:lnTo>
                    <a:pt x="11" y="0"/>
                  </a:lnTo>
                  <a:cubicBezTo>
                    <a:pt x="12" y="0"/>
                    <a:pt x="11" y="0"/>
                    <a:pt x="12" y="0"/>
                  </a:cubicBezTo>
                  <a:lnTo>
                    <a:pt x="0" y="0"/>
                  </a:lnTo>
                  <a:lnTo>
                    <a:pt x="11" y="0"/>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272" name="Freeform 21"/>
            <p:cNvSpPr/>
            <p:nvPr/>
          </p:nvSpPr>
          <p:spPr bwMode="invGray">
            <a:xfrm>
              <a:off x="-955870" y="8365898"/>
              <a:ext cx="29357" cy="2328"/>
            </a:xfrm>
            <a:custGeom>
              <a:avLst/>
              <a:gdLst>
                <a:gd name="T0" fmla="*/ 3 w 24"/>
                <a:gd name="T1" fmla="*/ 1 h 1"/>
                <a:gd name="T2" fmla="*/ 3 w 24"/>
                <a:gd name="T3" fmla="*/ 1 h 1"/>
                <a:gd name="T4" fmla="*/ 24 w 24"/>
                <a:gd name="T5" fmla="*/ 0 h 1"/>
                <a:gd name="T6" fmla="*/ 8 w 24"/>
                <a:gd name="T7" fmla="*/ 1 h 1"/>
                <a:gd name="T8" fmla="*/ 3 w 24"/>
                <a:gd name="T9" fmla="*/ 1 h 1"/>
              </a:gdLst>
              <a:ahLst/>
              <a:cxnLst>
                <a:cxn ang="0">
                  <a:pos x="T0" y="T1"/>
                </a:cxn>
                <a:cxn ang="0">
                  <a:pos x="T2" y="T3"/>
                </a:cxn>
                <a:cxn ang="0">
                  <a:pos x="T4" y="T5"/>
                </a:cxn>
                <a:cxn ang="0">
                  <a:pos x="T6" y="T7"/>
                </a:cxn>
                <a:cxn ang="0">
                  <a:pos x="T8" y="T9"/>
                </a:cxn>
              </a:cxnLst>
              <a:rect l="0" t="0" r="r" b="b"/>
              <a:pathLst>
                <a:path w="24" h="1">
                  <a:moveTo>
                    <a:pt x="3" y="1"/>
                  </a:moveTo>
                  <a:lnTo>
                    <a:pt x="3" y="1"/>
                  </a:lnTo>
                  <a:lnTo>
                    <a:pt x="24" y="0"/>
                  </a:lnTo>
                  <a:lnTo>
                    <a:pt x="8" y="1"/>
                  </a:lnTo>
                  <a:cubicBezTo>
                    <a:pt x="2" y="1"/>
                    <a:pt x="0" y="1"/>
                    <a:pt x="3" y="1"/>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273" name="Freeform 22"/>
            <p:cNvSpPr/>
            <p:nvPr/>
          </p:nvSpPr>
          <p:spPr bwMode="invGray">
            <a:xfrm>
              <a:off x="-925501" y="8382195"/>
              <a:ext cx="12148" cy="2328"/>
            </a:xfrm>
            <a:custGeom>
              <a:avLst/>
              <a:gdLst>
                <a:gd name="T0" fmla="*/ 4 w 10"/>
                <a:gd name="T1" fmla="*/ 0 h 1"/>
                <a:gd name="T2" fmla="*/ 4 w 10"/>
                <a:gd name="T3" fmla="*/ 0 h 1"/>
                <a:gd name="T4" fmla="*/ 0 w 10"/>
                <a:gd name="T5" fmla="*/ 1 h 1"/>
                <a:gd name="T6" fmla="*/ 9 w 10"/>
                <a:gd name="T7" fmla="*/ 1 h 1"/>
                <a:gd name="T8" fmla="*/ 4 w 10"/>
                <a:gd name="T9" fmla="*/ 0 h 1"/>
              </a:gdLst>
              <a:ahLst/>
              <a:cxnLst>
                <a:cxn ang="0">
                  <a:pos x="T0" y="T1"/>
                </a:cxn>
                <a:cxn ang="0">
                  <a:pos x="T2" y="T3"/>
                </a:cxn>
                <a:cxn ang="0">
                  <a:pos x="T4" y="T5"/>
                </a:cxn>
                <a:cxn ang="0">
                  <a:pos x="T6" y="T7"/>
                </a:cxn>
                <a:cxn ang="0">
                  <a:pos x="T8" y="T9"/>
                </a:cxn>
              </a:cxnLst>
              <a:rect l="0" t="0" r="r" b="b"/>
              <a:pathLst>
                <a:path w="10" h="1">
                  <a:moveTo>
                    <a:pt x="4" y="0"/>
                  </a:moveTo>
                  <a:lnTo>
                    <a:pt x="4" y="0"/>
                  </a:lnTo>
                  <a:lnTo>
                    <a:pt x="0" y="1"/>
                  </a:lnTo>
                  <a:lnTo>
                    <a:pt x="9" y="1"/>
                  </a:lnTo>
                  <a:cubicBezTo>
                    <a:pt x="10" y="0"/>
                    <a:pt x="9" y="0"/>
                    <a:pt x="4" y="0"/>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274" name="Freeform 23"/>
            <p:cNvSpPr/>
            <p:nvPr/>
          </p:nvSpPr>
          <p:spPr bwMode="invGray">
            <a:xfrm>
              <a:off x="-2346763" y="8368224"/>
              <a:ext cx="15185" cy="4657"/>
            </a:xfrm>
            <a:custGeom>
              <a:avLst/>
              <a:gdLst>
                <a:gd name="T0" fmla="*/ 13 w 13"/>
                <a:gd name="T1" fmla="*/ 0 h 1"/>
                <a:gd name="T2" fmla="*/ 13 w 13"/>
                <a:gd name="T3" fmla="*/ 0 h 1"/>
                <a:gd name="T4" fmla="*/ 0 w 13"/>
                <a:gd name="T5" fmla="*/ 1 h 1"/>
                <a:gd name="T6" fmla="*/ 13 w 13"/>
                <a:gd name="T7" fmla="*/ 0 h 1"/>
              </a:gdLst>
              <a:ahLst/>
              <a:cxnLst>
                <a:cxn ang="0">
                  <a:pos x="T0" y="T1"/>
                </a:cxn>
                <a:cxn ang="0">
                  <a:pos x="T2" y="T3"/>
                </a:cxn>
                <a:cxn ang="0">
                  <a:pos x="T4" y="T5"/>
                </a:cxn>
                <a:cxn ang="0">
                  <a:pos x="T6" y="T7"/>
                </a:cxn>
              </a:cxnLst>
              <a:rect l="0" t="0" r="r" b="b"/>
              <a:pathLst>
                <a:path w="13" h="1">
                  <a:moveTo>
                    <a:pt x="13" y="0"/>
                  </a:moveTo>
                  <a:lnTo>
                    <a:pt x="13" y="0"/>
                  </a:lnTo>
                  <a:lnTo>
                    <a:pt x="0" y="1"/>
                  </a:lnTo>
                  <a:cubicBezTo>
                    <a:pt x="8" y="1"/>
                    <a:pt x="11" y="1"/>
                    <a:pt x="13" y="0"/>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275" name="Freeform 24"/>
            <p:cNvSpPr/>
            <p:nvPr/>
          </p:nvSpPr>
          <p:spPr bwMode="invGray">
            <a:xfrm>
              <a:off x="-2009670" y="8384525"/>
              <a:ext cx="686336" cy="30268"/>
            </a:xfrm>
            <a:custGeom>
              <a:avLst/>
              <a:gdLst>
                <a:gd name="T0" fmla="*/ 85 w 561"/>
                <a:gd name="T1" fmla="*/ 9 h 9"/>
                <a:gd name="T2" fmla="*/ 85 w 561"/>
                <a:gd name="T3" fmla="*/ 9 h 9"/>
                <a:gd name="T4" fmla="*/ 154 w 561"/>
                <a:gd name="T5" fmla="*/ 6 h 9"/>
                <a:gd name="T6" fmla="*/ 135 w 561"/>
                <a:gd name="T7" fmla="*/ 6 h 9"/>
                <a:gd name="T8" fmla="*/ 314 w 561"/>
                <a:gd name="T9" fmla="*/ 5 h 9"/>
                <a:gd name="T10" fmla="*/ 341 w 561"/>
                <a:gd name="T11" fmla="*/ 8 h 9"/>
                <a:gd name="T12" fmla="*/ 433 w 561"/>
                <a:gd name="T13" fmla="*/ 5 h 9"/>
                <a:gd name="T14" fmla="*/ 520 w 561"/>
                <a:gd name="T15" fmla="*/ 5 h 9"/>
                <a:gd name="T16" fmla="*/ 490 w 561"/>
                <a:gd name="T17" fmla="*/ 3 h 9"/>
                <a:gd name="T18" fmla="*/ 498 w 561"/>
                <a:gd name="T19" fmla="*/ 2 h 9"/>
                <a:gd name="T20" fmla="*/ 395 w 561"/>
                <a:gd name="T21" fmla="*/ 3 h 9"/>
                <a:gd name="T22" fmla="*/ 411 w 561"/>
                <a:gd name="T23" fmla="*/ 1 h 9"/>
                <a:gd name="T24" fmla="*/ 261 w 561"/>
                <a:gd name="T25" fmla="*/ 4 h 9"/>
                <a:gd name="T26" fmla="*/ 210 w 561"/>
                <a:gd name="T27" fmla="*/ 3 h 9"/>
                <a:gd name="T28" fmla="*/ 1 w 561"/>
                <a:gd name="T29" fmla="*/ 7 h 9"/>
                <a:gd name="T30" fmla="*/ 85 w 561"/>
                <a:gd name="T31" fmla="*/ 6 h 9"/>
                <a:gd name="T32" fmla="*/ 85 w 561"/>
                <a:gd name="T33"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61" h="9">
                  <a:moveTo>
                    <a:pt x="85" y="9"/>
                  </a:moveTo>
                  <a:lnTo>
                    <a:pt x="85" y="9"/>
                  </a:lnTo>
                  <a:cubicBezTo>
                    <a:pt x="130" y="9"/>
                    <a:pt x="90" y="6"/>
                    <a:pt x="154" y="6"/>
                  </a:cubicBezTo>
                  <a:lnTo>
                    <a:pt x="135" y="6"/>
                  </a:lnTo>
                  <a:cubicBezTo>
                    <a:pt x="180" y="5"/>
                    <a:pt x="260" y="5"/>
                    <a:pt x="314" y="5"/>
                  </a:cubicBezTo>
                  <a:cubicBezTo>
                    <a:pt x="308" y="6"/>
                    <a:pt x="347" y="6"/>
                    <a:pt x="341" y="8"/>
                  </a:cubicBezTo>
                  <a:cubicBezTo>
                    <a:pt x="377" y="8"/>
                    <a:pt x="414" y="7"/>
                    <a:pt x="433" y="5"/>
                  </a:cubicBezTo>
                  <a:cubicBezTo>
                    <a:pt x="456" y="6"/>
                    <a:pt x="491" y="4"/>
                    <a:pt x="520" y="5"/>
                  </a:cubicBezTo>
                  <a:cubicBezTo>
                    <a:pt x="507" y="4"/>
                    <a:pt x="561" y="1"/>
                    <a:pt x="490" y="3"/>
                  </a:cubicBezTo>
                  <a:cubicBezTo>
                    <a:pt x="496" y="3"/>
                    <a:pt x="492" y="2"/>
                    <a:pt x="498" y="2"/>
                  </a:cubicBezTo>
                  <a:cubicBezTo>
                    <a:pt x="452" y="1"/>
                    <a:pt x="434" y="3"/>
                    <a:pt x="395" y="3"/>
                  </a:cubicBezTo>
                  <a:cubicBezTo>
                    <a:pt x="372" y="2"/>
                    <a:pt x="433" y="2"/>
                    <a:pt x="411" y="1"/>
                  </a:cubicBezTo>
                  <a:cubicBezTo>
                    <a:pt x="362" y="2"/>
                    <a:pt x="258" y="0"/>
                    <a:pt x="261" y="4"/>
                  </a:cubicBezTo>
                  <a:cubicBezTo>
                    <a:pt x="225" y="5"/>
                    <a:pt x="220" y="4"/>
                    <a:pt x="210" y="3"/>
                  </a:cubicBezTo>
                  <a:cubicBezTo>
                    <a:pt x="153" y="7"/>
                    <a:pt x="0" y="1"/>
                    <a:pt x="1" y="7"/>
                  </a:cubicBezTo>
                  <a:cubicBezTo>
                    <a:pt x="21" y="7"/>
                    <a:pt x="55" y="7"/>
                    <a:pt x="85" y="6"/>
                  </a:cubicBezTo>
                  <a:lnTo>
                    <a:pt x="85" y="9"/>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276" name="Freeform 25"/>
            <p:cNvSpPr/>
            <p:nvPr/>
          </p:nvSpPr>
          <p:spPr bwMode="invGray">
            <a:xfrm>
              <a:off x="-1055075" y="8372881"/>
              <a:ext cx="11136" cy="0"/>
            </a:xfrm>
            <a:custGeom>
              <a:avLst/>
              <a:gdLst>
                <a:gd name="T0" fmla="*/ 9 w 9"/>
                <a:gd name="T1" fmla="*/ 9 w 9"/>
                <a:gd name="T2" fmla="*/ 0 w 9"/>
                <a:gd name="T3" fmla="*/ 9 w 9"/>
              </a:gdLst>
              <a:ahLst/>
              <a:cxnLst>
                <a:cxn ang="0">
                  <a:pos x="T0" y="0"/>
                </a:cxn>
                <a:cxn ang="0">
                  <a:pos x="T1" y="0"/>
                </a:cxn>
                <a:cxn ang="0">
                  <a:pos x="T2" y="0"/>
                </a:cxn>
                <a:cxn ang="0">
                  <a:pos x="T3" y="0"/>
                </a:cxn>
              </a:cxnLst>
              <a:rect l="0" t="0" r="r" b="b"/>
              <a:pathLst>
                <a:path w="9">
                  <a:moveTo>
                    <a:pt x="9" y="0"/>
                  </a:moveTo>
                  <a:lnTo>
                    <a:pt x="9" y="0"/>
                  </a:lnTo>
                  <a:lnTo>
                    <a:pt x="0" y="0"/>
                  </a:lnTo>
                  <a:lnTo>
                    <a:pt x="9" y="0"/>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277" name="Freeform 26"/>
            <p:cNvSpPr>
              <a:spLocks noEditPoints="1"/>
            </p:cNvSpPr>
            <p:nvPr/>
          </p:nvSpPr>
          <p:spPr bwMode="invGray">
            <a:xfrm>
              <a:off x="-1027743" y="8391507"/>
              <a:ext cx="674188" cy="46567"/>
            </a:xfrm>
            <a:custGeom>
              <a:avLst/>
              <a:gdLst>
                <a:gd name="T0" fmla="*/ 495 w 551"/>
                <a:gd name="T1" fmla="*/ 10 h 14"/>
                <a:gd name="T2" fmla="*/ 495 w 551"/>
                <a:gd name="T3" fmla="*/ 10 h 14"/>
                <a:gd name="T4" fmla="*/ 461 w 551"/>
                <a:gd name="T5" fmla="*/ 9 h 14"/>
                <a:gd name="T6" fmla="*/ 495 w 551"/>
                <a:gd name="T7" fmla="*/ 10 h 14"/>
                <a:gd name="T8" fmla="*/ 551 w 551"/>
                <a:gd name="T9" fmla="*/ 9 h 14"/>
                <a:gd name="T10" fmla="*/ 551 w 551"/>
                <a:gd name="T11" fmla="*/ 9 h 14"/>
                <a:gd name="T12" fmla="*/ 532 w 551"/>
                <a:gd name="T13" fmla="*/ 13 h 14"/>
                <a:gd name="T14" fmla="*/ 294 w 551"/>
                <a:gd name="T15" fmla="*/ 13 h 14"/>
                <a:gd name="T16" fmla="*/ 304 w 551"/>
                <a:gd name="T17" fmla="*/ 12 h 14"/>
                <a:gd name="T18" fmla="*/ 93 w 551"/>
                <a:gd name="T19" fmla="*/ 14 h 14"/>
                <a:gd name="T20" fmla="*/ 38 w 551"/>
                <a:gd name="T21" fmla="*/ 12 h 14"/>
                <a:gd name="T22" fmla="*/ 4 w 551"/>
                <a:gd name="T23" fmla="*/ 12 h 14"/>
                <a:gd name="T24" fmla="*/ 31 w 551"/>
                <a:gd name="T25" fmla="*/ 11 h 14"/>
                <a:gd name="T26" fmla="*/ 16 w 551"/>
                <a:gd name="T27" fmla="*/ 11 h 14"/>
                <a:gd name="T28" fmla="*/ 73 w 551"/>
                <a:gd name="T29" fmla="*/ 6 h 14"/>
                <a:gd name="T30" fmla="*/ 39 w 551"/>
                <a:gd name="T31" fmla="*/ 10 h 14"/>
                <a:gd name="T32" fmla="*/ 62 w 551"/>
                <a:gd name="T33" fmla="*/ 8 h 14"/>
                <a:gd name="T34" fmla="*/ 90 w 551"/>
                <a:gd name="T35" fmla="*/ 10 h 14"/>
                <a:gd name="T36" fmla="*/ 157 w 551"/>
                <a:gd name="T37" fmla="*/ 9 h 14"/>
                <a:gd name="T38" fmla="*/ 193 w 551"/>
                <a:gd name="T39" fmla="*/ 11 h 14"/>
                <a:gd name="T40" fmla="*/ 215 w 551"/>
                <a:gd name="T41" fmla="*/ 8 h 14"/>
                <a:gd name="T42" fmla="*/ 280 w 551"/>
                <a:gd name="T43" fmla="*/ 8 h 14"/>
                <a:gd name="T44" fmla="*/ 373 w 551"/>
                <a:gd name="T45" fmla="*/ 0 h 14"/>
                <a:gd name="T46" fmla="*/ 452 w 551"/>
                <a:gd name="T47" fmla="*/ 6 h 14"/>
                <a:gd name="T48" fmla="*/ 329 w 551"/>
                <a:gd name="T49" fmla="*/ 7 h 14"/>
                <a:gd name="T50" fmla="*/ 282 w 551"/>
                <a:gd name="T51" fmla="*/ 11 h 14"/>
                <a:gd name="T52" fmla="*/ 389 w 551"/>
                <a:gd name="T53" fmla="*/ 9 h 14"/>
                <a:gd name="T54" fmla="*/ 377 w 551"/>
                <a:gd name="T55" fmla="*/ 10 h 14"/>
                <a:gd name="T56" fmla="*/ 494 w 551"/>
                <a:gd name="T57" fmla="*/ 8 h 14"/>
                <a:gd name="T58" fmla="*/ 510 w 551"/>
                <a:gd name="T59" fmla="*/ 9 h 14"/>
                <a:gd name="T60" fmla="*/ 551 w 551"/>
                <a:gd name="T61" fmla="*/ 9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551" h="14">
                  <a:moveTo>
                    <a:pt x="495" y="10"/>
                  </a:moveTo>
                  <a:lnTo>
                    <a:pt x="495" y="10"/>
                  </a:lnTo>
                  <a:lnTo>
                    <a:pt x="461" y="9"/>
                  </a:lnTo>
                  <a:cubicBezTo>
                    <a:pt x="469" y="10"/>
                    <a:pt x="482" y="10"/>
                    <a:pt x="495" y="10"/>
                  </a:cubicBezTo>
                  <a:close/>
                  <a:moveTo>
                    <a:pt x="551" y="9"/>
                  </a:moveTo>
                  <a:lnTo>
                    <a:pt x="551" y="9"/>
                  </a:lnTo>
                  <a:lnTo>
                    <a:pt x="532" y="13"/>
                  </a:lnTo>
                  <a:cubicBezTo>
                    <a:pt x="425" y="14"/>
                    <a:pt x="387" y="13"/>
                    <a:pt x="294" y="13"/>
                  </a:cubicBezTo>
                  <a:cubicBezTo>
                    <a:pt x="287" y="12"/>
                    <a:pt x="298" y="12"/>
                    <a:pt x="304" y="12"/>
                  </a:cubicBezTo>
                  <a:cubicBezTo>
                    <a:pt x="238" y="13"/>
                    <a:pt x="140" y="12"/>
                    <a:pt x="93" y="14"/>
                  </a:cubicBezTo>
                  <a:cubicBezTo>
                    <a:pt x="72" y="14"/>
                    <a:pt x="17" y="13"/>
                    <a:pt x="38" y="12"/>
                  </a:cubicBezTo>
                  <a:cubicBezTo>
                    <a:pt x="28" y="12"/>
                    <a:pt x="16" y="12"/>
                    <a:pt x="4" y="12"/>
                  </a:cubicBezTo>
                  <a:cubicBezTo>
                    <a:pt x="1" y="11"/>
                    <a:pt x="30" y="12"/>
                    <a:pt x="31" y="11"/>
                  </a:cubicBezTo>
                  <a:cubicBezTo>
                    <a:pt x="22" y="11"/>
                    <a:pt x="18" y="10"/>
                    <a:pt x="16" y="11"/>
                  </a:cubicBezTo>
                  <a:cubicBezTo>
                    <a:pt x="32" y="10"/>
                    <a:pt x="0" y="6"/>
                    <a:pt x="73" y="6"/>
                  </a:cubicBezTo>
                  <a:cubicBezTo>
                    <a:pt x="101" y="9"/>
                    <a:pt x="22" y="7"/>
                    <a:pt x="39" y="10"/>
                  </a:cubicBezTo>
                  <a:cubicBezTo>
                    <a:pt x="63" y="10"/>
                    <a:pt x="60" y="9"/>
                    <a:pt x="62" y="8"/>
                  </a:cubicBezTo>
                  <a:cubicBezTo>
                    <a:pt x="93" y="8"/>
                    <a:pt x="92" y="9"/>
                    <a:pt x="90" y="10"/>
                  </a:cubicBezTo>
                  <a:cubicBezTo>
                    <a:pt x="102" y="9"/>
                    <a:pt x="141" y="10"/>
                    <a:pt x="157" y="9"/>
                  </a:cubicBezTo>
                  <a:cubicBezTo>
                    <a:pt x="216" y="8"/>
                    <a:pt x="154" y="11"/>
                    <a:pt x="193" y="11"/>
                  </a:cubicBezTo>
                  <a:lnTo>
                    <a:pt x="215" y="8"/>
                  </a:lnTo>
                  <a:lnTo>
                    <a:pt x="280" y="8"/>
                  </a:lnTo>
                  <a:cubicBezTo>
                    <a:pt x="373" y="7"/>
                    <a:pt x="266" y="2"/>
                    <a:pt x="373" y="0"/>
                  </a:cubicBezTo>
                  <a:cubicBezTo>
                    <a:pt x="359" y="2"/>
                    <a:pt x="402" y="5"/>
                    <a:pt x="452" y="6"/>
                  </a:cubicBezTo>
                  <a:cubicBezTo>
                    <a:pt x="422" y="6"/>
                    <a:pt x="367" y="8"/>
                    <a:pt x="329" y="7"/>
                  </a:cubicBezTo>
                  <a:cubicBezTo>
                    <a:pt x="383" y="10"/>
                    <a:pt x="254" y="8"/>
                    <a:pt x="282" y="11"/>
                  </a:cubicBezTo>
                  <a:cubicBezTo>
                    <a:pt x="309" y="9"/>
                    <a:pt x="354" y="9"/>
                    <a:pt x="389" y="9"/>
                  </a:cubicBezTo>
                  <a:lnTo>
                    <a:pt x="377" y="10"/>
                  </a:lnTo>
                  <a:cubicBezTo>
                    <a:pt x="414" y="10"/>
                    <a:pt x="442" y="7"/>
                    <a:pt x="494" y="8"/>
                  </a:cubicBezTo>
                  <a:cubicBezTo>
                    <a:pt x="519" y="8"/>
                    <a:pt x="514" y="9"/>
                    <a:pt x="510" y="9"/>
                  </a:cubicBezTo>
                  <a:cubicBezTo>
                    <a:pt x="531" y="9"/>
                    <a:pt x="551" y="8"/>
                    <a:pt x="551" y="9"/>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278" name="Freeform 27"/>
            <p:cNvSpPr/>
            <p:nvPr/>
          </p:nvSpPr>
          <p:spPr bwMode="invGray">
            <a:xfrm>
              <a:off x="4863813" y="8305360"/>
              <a:ext cx="12148" cy="4657"/>
            </a:xfrm>
            <a:custGeom>
              <a:avLst/>
              <a:gdLst>
                <a:gd name="T0" fmla="*/ 0 w 10"/>
                <a:gd name="T1" fmla="*/ 0 h 1"/>
                <a:gd name="T2" fmla="*/ 0 w 10"/>
                <a:gd name="T3" fmla="*/ 0 h 1"/>
                <a:gd name="T4" fmla="*/ 10 w 10"/>
                <a:gd name="T5" fmla="*/ 1 h 1"/>
                <a:gd name="T6" fmla="*/ 0 w 10"/>
                <a:gd name="T7" fmla="*/ 0 h 1"/>
              </a:gdLst>
              <a:ahLst/>
              <a:cxnLst>
                <a:cxn ang="0">
                  <a:pos x="T0" y="T1"/>
                </a:cxn>
                <a:cxn ang="0">
                  <a:pos x="T2" y="T3"/>
                </a:cxn>
                <a:cxn ang="0">
                  <a:pos x="T4" y="T5"/>
                </a:cxn>
                <a:cxn ang="0">
                  <a:pos x="T6" y="T7"/>
                </a:cxn>
              </a:cxnLst>
              <a:rect l="0" t="0" r="r" b="b"/>
              <a:pathLst>
                <a:path w="10" h="1">
                  <a:moveTo>
                    <a:pt x="0" y="0"/>
                  </a:moveTo>
                  <a:lnTo>
                    <a:pt x="0" y="0"/>
                  </a:lnTo>
                  <a:lnTo>
                    <a:pt x="10" y="1"/>
                  </a:lnTo>
                  <a:cubicBezTo>
                    <a:pt x="8" y="1"/>
                    <a:pt x="4" y="1"/>
                    <a:pt x="0" y="0"/>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279" name="Freeform 28"/>
            <p:cNvSpPr/>
            <p:nvPr/>
          </p:nvSpPr>
          <p:spPr bwMode="invGray">
            <a:xfrm>
              <a:off x="1168938" y="8282077"/>
              <a:ext cx="24295" cy="0"/>
            </a:xfrm>
            <a:custGeom>
              <a:avLst/>
              <a:gdLst>
                <a:gd name="T0" fmla="*/ 0 w 20"/>
                <a:gd name="T1" fmla="*/ 0 w 20"/>
                <a:gd name="T2" fmla="*/ 20 w 20"/>
                <a:gd name="T3" fmla="*/ 0 w 20"/>
              </a:gdLst>
              <a:ahLst/>
              <a:cxnLst>
                <a:cxn ang="0">
                  <a:pos x="T0" y="0"/>
                </a:cxn>
                <a:cxn ang="0">
                  <a:pos x="T1" y="0"/>
                </a:cxn>
                <a:cxn ang="0">
                  <a:pos x="T2" y="0"/>
                </a:cxn>
                <a:cxn ang="0">
                  <a:pos x="T3" y="0"/>
                </a:cxn>
              </a:cxnLst>
              <a:rect l="0" t="0" r="r" b="b"/>
              <a:pathLst>
                <a:path w="20">
                  <a:moveTo>
                    <a:pt x="0" y="0"/>
                  </a:moveTo>
                  <a:lnTo>
                    <a:pt x="0" y="0"/>
                  </a:lnTo>
                  <a:lnTo>
                    <a:pt x="20" y="0"/>
                  </a:lnTo>
                  <a:lnTo>
                    <a:pt x="0" y="0"/>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280" name="Freeform 29"/>
            <p:cNvSpPr/>
            <p:nvPr/>
          </p:nvSpPr>
          <p:spPr bwMode="invGray">
            <a:xfrm>
              <a:off x="1710514" y="8240168"/>
              <a:ext cx="34418" cy="2328"/>
            </a:xfrm>
            <a:custGeom>
              <a:avLst/>
              <a:gdLst>
                <a:gd name="T0" fmla="*/ 0 w 28"/>
                <a:gd name="T1" fmla="*/ 1 h 1"/>
                <a:gd name="T2" fmla="*/ 0 w 28"/>
                <a:gd name="T3" fmla="*/ 1 h 1"/>
                <a:gd name="T4" fmla="*/ 28 w 28"/>
                <a:gd name="T5" fmla="*/ 0 h 1"/>
                <a:gd name="T6" fmla="*/ 0 w 28"/>
                <a:gd name="T7" fmla="*/ 1 h 1"/>
              </a:gdLst>
              <a:ahLst/>
              <a:cxnLst>
                <a:cxn ang="0">
                  <a:pos x="T0" y="T1"/>
                </a:cxn>
                <a:cxn ang="0">
                  <a:pos x="T2" y="T3"/>
                </a:cxn>
                <a:cxn ang="0">
                  <a:pos x="T4" y="T5"/>
                </a:cxn>
                <a:cxn ang="0">
                  <a:pos x="T6" y="T7"/>
                </a:cxn>
              </a:cxnLst>
              <a:rect l="0" t="0" r="r" b="b"/>
              <a:pathLst>
                <a:path w="28" h="1">
                  <a:moveTo>
                    <a:pt x="0" y="1"/>
                  </a:moveTo>
                  <a:lnTo>
                    <a:pt x="0" y="1"/>
                  </a:lnTo>
                  <a:lnTo>
                    <a:pt x="28" y="0"/>
                  </a:lnTo>
                  <a:cubicBezTo>
                    <a:pt x="17" y="0"/>
                    <a:pt x="8" y="1"/>
                    <a:pt x="0" y="1"/>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281" name="Freeform 30"/>
            <p:cNvSpPr/>
            <p:nvPr/>
          </p:nvSpPr>
          <p:spPr bwMode="invGray">
            <a:xfrm>
              <a:off x="4570248" y="8303032"/>
              <a:ext cx="6074" cy="0"/>
            </a:xfrm>
            <a:custGeom>
              <a:avLst/>
              <a:gdLst>
                <a:gd name="T0" fmla="*/ 5 w 5"/>
                <a:gd name="T1" fmla="*/ 5 w 5"/>
                <a:gd name="T2" fmla="*/ 4 w 5"/>
                <a:gd name="T3" fmla="*/ 0 w 5"/>
                <a:gd name="T4" fmla="*/ 5 w 5"/>
              </a:gdLst>
              <a:ahLst/>
              <a:cxnLst>
                <a:cxn ang="0">
                  <a:pos x="T0" y="0"/>
                </a:cxn>
                <a:cxn ang="0">
                  <a:pos x="T1" y="0"/>
                </a:cxn>
                <a:cxn ang="0">
                  <a:pos x="T2" y="0"/>
                </a:cxn>
                <a:cxn ang="0">
                  <a:pos x="T3" y="0"/>
                </a:cxn>
                <a:cxn ang="0">
                  <a:pos x="T4" y="0"/>
                </a:cxn>
              </a:cxnLst>
              <a:rect l="0" t="0" r="r" b="b"/>
              <a:pathLst>
                <a:path w="5">
                  <a:moveTo>
                    <a:pt x="5" y="0"/>
                  </a:moveTo>
                  <a:lnTo>
                    <a:pt x="5" y="0"/>
                  </a:lnTo>
                  <a:lnTo>
                    <a:pt x="4" y="0"/>
                  </a:lnTo>
                  <a:lnTo>
                    <a:pt x="0" y="0"/>
                  </a:lnTo>
                  <a:lnTo>
                    <a:pt x="5" y="0"/>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282" name="Freeform 31"/>
            <p:cNvSpPr/>
            <p:nvPr/>
          </p:nvSpPr>
          <p:spPr bwMode="invGray">
            <a:xfrm>
              <a:off x="2795694" y="8272765"/>
              <a:ext cx="19234" cy="0"/>
            </a:xfrm>
            <a:custGeom>
              <a:avLst/>
              <a:gdLst>
                <a:gd name="T0" fmla="*/ 0 w 16"/>
                <a:gd name="T1" fmla="*/ 0 w 16"/>
                <a:gd name="T2" fmla="*/ 16 w 16"/>
                <a:gd name="T3" fmla="*/ 0 w 16"/>
              </a:gdLst>
              <a:ahLst/>
              <a:cxnLst>
                <a:cxn ang="0">
                  <a:pos x="T0" y="0"/>
                </a:cxn>
                <a:cxn ang="0">
                  <a:pos x="T1" y="0"/>
                </a:cxn>
                <a:cxn ang="0">
                  <a:pos x="T2" y="0"/>
                </a:cxn>
                <a:cxn ang="0">
                  <a:pos x="T3" y="0"/>
                </a:cxn>
              </a:cxnLst>
              <a:rect l="0" t="0" r="r" b="b"/>
              <a:pathLst>
                <a:path w="16">
                  <a:moveTo>
                    <a:pt x="0" y="0"/>
                  </a:moveTo>
                  <a:lnTo>
                    <a:pt x="0" y="0"/>
                  </a:lnTo>
                  <a:cubicBezTo>
                    <a:pt x="4" y="0"/>
                    <a:pt x="9" y="0"/>
                    <a:pt x="16" y="0"/>
                  </a:cubicBezTo>
                  <a:cubicBezTo>
                    <a:pt x="15" y="0"/>
                    <a:pt x="9" y="0"/>
                    <a:pt x="0" y="0"/>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283" name="Freeform 32"/>
            <p:cNvSpPr/>
            <p:nvPr/>
          </p:nvSpPr>
          <p:spPr bwMode="invGray">
            <a:xfrm>
              <a:off x="1703429" y="8242496"/>
              <a:ext cx="6074" cy="0"/>
            </a:xfrm>
            <a:custGeom>
              <a:avLst/>
              <a:gdLst>
                <a:gd name="T0" fmla="*/ 0 w 5"/>
                <a:gd name="T1" fmla="*/ 0 w 5"/>
                <a:gd name="T2" fmla="*/ 2 w 5"/>
                <a:gd name="T3" fmla="*/ 5 w 5"/>
                <a:gd name="T4" fmla="*/ 0 w 5"/>
              </a:gdLst>
              <a:ahLst/>
              <a:cxnLst>
                <a:cxn ang="0">
                  <a:pos x="T0" y="0"/>
                </a:cxn>
                <a:cxn ang="0">
                  <a:pos x="T1" y="0"/>
                </a:cxn>
                <a:cxn ang="0">
                  <a:pos x="T2" y="0"/>
                </a:cxn>
                <a:cxn ang="0">
                  <a:pos x="T3" y="0"/>
                </a:cxn>
                <a:cxn ang="0">
                  <a:pos x="T4" y="0"/>
                </a:cxn>
              </a:cxnLst>
              <a:rect l="0" t="0" r="r" b="b"/>
              <a:pathLst>
                <a:path w="5">
                  <a:moveTo>
                    <a:pt x="0" y="0"/>
                  </a:moveTo>
                  <a:lnTo>
                    <a:pt x="0" y="0"/>
                  </a:lnTo>
                  <a:lnTo>
                    <a:pt x="2" y="0"/>
                  </a:lnTo>
                  <a:lnTo>
                    <a:pt x="5" y="0"/>
                  </a:lnTo>
                  <a:lnTo>
                    <a:pt x="0" y="0"/>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284" name="Freeform 33"/>
            <p:cNvSpPr/>
            <p:nvPr/>
          </p:nvSpPr>
          <p:spPr bwMode="invGray">
            <a:xfrm>
              <a:off x="913839" y="8249480"/>
              <a:ext cx="16197" cy="0"/>
            </a:xfrm>
            <a:custGeom>
              <a:avLst/>
              <a:gdLst>
                <a:gd name="T0" fmla="*/ 13 w 13"/>
                <a:gd name="T1" fmla="*/ 13 w 13"/>
                <a:gd name="T2" fmla="*/ 0 w 13"/>
                <a:gd name="T3" fmla="*/ 13 w 13"/>
              </a:gdLst>
              <a:ahLst/>
              <a:cxnLst>
                <a:cxn ang="0">
                  <a:pos x="T0" y="0"/>
                </a:cxn>
                <a:cxn ang="0">
                  <a:pos x="T1" y="0"/>
                </a:cxn>
                <a:cxn ang="0">
                  <a:pos x="T2" y="0"/>
                </a:cxn>
                <a:cxn ang="0">
                  <a:pos x="T3" y="0"/>
                </a:cxn>
              </a:cxnLst>
              <a:rect l="0" t="0" r="r" b="b"/>
              <a:pathLst>
                <a:path w="13">
                  <a:moveTo>
                    <a:pt x="13" y="0"/>
                  </a:moveTo>
                  <a:lnTo>
                    <a:pt x="13" y="0"/>
                  </a:lnTo>
                  <a:lnTo>
                    <a:pt x="0" y="0"/>
                  </a:lnTo>
                  <a:lnTo>
                    <a:pt x="13" y="0"/>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285" name="Freeform 34"/>
            <p:cNvSpPr/>
            <p:nvPr/>
          </p:nvSpPr>
          <p:spPr bwMode="invGray">
            <a:xfrm>
              <a:off x="949269" y="8279749"/>
              <a:ext cx="15185" cy="2328"/>
            </a:xfrm>
            <a:custGeom>
              <a:avLst/>
              <a:gdLst>
                <a:gd name="T0" fmla="*/ 12 w 12"/>
                <a:gd name="T1" fmla="*/ 0 h 1"/>
                <a:gd name="T2" fmla="*/ 12 w 12"/>
                <a:gd name="T3" fmla="*/ 0 h 1"/>
                <a:gd name="T4" fmla="*/ 0 w 12"/>
                <a:gd name="T5" fmla="*/ 1 h 1"/>
                <a:gd name="T6" fmla="*/ 12 w 12"/>
                <a:gd name="T7" fmla="*/ 0 h 1"/>
              </a:gdLst>
              <a:ahLst/>
              <a:cxnLst>
                <a:cxn ang="0">
                  <a:pos x="T0" y="T1"/>
                </a:cxn>
                <a:cxn ang="0">
                  <a:pos x="T2" y="T3"/>
                </a:cxn>
                <a:cxn ang="0">
                  <a:pos x="T4" y="T5"/>
                </a:cxn>
                <a:cxn ang="0">
                  <a:pos x="T6" y="T7"/>
                </a:cxn>
              </a:cxnLst>
              <a:rect l="0" t="0" r="r" b="b"/>
              <a:pathLst>
                <a:path w="12" h="1">
                  <a:moveTo>
                    <a:pt x="12" y="0"/>
                  </a:moveTo>
                  <a:lnTo>
                    <a:pt x="12" y="0"/>
                  </a:lnTo>
                  <a:lnTo>
                    <a:pt x="0" y="1"/>
                  </a:lnTo>
                  <a:lnTo>
                    <a:pt x="12" y="0"/>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286" name="Freeform 35"/>
            <p:cNvSpPr/>
            <p:nvPr/>
          </p:nvSpPr>
          <p:spPr bwMode="invGray">
            <a:xfrm>
              <a:off x="97929" y="8263451"/>
              <a:ext cx="32393" cy="0"/>
            </a:xfrm>
            <a:custGeom>
              <a:avLst/>
              <a:gdLst>
                <a:gd name="T0" fmla="*/ 26 w 26"/>
                <a:gd name="T1" fmla="*/ 26 w 26"/>
                <a:gd name="T2" fmla="*/ 0 w 26"/>
                <a:gd name="T3" fmla="*/ 26 w 26"/>
              </a:gdLst>
              <a:ahLst/>
              <a:cxnLst>
                <a:cxn ang="0">
                  <a:pos x="T0" y="0"/>
                </a:cxn>
                <a:cxn ang="0">
                  <a:pos x="T1" y="0"/>
                </a:cxn>
                <a:cxn ang="0">
                  <a:pos x="T2" y="0"/>
                </a:cxn>
                <a:cxn ang="0">
                  <a:pos x="T3" y="0"/>
                </a:cxn>
              </a:cxnLst>
              <a:rect l="0" t="0" r="r" b="b"/>
              <a:pathLst>
                <a:path w="26">
                  <a:moveTo>
                    <a:pt x="26" y="0"/>
                  </a:moveTo>
                  <a:lnTo>
                    <a:pt x="26" y="0"/>
                  </a:lnTo>
                  <a:lnTo>
                    <a:pt x="0" y="0"/>
                  </a:lnTo>
                  <a:cubicBezTo>
                    <a:pt x="13" y="0"/>
                    <a:pt x="20" y="0"/>
                    <a:pt x="26" y="0"/>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287" name="Freeform 36"/>
            <p:cNvSpPr/>
            <p:nvPr/>
          </p:nvSpPr>
          <p:spPr bwMode="invGray">
            <a:xfrm>
              <a:off x="873347" y="8272765"/>
              <a:ext cx="6074" cy="4657"/>
            </a:xfrm>
            <a:custGeom>
              <a:avLst/>
              <a:gdLst>
                <a:gd name="T0" fmla="*/ 4 w 5"/>
                <a:gd name="T1" fmla="*/ 0 h 1"/>
                <a:gd name="T2" fmla="*/ 4 w 5"/>
                <a:gd name="T3" fmla="*/ 0 h 1"/>
                <a:gd name="T4" fmla="*/ 0 w 5"/>
                <a:gd name="T5" fmla="*/ 1 h 1"/>
                <a:gd name="T6" fmla="*/ 4 w 5"/>
                <a:gd name="T7" fmla="*/ 0 h 1"/>
              </a:gdLst>
              <a:ahLst/>
              <a:cxnLst>
                <a:cxn ang="0">
                  <a:pos x="T0" y="T1"/>
                </a:cxn>
                <a:cxn ang="0">
                  <a:pos x="T2" y="T3"/>
                </a:cxn>
                <a:cxn ang="0">
                  <a:pos x="T4" y="T5"/>
                </a:cxn>
                <a:cxn ang="0">
                  <a:pos x="T6" y="T7"/>
                </a:cxn>
              </a:cxnLst>
              <a:rect l="0" t="0" r="r" b="b"/>
              <a:pathLst>
                <a:path w="5" h="1">
                  <a:moveTo>
                    <a:pt x="4" y="0"/>
                  </a:moveTo>
                  <a:lnTo>
                    <a:pt x="4" y="0"/>
                  </a:lnTo>
                  <a:lnTo>
                    <a:pt x="0" y="1"/>
                  </a:lnTo>
                  <a:cubicBezTo>
                    <a:pt x="3" y="1"/>
                    <a:pt x="5" y="1"/>
                    <a:pt x="4" y="0"/>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288" name="Freeform 37"/>
            <p:cNvSpPr/>
            <p:nvPr/>
          </p:nvSpPr>
          <p:spPr bwMode="invGray">
            <a:xfrm>
              <a:off x="5067284" y="8344942"/>
              <a:ext cx="4049" cy="0"/>
            </a:xfrm>
            <a:custGeom>
              <a:avLst/>
              <a:gdLst>
                <a:gd name="T0" fmla="*/ 3 w 3"/>
                <a:gd name="T1" fmla="*/ 3 w 3"/>
                <a:gd name="T2" fmla="*/ 1 w 3"/>
                <a:gd name="T3" fmla="*/ 0 w 3"/>
                <a:gd name="T4" fmla="*/ 3 w 3"/>
              </a:gdLst>
              <a:ahLst/>
              <a:cxnLst>
                <a:cxn ang="0">
                  <a:pos x="T0" y="0"/>
                </a:cxn>
                <a:cxn ang="0">
                  <a:pos x="T1" y="0"/>
                </a:cxn>
                <a:cxn ang="0">
                  <a:pos x="T2" y="0"/>
                </a:cxn>
                <a:cxn ang="0">
                  <a:pos x="T3" y="0"/>
                </a:cxn>
                <a:cxn ang="0">
                  <a:pos x="T4" y="0"/>
                </a:cxn>
              </a:cxnLst>
              <a:rect l="0" t="0" r="r" b="b"/>
              <a:pathLst>
                <a:path w="3">
                  <a:moveTo>
                    <a:pt x="3" y="0"/>
                  </a:moveTo>
                  <a:lnTo>
                    <a:pt x="3" y="0"/>
                  </a:lnTo>
                  <a:lnTo>
                    <a:pt x="1" y="0"/>
                  </a:lnTo>
                  <a:lnTo>
                    <a:pt x="0" y="0"/>
                  </a:lnTo>
                  <a:lnTo>
                    <a:pt x="3" y="0"/>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289" name="Freeform 38"/>
            <p:cNvSpPr/>
            <p:nvPr/>
          </p:nvSpPr>
          <p:spPr bwMode="invGray">
            <a:xfrm>
              <a:off x="5149281" y="8328645"/>
              <a:ext cx="29357" cy="0"/>
            </a:xfrm>
            <a:custGeom>
              <a:avLst/>
              <a:gdLst>
                <a:gd name="T0" fmla="*/ 0 w 24"/>
                <a:gd name="T1" fmla="*/ 0 w 24"/>
                <a:gd name="T2" fmla="*/ 24 w 24"/>
                <a:gd name="T3" fmla="*/ 0 w 24"/>
              </a:gdLst>
              <a:ahLst/>
              <a:cxnLst>
                <a:cxn ang="0">
                  <a:pos x="T0" y="0"/>
                </a:cxn>
                <a:cxn ang="0">
                  <a:pos x="T1" y="0"/>
                </a:cxn>
                <a:cxn ang="0">
                  <a:pos x="T2" y="0"/>
                </a:cxn>
                <a:cxn ang="0">
                  <a:pos x="T3" y="0"/>
                </a:cxn>
              </a:cxnLst>
              <a:rect l="0" t="0" r="r" b="b"/>
              <a:pathLst>
                <a:path w="24">
                  <a:moveTo>
                    <a:pt x="0" y="0"/>
                  </a:moveTo>
                  <a:lnTo>
                    <a:pt x="0" y="0"/>
                  </a:lnTo>
                  <a:lnTo>
                    <a:pt x="24" y="0"/>
                  </a:lnTo>
                  <a:cubicBezTo>
                    <a:pt x="15" y="0"/>
                    <a:pt x="6" y="0"/>
                    <a:pt x="0" y="0"/>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290" name="Freeform 39"/>
            <p:cNvSpPr/>
            <p:nvPr/>
          </p:nvSpPr>
          <p:spPr bwMode="invGray">
            <a:xfrm>
              <a:off x="3267423" y="8289063"/>
              <a:ext cx="35431" cy="6984"/>
            </a:xfrm>
            <a:custGeom>
              <a:avLst/>
              <a:gdLst>
                <a:gd name="T0" fmla="*/ 0 w 29"/>
                <a:gd name="T1" fmla="*/ 1 h 2"/>
                <a:gd name="T2" fmla="*/ 0 w 29"/>
                <a:gd name="T3" fmla="*/ 1 h 2"/>
                <a:gd name="T4" fmla="*/ 15 w 29"/>
                <a:gd name="T5" fmla="*/ 2 h 2"/>
                <a:gd name="T6" fmla="*/ 0 w 29"/>
                <a:gd name="T7" fmla="*/ 1 h 2"/>
              </a:gdLst>
              <a:ahLst/>
              <a:cxnLst>
                <a:cxn ang="0">
                  <a:pos x="T0" y="T1"/>
                </a:cxn>
                <a:cxn ang="0">
                  <a:pos x="T2" y="T3"/>
                </a:cxn>
                <a:cxn ang="0">
                  <a:pos x="T4" y="T5"/>
                </a:cxn>
                <a:cxn ang="0">
                  <a:pos x="T6" y="T7"/>
                </a:cxn>
              </a:cxnLst>
              <a:rect l="0" t="0" r="r" b="b"/>
              <a:pathLst>
                <a:path w="28" h="2">
                  <a:moveTo>
                    <a:pt x="0" y="1"/>
                  </a:moveTo>
                  <a:lnTo>
                    <a:pt x="0" y="1"/>
                  </a:lnTo>
                  <a:cubicBezTo>
                    <a:pt x="7" y="1"/>
                    <a:pt x="23" y="2"/>
                    <a:pt x="15" y="2"/>
                  </a:cubicBezTo>
                  <a:cubicBezTo>
                    <a:pt x="29" y="2"/>
                    <a:pt x="28" y="0"/>
                    <a:pt x="0" y="1"/>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291" name="Freeform 40"/>
            <p:cNvSpPr/>
            <p:nvPr/>
          </p:nvSpPr>
          <p:spPr bwMode="invGray">
            <a:xfrm>
              <a:off x="4908355" y="8407808"/>
              <a:ext cx="22270" cy="4657"/>
            </a:xfrm>
            <a:custGeom>
              <a:avLst/>
              <a:gdLst>
                <a:gd name="T0" fmla="*/ 3 w 18"/>
                <a:gd name="T1" fmla="*/ 1 h 1"/>
                <a:gd name="T2" fmla="*/ 3 w 18"/>
                <a:gd name="T3" fmla="*/ 1 h 1"/>
                <a:gd name="T4" fmla="*/ 18 w 18"/>
                <a:gd name="T5" fmla="*/ 0 h 1"/>
                <a:gd name="T6" fmla="*/ 3 w 18"/>
                <a:gd name="T7" fmla="*/ 1 h 1"/>
              </a:gdLst>
              <a:ahLst/>
              <a:cxnLst>
                <a:cxn ang="0">
                  <a:pos x="T0" y="T1"/>
                </a:cxn>
                <a:cxn ang="0">
                  <a:pos x="T2" y="T3"/>
                </a:cxn>
                <a:cxn ang="0">
                  <a:pos x="T4" y="T5"/>
                </a:cxn>
                <a:cxn ang="0">
                  <a:pos x="T6" y="T7"/>
                </a:cxn>
              </a:cxnLst>
              <a:rect l="0" t="0" r="r" b="b"/>
              <a:pathLst>
                <a:path w="18" h="1">
                  <a:moveTo>
                    <a:pt x="3" y="1"/>
                  </a:moveTo>
                  <a:lnTo>
                    <a:pt x="3" y="1"/>
                  </a:lnTo>
                  <a:cubicBezTo>
                    <a:pt x="7" y="1"/>
                    <a:pt x="13" y="0"/>
                    <a:pt x="18" y="0"/>
                  </a:cubicBezTo>
                  <a:cubicBezTo>
                    <a:pt x="8" y="0"/>
                    <a:pt x="0" y="1"/>
                    <a:pt x="3" y="1"/>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292" name="Freeform 41"/>
            <p:cNvSpPr/>
            <p:nvPr/>
          </p:nvSpPr>
          <p:spPr bwMode="invGray">
            <a:xfrm>
              <a:off x="4930624" y="8405477"/>
              <a:ext cx="16197" cy="2328"/>
            </a:xfrm>
            <a:custGeom>
              <a:avLst/>
              <a:gdLst>
                <a:gd name="T0" fmla="*/ 0 w 14"/>
                <a:gd name="T1" fmla="*/ 1 h 1"/>
                <a:gd name="T2" fmla="*/ 0 w 14"/>
                <a:gd name="T3" fmla="*/ 1 h 1"/>
                <a:gd name="T4" fmla="*/ 14 w 14"/>
                <a:gd name="T5" fmla="*/ 0 h 1"/>
                <a:gd name="T6" fmla="*/ 0 w 14"/>
                <a:gd name="T7" fmla="*/ 1 h 1"/>
              </a:gdLst>
              <a:ahLst/>
              <a:cxnLst>
                <a:cxn ang="0">
                  <a:pos x="T0" y="T1"/>
                </a:cxn>
                <a:cxn ang="0">
                  <a:pos x="T2" y="T3"/>
                </a:cxn>
                <a:cxn ang="0">
                  <a:pos x="T4" y="T5"/>
                </a:cxn>
                <a:cxn ang="0">
                  <a:pos x="T6" y="T7"/>
                </a:cxn>
              </a:cxnLst>
              <a:rect l="0" t="0" r="r" b="b"/>
              <a:pathLst>
                <a:path w="14" h="1">
                  <a:moveTo>
                    <a:pt x="0" y="1"/>
                  </a:moveTo>
                  <a:lnTo>
                    <a:pt x="0" y="1"/>
                  </a:lnTo>
                  <a:lnTo>
                    <a:pt x="14" y="0"/>
                  </a:lnTo>
                  <a:lnTo>
                    <a:pt x="0" y="1"/>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293" name="Freeform 42"/>
            <p:cNvSpPr/>
            <p:nvPr/>
          </p:nvSpPr>
          <p:spPr bwMode="invGray">
            <a:xfrm>
              <a:off x="3038645" y="8382195"/>
              <a:ext cx="10123" cy="2328"/>
            </a:xfrm>
            <a:custGeom>
              <a:avLst/>
              <a:gdLst>
                <a:gd name="T0" fmla="*/ 8 w 8"/>
                <a:gd name="T1" fmla="*/ 1 h 1"/>
                <a:gd name="T2" fmla="*/ 8 w 8"/>
                <a:gd name="T3" fmla="*/ 1 h 1"/>
                <a:gd name="T4" fmla="*/ 0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cubicBezTo>
                    <a:pt x="6" y="0"/>
                    <a:pt x="3" y="0"/>
                    <a:pt x="0" y="0"/>
                  </a:cubicBezTo>
                  <a:cubicBezTo>
                    <a:pt x="1" y="0"/>
                    <a:pt x="4" y="1"/>
                    <a:pt x="8" y="1"/>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294" name="Freeform 43"/>
            <p:cNvSpPr/>
            <p:nvPr/>
          </p:nvSpPr>
          <p:spPr bwMode="invGray">
            <a:xfrm>
              <a:off x="5075382" y="8298373"/>
              <a:ext cx="289516" cy="34924"/>
            </a:xfrm>
            <a:custGeom>
              <a:avLst/>
              <a:gdLst>
                <a:gd name="T0" fmla="*/ 102 w 236"/>
                <a:gd name="T1" fmla="*/ 10 h 10"/>
                <a:gd name="T2" fmla="*/ 102 w 236"/>
                <a:gd name="T3" fmla="*/ 10 h 10"/>
                <a:gd name="T4" fmla="*/ 123 w 236"/>
                <a:gd name="T5" fmla="*/ 7 h 10"/>
                <a:gd name="T6" fmla="*/ 200 w 236"/>
                <a:gd name="T7" fmla="*/ 6 h 10"/>
                <a:gd name="T8" fmla="*/ 203 w 236"/>
                <a:gd name="T9" fmla="*/ 3 h 10"/>
                <a:gd name="T10" fmla="*/ 160 w 236"/>
                <a:gd name="T11" fmla="*/ 4 h 10"/>
                <a:gd name="T12" fmla="*/ 202 w 236"/>
                <a:gd name="T13" fmla="*/ 3 h 10"/>
                <a:gd name="T14" fmla="*/ 198 w 236"/>
                <a:gd name="T15" fmla="*/ 0 h 10"/>
                <a:gd name="T16" fmla="*/ 0 w 236"/>
                <a:gd name="T17" fmla="*/ 4 h 10"/>
                <a:gd name="T18" fmla="*/ 137 w 236"/>
                <a:gd name="T19" fmla="*/ 4 h 10"/>
                <a:gd name="T20" fmla="*/ 121 w 236"/>
                <a:gd name="T21" fmla="*/ 6 h 10"/>
                <a:gd name="T22" fmla="*/ 8 w 236"/>
                <a:gd name="T23" fmla="*/ 5 h 10"/>
                <a:gd name="T24" fmla="*/ 104 w 236"/>
                <a:gd name="T25" fmla="*/ 7 h 10"/>
                <a:gd name="T26" fmla="*/ 84 w 236"/>
                <a:gd name="T27" fmla="*/ 9 h 10"/>
                <a:gd name="T28" fmla="*/ 102 w 236"/>
                <a:gd name="T29" fmla="*/ 1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36" h="10">
                  <a:moveTo>
                    <a:pt x="102" y="10"/>
                  </a:moveTo>
                  <a:lnTo>
                    <a:pt x="102" y="10"/>
                  </a:lnTo>
                  <a:cubicBezTo>
                    <a:pt x="107" y="9"/>
                    <a:pt x="208" y="8"/>
                    <a:pt x="123" y="7"/>
                  </a:cubicBezTo>
                  <a:cubicBezTo>
                    <a:pt x="126" y="4"/>
                    <a:pt x="177" y="6"/>
                    <a:pt x="200" y="6"/>
                  </a:cubicBezTo>
                  <a:cubicBezTo>
                    <a:pt x="184" y="5"/>
                    <a:pt x="208" y="4"/>
                    <a:pt x="203" y="3"/>
                  </a:cubicBezTo>
                  <a:cubicBezTo>
                    <a:pt x="192" y="4"/>
                    <a:pt x="179" y="4"/>
                    <a:pt x="160" y="4"/>
                  </a:cubicBezTo>
                  <a:cubicBezTo>
                    <a:pt x="152" y="3"/>
                    <a:pt x="180" y="2"/>
                    <a:pt x="202" y="3"/>
                  </a:cubicBezTo>
                  <a:cubicBezTo>
                    <a:pt x="175" y="1"/>
                    <a:pt x="236" y="1"/>
                    <a:pt x="198" y="0"/>
                  </a:cubicBezTo>
                  <a:cubicBezTo>
                    <a:pt x="116" y="0"/>
                    <a:pt x="57" y="0"/>
                    <a:pt x="0" y="4"/>
                  </a:cubicBezTo>
                  <a:cubicBezTo>
                    <a:pt x="46" y="3"/>
                    <a:pt x="99" y="3"/>
                    <a:pt x="137" y="4"/>
                  </a:cubicBezTo>
                  <a:lnTo>
                    <a:pt x="121" y="6"/>
                  </a:lnTo>
                  <a:cubicBezTo>
                    <a:pt x="78" y="4"/>
                    <a:pt x="51" y="5"/>
                    <a:pt x="8" y="5"/>
                  </a:cubicBezTo>
                  <a:lnTo>
                    <a:pt x="104" y="7"/>
                  </a:lnTo>
                  <a:cubicBezTo>
                    <a:pt x="149" y="9"/>
                    <a:pt x="119" y="9"/>
                    <a:pt x="84" y="9"/>
                  </a:cubicBezTo>
                  <a:cubicBezTo>
                    <a:pt x="92" y="9"/>
                    <a:pt x="100" y="9"/>
                    <a:pt x="102" y="10"/>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295" name="Freeform 44"/>
            <p:cNvSpPr/>
            <p:nvPr/>
          </p:nvSpPr>
          <p:spPr bwMode="invGray">
            <a:xfrm>
              <a:off x="5121948" y="8391509"/>
              <a:ext cx="6074" cy="0"/>
            </a:xfrm>
            <a:custGeom>
              <a:avLst/>
              <a:gdLst>
                <a:gd name="T0" fmla="*/ 0 w 5"/>
                <a:gd name="T1" fmla="*/ 0 w 5"/>
                <a:gd name="T2" fmla="*/ 1 w 5"/>
                <a:gd name="T3" fmla="*/ 5 w 5"/>
                <a:gd name="T4" fmla="*/ 0 w 5"/>
              </a:gdLst>
              <a:ahLst/>
              <a:cxnLst>
                <a:cxn ang="0">
                  <a:pos x="T0" y="0"/>
                </a:cxn>
                <a:cxn ang="0">
                  <a:pos x="T1" y="0"/>
                </a:cxn>
                <a:cxn ang="0">
                  <a:pos x="T2" y="0"/>
                </a:cxn>
                <a:cxn ang="0">
                  <a:pos x="T3" y="0"/>
                </a:cxn>
                <a:cxn ang="0">
                  <a:pos x="T4" y="0"/>
                </a:cxn>
              </a:cxnLst>
              <a:rect l="0" t="0" r="r" b="b"/>
              <a:pathLst>
                <a:path w="5">
                  <a:moveTo>
                    <a:pt x="0" y="0"/>
                  </a:moveTo>
                  <a:lnTo>
                    <a:pt x="0" y="0"/>
                  </a:lnTo>
                  <a:lnTo>
                    <a:pt x="1" y="0"/>
                  </a:lnTo>
                  <a:lnTo>
                    <a:pt x="5" y="0"/>
                  </a:lnTo>
                  <a:lnTo>
                    <a:pt x="0" y="0"/>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296" name="Freeform 45"/>
            <p:cNvSpPr/>
            <p:nvPr/>
          </p:nvSpPr>
          <p:spPr bwMode="invGray">
            <a:xfrm>
              <a:off x="126273" y="8407808"/>
              <a:ext cx="11136" cy="4657"/>
            </a:xfrm>
            <a:custGeom>
              <a:avLst/>
              <a:gdLst>
                <a:gd name="T0" fmla="*/ 8 w 9"/>
                <a:gd name="T1" fmla="*/ 0 h 1"/>
                <a:gd name="T2" fmla="*/ 8 w 9"/>
                <a:gd name="T3" fmla="*/ 0 h 1"/>
                <a:gd name="T4" fmla="*/ 0 w 9"/>
                <a:gd name="T5" fmla="*/ 1 h 1"/>
                <a:gd name="T6" fmla="*/ 8 w 9"/>
                <a:gd name="T7" fmla="*/ 0 h 1"/>
              </a:gdLst>
              <a:ahLst/>
              <a:cxnLst>
                <a:cxn ang="0">
                  <a:pos x="T0" y="T1"/>
                </a:cxn>
                <a:cxn ang="0">
                  <a:pos x="T2" y="T3"/>
                </a:cxn>
                <a:cxn ang="0">
                  <a:pos x="T4" y="T5"/>
                </a:cxn>
                <a:cxn ang="0">
                  <a:pos x="T6" y="T7"/>
                </a:cxn>
              </a:cxnLst>
              <a:rect l="0" t="0" r="r" b="b"/>
              <a:pathLst>
                <a:path w="9" h="1">
                  <a:moveTo>
                    <a:pt x="8" y="0"/>
                  </a:moveTo>
                  <a:lnTo>
                    <a:pt x="8" y="0"/>
                  </a:lnTo>
                  <a:lnTo>
                    <a:pt x="0" y="1"/>
                  </a:lnTo>
                  <a:cubicBezTo>
                    <a:pt x="7" y="0"/>
                    <a:pt x="9" y="0"/>
                    <a:pt x="8" y="0"/>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297" name="Freeform 46"/>
            <p:cNvSpPr/>
            <p:nvPr/>
          </p:nvSpPr>
          <p:spPr bwMode="invGray">
            <a:xfrm flipH="1">
              <a:off x="5051087" y="8354254"/>
              <a:ext cx="0" cy="0"/>
            </a:xfrm>
            <a:custGeom>
              <a:avLst/>
              <a:gdLst/>
              <a:ahLst/>
              <a:cxnLst>
                <a:cxn ang="0">
                  <a:pos x="0" y="0"/>
                </a:cxn>
                <a:cxn ang="0">
                  <a:pos x="0" y="0"/>
                </a:cxn>
                <a:cxn ang="0">
                  <a:pos x="0" y="0"/>
                </a:cxn>
                <a:cxn ang="0">
                  <a:pos x="0" y="0"/>
                </a:cxn>
              </a:cxnLst>
              <a:rect l="0" t="0" r="r" b="b"/>
              <a:pathLst>
                <a:path>
                  <a:moveTo>
                    <a:pt x="0" y="0"/>
                  </a:moveTo>
                  <a:lnTo>
                    <a:pt x="0" y="0"/>
                  </a:lnTo>
                  <a:lnTo>
                    <a:pt x="0" y="0"/>
                  </a:lnTo>
                  <a:cubicBezTo>
                    <a:pt x="0" y="0"/>
                    <a:pt x="0" y="0"/>
                    <a:pt x="0" y="0"/>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298" name="Freeform 47"/>
            <p:cNvSpPr/>
            <p:nvPr/>
          </p:nvSpPr>
          <p:spPr bwMode="invGray">
            <a:xfrm>
              <a:off x="385421" y="8407806"/>
              <a:ext cx="3037" cy="0"/>
            </a:xfrm>
            <a:custGeom>
              <a:avLst/>
              <a:gdLst>
                <a:gd name="T0" fmla="*/ 2 w 2"/>
                <a:gd name="T1" fmla="*/ 2 w 2"/>
                <a:gd name="T2" fmla="*/ 0 w 2"/>
                <a:gd name="T3" fmla="*/ 2 w 2"/>
              </a:gdLst>
              <a:ahLst/>
              <a:cxnLst>
                <a:cxn ang="0">
                  <a:pos x="T0" y="0"/>
                </a:cxn>
                <a:cxn ang="0">
                  <a:pos x="T1" y="0"/>
                </a:cxn>
                <a:cxn ang="0">
                  <a:pos x="T2" y="0"/>
                </a:cxn>
                <a:cxn ang="0">
                  <a:pos x="T3" y="0"/>
                </a:cxn>
              </a:cxnLst>
              <a:rect l="0" t="0" r="r" b="b"/>
              <a:pathLst>
                <a:path w="2">
                  <a:moveTo>
                    <a:pt x="2" y="0"/>
                  </a:moveTo>
                  <a:lnTo>
                    <a:pt x="2" y="0"/>
                  </a:lnTo>
                  <a:lnTo>
                    <a:pt x="0" y="0"/>
                  </a:lnTo>
                  <a:cubicBezTo>
                    <a:pt x="1" y="0"/>
                    <a:pt x="1" y="0"/>
                    <a:pt x="2" y="0"/>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299" name="Freeform 48"/>
            <p:cNvSpPr/>
            <p:nvPr/>
          </p:nvSpPr>
          <p:spPr bwMode="invGray">
            <a:xfrm>
              <a:off x="448183" y="8249480"/>
              <a:ext cx="6074" cy="4657"/>
            </a:xfrm>
            <a:custGeom>
              <a:avLst/>
              <a:gdLst>
                <a:gd name="T0" fmla="*/ 5 w 5"/>
                <a:gd name="T1" fmla="*/ 1 h 1"/>
                <a:gd name="T2" fmla="*/ 5 w 5"/>
                <a:gd name="T3" fmla="*/ 1 h 1"/>
                <a:gd name="T4" fmla="*/ 4 w 5"/>
                <a:gd name="T5" fmla="*/ 0 h 1"/>
                <a:gd name="T6" fmla="*/ 5 w 5"/>
                <a:gd name="T7" fmla="*/ 1 h 1"/>
              </a:gdLst>
              <a:ahLst/>
              <a:cxnLst>
                <a:cxn ang="0">
                  <a:pos x="T0" y="T1"/>
                </a:cxn>
                <a:cxn ang="0">
                  <a:pos x="T2" y="T3"/>
                </a:cxn>
                <a:cxn ang="0">
                  <a:pos x="T4" y="T5"/>
                </a:cxn>
                <a:cxn ang="0">
                  <a:pos x="T6" y="T7"/>
                </a:cxn>
              </a:cxnLst>
              <a:rect l="0" t="0" r="r" b="b"/>
              <a:pathLst>
                <a:path w="5" h="1">
                  <a:moveTo>
                    <a:pt x="5" y="1"/>
                  </a:moveTo>
                  <a:lnTo>
                    <a:pt x="5" y="1"/>
                  </a:lnTo>
                  <a:cubicBezTo>
                    <a:pt x="5" y="1"/>
                    <a:pt x="5" y="1"/>
                    <a:pt x="4" y="0"/>
                  </a:cubicBezTo>
                  <a:cubicBezTo>
                    <a:pt x="0" y="1"/>
                    <a:pt x="2" y="1"/>
                    <a:pt x="5" y="1"/>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300" name="Freeform 49"/>
            <p:cNvSpPr/>
            <p:nvPr/>
          </p:nvSpPr>
          <p:spPr bwMode="invGray">
            <a:xfrm flipH="1">
              <a:off x="388457" y="8407806"/>
              <a:ext cx="0" cy="0"/>
            </a:xfrm>
            <a:custGeom>
              <a:avLst/>
              <a:gdLst/>
              <a:ahLst/>
              <a:cxnLst>
                <a:cxn ang="0">
                  <a:pos x="0" y="0"/>
                </a:cxn>
                <a:cxn ang="0">
                  <a:pos x="0" y="0"/>
                </a:cxn>
                <a:cxn ang="0">
                  <a:pos x="0" y="0"/>
                </a:cxn>
                <a:cxn ang="0">
                  <a:pos x="0" y="0"/>
                </a:cxn>
              </a:cxnLst>
              <a:rect l="0" t="0" r="r" b="b"/>
              <a:pathLst>
                <a:path>
                  <a:moveTo>
                    <a:pt x="0" y="0"/>
                  </a:moveTo>
                  <a:lnTo>
                    <a:pt x="0" y="0"/>
                  </a:lnTo>
                  <a:cubicBezTo>
                    <a:pt x="0" y="0"/>
                    <a:pt x="0" y="0"/>
                    <a:pt x="0" y="0"/>
                  </a:cubicBezTo>
                  <a:cubicBezTo>
                    <a:pt x="0" y="0"/>
                    <a:pt x="0" y="0"/>
                    <a:pt x="0" y="0"/>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301" name="Freeform 50"/>
            <p:cNvSpPr/>
            <p:nvPr/>
          </p:nvSpPr>
          <p:spPr bwMode="invGray">
            <a:xfrm>
              <a:off x="1597138" y="8375210"/>
              <a:ext cx="12148" cy="2328"/>
            </a:xfrm>
            <a:custGeom>
              <a:avLst/>
              <a:gdLst>
                <a:gd name="T0" fmla="*/ 10 w 10"/>
                <a:gd name="T1" fmla="*/ 1 h 1"/>
                <a:gd name="T2" fmla="*/ 10 w 10"/>
                <a:gd name="T3" fmla="*/ 1 h 1"/>
                <a:gd name="T4" fmla="*/ 2 w 10"/>
                <a:gd name="T5" fmla="*/ 0 h 1"/>
                <a:gd name="T6" fmla="*/ 10 w 10"/>
                <a:gd name="T7" fmla="*/ 1 h 1"/>
              </a:gdLst>
              <a:ahLst/>
              <a:cxnLst>
                <a:cxn ang="0">
                  <a:pos x="T0" y="T1"/>
                </a:cxn>
                <a:cxn ang="0">
                  <a:pos x="T2" y="T3"/>
                </a:cxn>
                <a:cxn ang="0">
                  <a:pos x="T4" y="T5"/>
                </a:cxn>
                <a:cxn ang="0">
                  <a:pos x="T6" y="T7"/>
                </a:cxn>
              </a:cxnLst>
              <a:rect l="0" t="0" r="r" b="b"/>
              <a:pathLst>
                <a:path w="10" h="1">
                  <a:moveTo>
                    <a:pt x="10" y="1"/>
                  </a:moveTo>
                  <a:lnTo>
                    <a:pt x="10" y="1"/>
                  </a:lnTo>
                  <a:lnTo>
                    <a:pt x="2" y="0"/>
                  </a:lnTo>
                  <a:cubicBezTo>
                    <a:pt x="0" y="0"/>
                    <a:pt x="2" y="0"/>
                    <a:pt x="10" y="1"/>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302" name="Freeform 51"/>
            <p:cNvSpPr/>
            <p:nvPr/>
          </p:nvSpPr>
          <p:spPr bwMode="invGray">
            <a:xfrm>
              <a:off x="1364309" y="8365896"/>
              <a:ext cx="4049" cy="0"/>
            </a:xfrm>
            <a:custGeom>
              <a:avLst/>
              <a:gdLst>
                <a:gd name="T0" fmla="*/ 3 w 3"/>
                <a:gd name="T1" fmla="*/ 3 w 3"/>
                <a:gd name="T2" fmla="*/ 0 w 3"/>
                <a:gd name="T3" fmla="*/ 3 w 3"/>
              </a:gdLst>
              <a:ahLst/>
              <a:cxnLst>
                <a:cxn ang="0">
                  <a:pos x="T0" y="0"/>
                </a:cxn>
                <a:cxn ang="0">
                  <a:pos x="T1" y="0"/>
                </a:cxn>
                <a:cxn ang="0">
                  <a:pos x="T2" y="0"/>
                </a:cxn>
                <a:cxn ang="0">
                  <a:pos x="T3" y="0"/>
                </a:cxn>
              </a:cxnLst>
              <a:rect l="0" t="0" r="r" b="b"/>
              <a:pathLst>
                <a:path w="3">
                  <a:moveTo>
                    <a:pt x="3" y="0"/>
                  </a:moveTo>
                  <a:lnTo>
                    <a:pt x="3" y="0"/>
                  </a:lnTo>
                  <a:lnTo>
                    <a:pt x="0" y="0"/>
                  </a:lnTo>
                  <a:lnTo>
                    <a:pt x="3" y="0"/>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303" name="Freeform 52"/>
            <p:cNvSpPr/>
            <p:nvPr/>
          </p:nvSpPr>
          <p:spPr bwMode="invGray">
            <a:xfrm>
              <a:off x="3182391" y="8258794"/>
              <a:ext cx="28344" cy="0"/>
            </a:xfrm>
            <a:custGeom>
              <a:avLst/>
              <a:gdLst>
                <a:gd name="T0" fmla="*/ 23 w 23"/>
                <a:gd name="T1" fmla="*/ 23 w 23"/>
                <a:gd name="T2" fmla="*/ 0 w 23"/>
                <a:gd name="T3" fmla="*/ 23 w 23"/>
              </a:gdLst>
              <a:ahLst/>
              <a:cxnLst>
                <a:cxn ang="0">
                  <a:pos x="T0" y="0"/>
                </a:cxn>
                <a:cxn ang="0">
                  <a:pos x="T1" y="0"/>
                </a:cxn>
                <a:cxn ang="0">
                  <a:pos x="T2" y="0"/>
                </a:cxn>
                <a:cxn ang="0">
                  <a:pos x="T3" y="0"/>
                </a:cxn>
              </a:cxnLst>
              <a:rect l="0" t="0" r="r" b="b"/>
              <a:pathLst>
                <a:path w="23">
                  <a:moveTo>
                    <a:pt x="23" y="0"/>
                  </a:moveTo>
                  <a:lnTo>
                    <a:pt x="23" y="0"/>
                  </a:lnTo>
                  <a:lnTo>
                    <a:pt x="0" y="0"/>
                  </a:lnTo>
                  <a:lnTo>
                    <a:pt x="23" y="0"/>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304" name="Freeform 53"/>
            <p:cNvSpPr/>
            <p:nvPr/>
          </p:nvSpPr>
          <p:spPr bwMode="invGray">
            <a:xfrm>
              <a:off x="374285" y="8407808"/>
              <a:ext cx="11136" cy="4657"/>
            </a:xfrm>
            <a:custGeom>
              <a:avLst/>
              <a:gdLst>
                <a:gd name="T0" fmla="*/ 9 w 9"/>
                <a:gd name="T1" fmla="*/ 0 h 1"/>
                <a:gd name="T2" fmla="*/ 9 w 9"/>
                <a:gd name="T3" fmla="*/ 0 h 1"/>
                <a:gd name="T4" fmla="*/ 0 w 9"/>
                <a:gd name="T5" fmla="*/ 1 h 1"/>
                <a:gd name="T6" fmla="*/ 9 w 9"/>
                <a:gd name="T7" fmla="*/ 0 h 1"/>
              </a:gdLst>
              <a:ahLst/>
              <a:cxnLst>
                <a:cxn ang="0">
                  <a:pos x="T0" y="T1"/>
                </a:cxn>
                <a:cxn ang="0">
                  <a:pos x="T2" y="T3"/>
                </a:cxn>
                <a:cxn ang="0">
                  <a:pos x="T4" y="T5"/>
                </a:cxn>
                <a:cxn ang="0">
                  <a:pos x="T6" y="T7"/>
                </a:cxn>
              </a:cxnLst>
              <a:rect l="0" t="0" r="r" b="b"/>
              <a:pathLst>
                <a:path w="9" h="1">
                  <a:moveTo>
                    <a:pt x="9" y="0"/>
                  </a:moveTo>
                  <a:lnTo>
                    <a:pt x="9" y="0"/>
                  </a:lnTo>
                  <a:lnTo>
                    <a:pt x="0" y="1"/>
                  </a:lnTo>
                  <a:cubicBezTo>
                    <a:pt x="5" y="0"/>
                    <a:pt x="8" y="0"/>
                    <a:pt x="9" y="0"/>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305" name="Freeform 54"/>
            <p:cNvSpPr/>
            <p:nvPr/>
          </p:nvSpPr>
          <p:spPr bwMode="invGray">
            <a:xfrm>
              <a:off x="1969662" y="8337957"/>
              <a:ext cx="7086" cy="4657"/>
            </a:xfrm>
            <a:custGeom>
              <a:avLst/>
              <a:gdLst>
                <a:gd name="T0" fmla="*/ 6 w 6"/>
                <a:gd name="T1" fmla="*/ 0 h 1"/>
                <a:gd name="T2" fmla="*/ 6 w 6"/>
                <a:gd name="T3" fmla="*/ 0 h 1"/>
                <a:gd name="T4" fmla="*/ 0 w 6"/>
                <a:gd name="T5" fmla="*/ 1 h 1"/>
                <a:gd name="T6" fmla="*/ 4 w 6"/>
                <a:gd name="T7" fmla="*/ 1 h 1"/>
                <a:gd name="T8" fmla="*/ 6 w 6"/>
                <a:gd name="T9" fmla="*/ 0 h 1"/>
              </a:gdLst>
              <a:ahLst/>
              <a:cxnLst>
                <a:cxn ang="0">
                  <a:pos x="T0" y="T1"/>
                </a:cxn>
                <a:cxn ang="0">
                  <a:pos x="T2" y="T3"/>
                </a:cxn>
                <a:cxn ang="0">
                  <a:pos x="T4" y="T5"/>
                </a:cxn>
                <a:cxn ang="0">
                  <a:pos x="T6" y="T7"/>
                </a:cxn>
                <a:cxn ang="0">
                  <a:pos x="T8" y="T9"/>
                </a:cxn>
              </a:cxnLst>
              <a:rect l="0" t="0" r="r" b="b"/>
              <a:pathLst>
                <a:path w="6" h="1">
                  <a:moveTo>
                    <a:pt x="6" y="0"/>
                  </a:moveTo>
                  <a:lnTo>
                    <a:pt x="6" y="0"/>
                  </a:lnTo>
                  <a:lnTo>
                    <a:pt x="0" y="1"/>
                  </a:lnTo>
                  <a:lnTo>
                    <a:pt x="4" y="1"/>
                  </a:lnTo>
                  <a:lnTo>
                    <a:pt x="6" y="0"/>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306" name="Freeform 55"/>
            <p:cNvSpPr/>
            <p:nvPr/>
          </p:nvSpPr>
          <p:spPr bwMode="invGray">
            <a:xfrm>
              <a:off x="1933219" y="8328644"/>
              <a:ext cx="298627" cy="23283"/>
            </a:xfrm>
            <a:custGeom>
              <a:avLst/>
              <a:gdLst>
                <a:gd name="T0" fmla="*/ 139 w 244"/>
                <a:gd name="T1" fmla="*/ 5 h 7"/>
                <a:gd name="T2" fmla="*/ 139 w 244"/>
                <a:gd name="T3" fmla="*/ 5 h 7"/>
                <a:gd name="T4" fmla="*/ 132 w 244"/>
                <a:gd name="T5" fmla="*/ 6 h 7"/>
                <a:gd name="T6" fmla="*/ 244 w 244"/>
                <a:gd name="T7" fmla="*/ 4 h 7"/>
                <a:gd name="T8" fmla="*/ 178 w 244"/>
                <a:gd name="T9" fmla="*/ 1 h 7"/>
                <a:gd name="T10" fmla="*/ 101 w 244"/>
                <a:gd name="T11" fmla="*/ 0 h 7"/>
                <a:gd name="T12" fmla="*/ 77 w 244"/>
                <a:gd name="T13" fmla="*/ 3 h 7"/>
                <a:gd name="T14" fmla="*/ 60 w 244"/>
                <a:gd name="T15" fmla="*/ 1 h 7"/>
                <a:gd name="T16" fmla="*/ 0 w 244"/>
                <a:gd name="T17" fmla="*/ 1 h 7"/>
                <a:gd name="T18" fmla="*/ 52 w 244"/>
                <a:gd name="T19" fmla="*/ 1 h 7"/>
                <a:gd name="T20" fmla="*/ 36 w 244"/>
                <a:gd name="T21" fmla="*/ 3 h 7"/>
                <a:gd name="T22" fmla="*/ 41 w 244"/>
                <a:gd name="T23" fmla="*/ 3 h 7"/>
                <a:gd name="T24" fmla="*/ 139 w 244"/>
                <a:gd name="T25" fmla="*/ 5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44" h="7">
                  <a:moveTo>
                    <a:pt x="139" y="5"/>
                  </a:moveTo>
                  <a:lnTo>
                    <a:pt x="139" y="5"/>
                  </a:lnTo>
                  <a:cubicBezTo>
                    <a:pt x="135" y="5"/>
                    <a:pt x="134" y="6"/>
                    <a:pt x="132" y="6"/>
                  </a:cubicBezTo>
                  <a:cubicBezTo>
                    <a:pt x="169" y="5"/>
                    <a:pt x="236" y="6"/>
                    <a:pt x="244" y="4"/>
                  </a:cubicBezTo>
                  <a:cubicBezTo>
                    <a:pt x="232" y="4"/>
                    <a:pt x="167" y="2"/>
                    <a:pt x="178" y="1"/>
                  </a:cubicBezTo>
                  <a:cubicBezTo>
                    <a:pt x="152" y="2"/>
                    <a:pt x="115" y="0"/>
                    <a:pt x="101" y="0"/>
                  </a:cubicBezTo>
                  <a:cubicBezTo>
                    <a:pt x="143" y="2"/>
                    <a:pt x="105" y="2"/>
                    <a:pt x="77" y="3"/>
                  </a:cubicBezTo>
                  <a:cubicBezTo>
                    <a:pt x="51" y="2"/>
                    <a:pt x="82" y="1"/>
                    <a:pt x="60" y="1"/>
                  </a:cubicBezTo>
                  <a:lnTo>
                    <a:pt x="0" y="1"/>
                  </a:lnTo>
                  <a:lnTo>
                    <a:pt x="52" y="1"/>
                  </a:lnTo>
                  <a:lnTo>
                    <a:pt x="36" y="3"/>
                  </a:lnTo>
                  <a:lnTo>
                    <a:pt x="41" y="3"/>
                  </a:lnTo>
                  <a:cubicBezTo>
                    <a:pt x="129" y="2"/>
                    <a:pt x="49" y="7"/>
                    <a:pt x="139" y="5"/>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307" name="Freeform 56"/>
            <p:cNvSpPr/>
            <p:nvPr/>
          </p:nvSpPr>
          <p:spPr bwMode="invGray">
            <a:xfrm>
              <a:off x="2076965" y="8349598"/>
              <a:ext cx="17209" cy="0"/>
            </a:xfrm>
            <a:custGeom>
              <a:avLst/>
              <a:gdLst>
                <a:gd name="T0" fmla="*/ 14 w 14"/>
                <a:gd name="T1" fmla="*/ 14 w 14"/>
                <a:gd name="T2" fmla="*/ 0 w 14"/>
                <a:gd name="T3" fmla="*/ 14 w 14"/>
              </a:gdLst>
              <a:ahLst/>
              <a:cxnLst>
                <a:cxn ang="0">
                  <a:pos x="T0" y="0"/>
                </a:cxn>
                <a:cxn ang="0">
                  <a:pos x="T1" y="0"/>
                </a:cxn>
                <a:cxn ang="0">
                  <a:pos x="T2" y="0"/>
                </a:cxn>
                <a:cxn ang="0">
                  <a:pos x="T3" y="0"/>
                </a:cxn>
              </a:cxnLst>
              <a:rect l="0" t="0" r="r" b="b"/>
              <a:pathLst>
                <a:path w="14">
                  <a:moveTo>
                    <a:pt x="14" y="0"/>
                  </a:moveTo>
                  <a:lnTo>
                    <a:pt x="14" y="0"/>
                  </a:lnTo>
                  <a:lnTo>
                    <a:pt x="0" y="0"/>
                  </a:lnTo>
                  <a:cubicBezTo>
                    <a:pt x="8" y="0"/>
                    <a:pt x="11" y="0"/>
                    <a:pt x="14" y="0"/>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308" name="Freeform 57"/>
            <p:cNvSpPr/>
            <p:nvPr/>
          </p:nvSpPr>
          <p:spPr bwMode="invGray">
            <a:xfrm>
              <a:off x="2533512" y="8358911"/>
              <a:ext cx="20246" cy="2328"/>
            </a:xfrm>
            <a:custGeom>
              <a:avLst/>
              <a:gdLst>
                <a:gd name="T0" fmla="*/ 0 w 16"/>
                <a:gd name="T1" fmla="*/ 1 h 1"/>
                <a:gd name="T2" fmla="*/ 0 w 16"/>
                <a:gd name="T3" fmla="*/ 1 h 1"/>
                <a:gd name="T4" fmla="*/ 16 w 16"/>
                <a:gd name="T5" fmla="*/ 0 h 1"/>
                <a:gd name="T6" fmla="*/ 0 w 16"/>
                <a:gd name="T7" fmla="*/ 1 h 1"/>
              </a:gdLst>
              <a:ahLst/>
              <a:cxnLst>
                <a:cxn ang="0">
                  <a:pos x="T0" y="T1"/>
                </a:cxn>
                <a:cxn ang="0">
                  <a:pos x="T2" y="T3"/>
                </a:cxn>
                <a:cxn ang="0">
                  <a:pos x="T4" y="T5"/>
                </a:cxn>
                <a:cxn ang="0">
                  <a:pos x="T6" y="T7"/>
                </a:cxn>
              </a:cxnLst>
              <a:rect l="0" t="0" r="r" b="b"/>
              <a:pathLst>
                <a:path w="16" h="1">
                  <a:moveTo>
                    <a:pt x="0" y="1"/>
                  </a:moveTo>
                  <a:lnTo>
                    <a:pt x="0" y="1"/>
                  </a:lnTo>
                  <a:lnTo>
                    <a:pt x="16" y="0"/>
                  </a:lnTo>
                  <a:lnTo>
                    <a:pt x="0" y="1"/>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309" name="Freeform 58"/>
            <p:cNvSpPr/>
            <p:nvPr/>
          </p:nvSpPr>
          <p:spPr bwMode="invGray">
            <a:xfrm>
              <a:off x="-688624" y="8358911"/>
              <a:ext cx="64787" cy="6984"/>
            </a:xfrm>
            <a:custGeom>
              <a:avLst/>
              <a:gdLst>
                <a:gd name="T0" fmla="*/ 0 w 53"/>
                <a:gd name="T1" fmla="*/ 0 h 2"/>
                <a:gd name="T2" fmla="*/ 0 w 53"/>
                <a:gd name="T3" fmla="*/ 0 h 2"/>
                <a:gd name="T4" fmla="*/ 52 w 53"/>
                <a:gd name="T5" fmla="*/ 0 h 2"/>
                <a:gd name="T6" fmla="*/ 6 w 53"/>
                <a:gd name="T7" fmla="*/ 0 h 2"/>
                <a:gd name="T8" fmla="*/ 0 w 53"/>
                <a:gd name="T9" fmla="*/ 0 h 2"/>
              </a:gdLst>
              <a:ahLst/>
              <a:cxnLst>
                <a:cxn ang="0">
                  <a:pos x="T0" y="T1"/>
                </a:cxn>
                <a:cxn ang="0">
                  <a:pos x="T2" y="T3"/>
                </a:cxn>
                <a:cxn ang="0">
                  <a:pos x="T4" y="T5"/>
                </a:cxn>
                <a:cxn ang="0">
                  <a:pos x="T6" y="T7"/>
                </a:cxn>
                <a:cxn ang="0">
                  <a:pos x="T8" y="T9"/>
                </a:cxn>
              </a:cxnLst>
              <a:rect l="0" t="0" r="r" b="b"/>
              <a:pathLst>
                <a:path w="52" h="2">
                  <a:moveTo>
                    <a:pt x="0" y="0"/>
                  </a:moveTo>
                  <a:lnTo>
                    <a:pt x="0" y="0"/>
                  </a:lnTo>
                  <a:cubicBezTo>
                    <a:pt x="2" y="1"/>
                    <a:pt x="53" y="2"/>
                    <a:pt x="52" y="0"/>
                  </a:cubicBezTo>
                  <a:lnTo>
                    <a:pt x="6" y="0"/>
                  </a:lnTo>
                  <a:lnTo>
                    <a:pt x="0" y="0"/>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310" name="Freeform 59"/>
            <p:cNvSpPr/>
            <p:nvPr/>
          </p:nvSpPr>
          <p:spPr bwMode="invGray">
            <a:xfrm>
              <a:off x="3706760" y="8335629"/>
              <a:ext cx="26320" cy="0"/>
            </a:xfrm>
            <a:custGeom>
              <a:avLst/>
              <a:gdLst>
                <a:gd name="T0" fmla="*/ 21 w 21"/>
                <a:gd name="T1" fmla="*/ 21 w 21"/>
                <a:gd name="T2" fmla="*/ 3 w 21"/>
                <a:gd name="T3" fmla="*/ 0 w 21"/>
                <a:gd name="T4" fmla="*/ 21 w 21"/>
              </a:gdLst>
              <a:ahLst/>
              <a:cxnLst>
                <a:cxn ang="0">
                  <a:pos x="T0" y="0"/>
                </a:cxn>
                <a:cxn ang="0">
                  <a:pos x="T1" y="0"/>
                </a:cxn>
                <a:cxn ang="0">
                  <a:pos x="T2" y="0"/>
                </a:cxn>
                <a:cxn ang="0">
                  <a:pos x="T3" y="0"/>
                </a:cxn>
                <a:cxn ang="0">
                  <a:pos x="T4" y="0"/>
                </a:cxn>
              </a:cxnLst>
              <a:rect l="0" t="0" r="r" b="b"/>
              <a:pathLst>
                <a:path w="21">
                  <a:moveTo>
                    <a:pt x="21" y="0"/>
                  </a:moveTo>
                  <a:lnTo>
                    <a:pt x="21" y="0"/>
                  </a:lnTo>
                  <a:lnTo>
                    <a:pt x="3" y="0"/>
                  </a:lnTo>
                  <a:lnTo>
                    <a:pt x="0" y="0"/>
                  </a:lnTo>
                  <a:cubicBezTo>
                    <a:pt x="4" y="0"/>
                    <a:pt x="15" y="0"/>
                    <a:pt x="21" y="0"/>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311" name="Freeform 60"/>
            <p:cNvSpPr/>
            <p:nvPr/>
          </p:nvSpPr>
          <p:spPr bwMode="invGray">
            <a:xfrm>
              <a:off x="2150863" y="8328645"/>
              <a:ext cx="19234" cy="4657"/>
            </a:xfrm>
            <a:custGeom>
              <a:avLst/>
              <a:gdLst>
                <a:gd name="T0" fmla="*/ 16 w 16"/>
                <a:gd name="T1" fmla="*/ 0 h 1"/>
                <a:gd name="T2" fmla="*/ 16 w 16"/>
                <a:gd name="T3" fmla="*/ 0 h 1"/>
                <a:gd name="T4" fmla="*/ 0 w 16"/>
                <a:gd name="T5" fmla="*/ 1 h 1"/>
                <a:gd name="T6" fmla="*/ 16 w 16"/>
                <a:gd name="T7" fmla="*/ 0 h 1"/>
              </a:gdLst>
              <a:ahLst/>
              <a:cxnLst>
                <a:cxn ang="0">
                  <a:pos x="T0" y="T1"/>
                </a:cxn>
                <a:cxn ang="0">
                  <a:pos x="T2" y="T3"/>
                </a:cxn>
                <a:cxn ang="0">
                  <a:pos x="T4" y="T5"/>
                </a:cxn>
                <a:cxn ang="0">
                  <a:pos x="T6" y="T7"/>
                </a:cxn>
              </a:cxnLst>
              <a:rect l="0" t="0" r="r" b="b"/>
              <a:pathLst>
                <a:path w="16" h="1">
                  <a:moveTo>
                    <a:pt x="16" y="0"/>
                  </a:moveTo>
                  <a:lnTo>
                    <a:pt x="16" y="0"/>
                  </a:lnTo>
                  <a:cubicBezTo>
                    <a:pt x="6" y="0"/>
                    <a:pt x="2" y="1"/>
                    <a:pt x="0" y="1"/>
                  </a:cubicBezTo>
                  <a:cubicBezTo>
                    <a:pt x="6" y="1"/>
                    <a:pt x="12" y="1"/>
                    <a:pt x="16" y="0"/>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312" name="Freeform 61"/>
            <p:cNvSpPr/>
            <p:nvPr/>
          </p:nvSpPr>
          <p:spPr bwMode="invGray">
            <a:xfrm>
              <a:off x="3736117" y="8349598"/>
              <a:ext cx="73898" cy="4657"/>
            </a:xfrm>
            <a:custGeom>
              <a:avLst/>
              <a:gdLst>
                <a:gd name="T0" fmla="*/ 0 w 60"/>
                <a:gd name="T1" fmla="*/ 0 h 2"/>
                <a:gd name="T2" fmla="*/ 0 w 60"/>
                <a:gd name="T3" fmla="*/ 0 h 2"/>
                <a:gd name="T4" fmla="*/ 19 w 60"/>
                <a:gd name="T5" fmla="*/ 2 h 2"/>
                <a:gd name="T6" fmla="*/ 60 w 60"/>
                <a:gd name="T7" fmla="*/ 1 h 2"/>
                <a:gd name="T8" fmla="*/ 0 w 60"/>
                <a:gd name="T9" fmla="*/ 0 h 2"/>
              </a:gdLst>
              <a:ahLst/>
              <a:cxnLst>
                <a:cxn ang="0">
                  <a:pos x="T0" y="T1"/>
                </a:cxn>
                <a:cxn ang="0">
                  <a:pos x="T2" y="T3"/>
                </a:cxn>
                <a:cxn ang="0">
                  <a:pos x="T4" y="T5"/>
                </a:cxn>
                <a:cxn ang="0">
                  <a:pos x="T6" y="T7"/>
                </a:cxn>
                <a:cxn ang="0">
                  <a:pos x="T8" y="T9"/>
                </a:cxn>
              </a:cxnLst>
              <a:rect l="0" t="0" r="r" b="b"/>
              <a:pathLst>
                <a:path w="60" h="2">
                  <a:moveTo>
                    <a:pt x="0" y="0"/>
                  </a:moveTo>
                  <a:lnTo>
                    <a:pt x="0" y="0"/>
                  </a:lnTo>
                  <a:cubicBezTo>
                    <a:pt x="7" y="0"/>
                    <a:pt x="18" y="1"/>
                    <a:pt x="19" y="2"/>
                  </a:cubicBezTo>
                  <a:cubicBezTo>
                    <a:pt x="34" y="2"/>
                    <a:pt x="45" y="1"/>
                    <a:pt x="60" y="1"/>
                  </a:cubicBezTo>
                  <a:cubicBezTo>
                    <a:pt x="43" y="1"/>
                    <a:pt x="23" y="1"/>
                    <a:pt x="0" y="0"/>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313" name="Freeform 62"/>
            <p:cNvSpPr/>
            <p:nvPr/>
          </p:nvSpPr>
          <p:spPr bwMode="invGray">
            <a:xfrm>
              <a:off x="3810013" y="8351926"/>
              <a:ext cx="1013" cy="0"/>
            </a:xfrm>
            <a:custGeom>
              <a:avLst/>
              <a:gdLst>
                <a:gd name="T0" fmla="*/ 1 w 1"/>
                <a:gd name="T1" fmla="*/ 1 w 1"/>
                <a:gd name="T2" fmla="*/ 0 w 1"/>
                <a:gd name="T3" fmla="*/ 1 w 1"/>
              </a:gdLst>
              <a:ahLst/>
              <a:cxnLst>
                <a:cxn ang="0">
                  <a:pos x="T0" y="0"/>
                </a:cxn>
                <a:cxn ang="0">
                  <a:pos x="T1" y="0"/>
                </a:cxn>
                <a:cxn ang="0">
                  <a:pos x="T2" y="0"/>
                </a:cxn>
                <a:cxn ang="0">
                  <a:pos x="T3" y="0"/>
                </a:cxn>
              </a:cxnLst>
              <a:rect l="0" t="0" r="r" b="b"/>
              <a:pathLst>
                <a:path w="1">
                  <a:moveTo>
                    <a:pt x="1" y="0"/>
                  </a:moveTo>
                  <a:lnTo>
                    <a:pt x="1" y="0"/>
                  </a:lnTo>
                  <a:lnTo>
                    <a:pt x="0" y="0"/>
                  </a:lnTo>
                  <a:lnTo>
                    <a:pt x="1" y="0"/>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314" name="Freeform 63"/>
            <p:cNvSpPr>
              <a:spLocks noEditPoints="1"/>
            </p:cNvSpPr>
            <p:nvPr/>
          </p:nvSpPr>
          <p:spPr bwMode="invGray">
            <a:xfrm>
              <a:off x="-5267234" y="8226199"/>
              <a:ext cx="10512682" cy="197908"/>
            </a:xfrm>
            <a:custGeom>
              <a:avLst/>
              <a:gdLst>
                <a:gd name="T0" fmla="*/ 5206 w 8594"/>
                <a:gd name="T1" fmla="*/ 34 h 60"/>
                <a:gd name="T2" fmla="*/ 4851 w 8594"/>
                <a:gd name="T3" fmla="*/ 37 h 60"/>
                <a:gd name="T4" fmla="*/ 5322 w 8594"/>
                <a:gd name="T5" fmla="*/ 35 h 60"/>
                <a:gd name="T6" fmla="*/ 5841 w 8594"/>
                <a:gd name="T7" fmla="*/ 43 h 60"/>
                <a:gd name="T8" fmla="*/ 5952 w 8594"/>
                <a:gd name="T9" fmla="*/ 46 h 60"/>
                <a:gd name="T10" fmla="*/ 6323 w 8594"/>
                <a:gd name="T11" fmla="*/ 40 h 60"/>
                <a:gd name="T12" fmla="*/ 6806 w 8594"/>
                <a:gd name="T13" fmla="*/ 32 h 60"/>
                <a:gd name="T14" fmla="*/ 6211 w 8594"/>
                <a:gd name="T15" fmla="*/ 34 h 60"/>
                <a:gd name="T16" fmla="*/ 5558 w 8594"/>
                <a:gd name="T17" fmla="*/ 29 h 60"/>
                <a:gd name="T18" fmla="*/ 7046 w 8594"/>
                <a:gd name="T19" fmla="*/ 41 h 60"/>
                <a:gd name="T20" fmla="*/ 7472 w 8594"/>
                <a:gd name="T21" fmla="*/ 40 h 60"/>
                <a:gd name="T22" fmla="*/ 7784 w 8594"/>
                <a:gd name="T23" fmla="*/ 39 h 60"/>
                <a:gd name="T24" fmla="*/ 4392 w 8594"/>
                <a:gd name="T25" fmla="*/ 36 h 60"/>
                <a:gd name="T26" fmla="*/ 4053 w 8594"/>
                <a:gd name="T27" fmla="*/ 35 h 60"/>
                <a:gd name="T28" fmla="*/ 4729 w 8594"/>
                <a:gd name="T29" fmla="*/ 29 h 60"/>
                <a:gd name="T30" fmla="*/ 348 w 8594"/>
                <a:gd name="T31" fmla="*/ 40 h 60"/>
                <a:gd name="T32" fmla="*/ 3365 w 8594"/>
                <a:gd name="T33" fmla="*/ 41 h 60"/>
                <a:gd name="T34" fmla="*/ 2626 w 8594"/>
                <a:gd name="T35" fmla="*/ 45 h 60"/>
                <a:gd name="T36" fmla="*/ 1989 w 8594"/>
                <a:gd name="T37" fmla="*/ 45 h 60"/>
                <a:gd name="T38" fmla="*/ 1241 w 8594"/>
                <a:gd name="T39" fmla="*/ 44 h 60"/>
                <a:gd name="T40" fmla="*/ 260 w 8594"/>
                <a:gd name="T41" fmla="*/ 41 h 60"/>
                <a:gd name="T42" fmla="*/ 403 w 8594"/>
                <a:gd name="T43" fmla="*/ 29 h 60"/>
                <a:gd name="T44" fmla="*/ 1235 w 8594"/>
                <a:gd name="T45" fmla="*/ 30 h 60"/>
                <a:gd name="T46" fmla="*/ 1695 w 8594"/>
                <a:gd name="T47" fmla="*/ 28 h 60"/>
                <a:gd name="T48" fmla="*/ 2516 w 8594"/>
                <a:gd name="T49" fmla="*/ 20 h 60"/>
                <a:gd name="T50" fmla="*/ 3096 w 8594"/>
                <a:gd name="T51" fmla="*/ 21 h 60"/>
                <a:gd name="T52" fmla="*/ 3775 w 8594"/>
                <a:gd name="T53" fmla="*/ 17 h 60"/>
                <a:gd name="T54" fmla="*/ 3608 w 8594"/>
                <a:gd name="T55" fmla="*/ 13 h 60"/>
                <a:gd name="T56" fmla="*/ 3472 w 8594"/>
                <a:gd name="T57" fmla="*/ 9 h 60"/>
                <a:gd name="T58" fmla="*/ 4061 w 8594"/>
                <a:gd name="T59" fmla="*/ 4 h 60"/>
                <a:gd name="T60" fmla="*/ 4257 w 8594"/>
                <a:gd name="T61" fmla="*/ 12 h 60"/>
                <a:gd name="T62" fmla="*/ 4645 w 8594"/>
                <a:gd name="T63" fmla="*/ 16 h 60"/>
                <a:gd name="T64" fmla="*/ 4373 w 8594"/>
                <a:gd name="T65" fmla="*/ 10 h 60"/>
                <a:gd name="T66" fmla="*/ 5119 w 8594"/>
                <a:gd name="T67" fmla="*/ 4 h 60"/>
                <a:gd name="T68" fmla="*/ 5193 w 8594"/>
                <a:gd name="T69" fmla="*/ 5 h 60"/>
                <a:gd name="T70" fmla="*/ 5134 w 8594"/>
                <a:gd name="T71" fmla="*/ 16 h 60"/>
                <a:gd name="T72" fmla="*/ 5438 w 8594"/>
                <a:gd name="T73" fmla="*/ 15 h 60"/>
                <a:gd name="T74" fmla="*/ 5834 w 8594"/>
                <a:gd name="T75" fmla="*/ 5 h 60"/>
                <a:gd name="T76" fmla="*/ 5843 w 8594"/>
                <a:gd name="T77" fmla="*/ 16 h 60"/>
                <a:gd name="T78" fmla="*/ 5967 w 8594"/>
                <a:gd name="T79" fmla="*/ 11 h 60"/>
                <a:gd name="T80" fmla="*/ 6226 w 8594"/>
                <a:gd name="T81" fmla="*/ 10 h 60"/>
                <a:gd name="T82" fmla="*/ 6261 w 8594"/>
                <a:gd name="T83" fmla="*/ 13 h 60"/>
                <a:gd name="T84" fmla="*/ 6697 w 8594"/>
                <a:gd name="T85" fmla="*/ 10 h 60"/>
                <a:gd name="T86" fmla="*/ 6837 w 8594"/>
                <a:gd name="T87" fmla="*/ 16 h 60"/>
                <a:gd name="T88" fmla="*/ 7682 w 8594"/>
                <a:gd name="T89" fmla="*/ 14 h 60"/>
                <a:gd name="T90" fmla="*/ 7802 w 8594"/>
                <a:gd name="T91" fmla="*/ 24 h 60"/>
                <a:gd name="T92" fmla="*/ 8182 w 8594"/>
                <a:gd name="T93" fmla="*/ 23 h 60"/>
                <a:gd name="T94" fmla="*/ 8315 w 8594"/>
                <a:gd name="T95" fmla="*/ 27 h 60"/>
                <a:gd name="T96" fmla="*/ 8441 w 8594"/>
                <a:gd name="T97" fmla="*/ 38 h 60"/>
                <a:gd name="T98" fmla="*/ 8077 w 8594"/>
                <a:gd name="T99" fmla="*/ 45 h 60"/>
                <a:gd name="T100" fmla="*/ 8594 w 8594"/>
                <a:gd name="T101" fmla="*/ 47 h 60"/>
                <a:gd name="T102" fmla="*/ 8205 w 8594"/>
                <a:gd name="T103" fmla="*/ 53 h 60"/>
                <a:gd name="T104" fmla="*/ 7779 w 8594"/>
                <a:gd name="T105" fmla="*/ 58 h 60"/>
                <a:gd name="T106" fmla="*/ 7358 w 8594"/>
                <a:gd name="T107" fmla="*/ 54 h 60"/>
                <a:gd name="T108" fmla="*/ 6692 w 8594"/>
                <a:gd name="T109" fmla="*/ 49 h 60"/>
                <a:gd name="T110" fmla="*/ 5792 w 8594"/>
                <a:gd name="T111" fmla="*/ 53 h 60"/>
                <a:gd name="T112" fmla="*/ 5390 w 8594"/>
                <a:gd name="T113" fmla="*/ 47 h 60"/>
                <a:gd name="T114" fmla="*/ 5194 w 8594"/>
                <a:gd name="T115" fmla="*/ 51 h 60"/>
                <a:gd name="T116" fmla="*/ 4559 w 8594"/>
                <a:gd name="T117" fmla="*/ 53 h 60"/>
                <a:gd name="T118" fmla="*/ 4226 w 8594"/>
                <a:gd name="T119" fmla="*/ 58 h 60"/>
                <a:gd name="T120" fmla="*/ 4010 w 8594"/>
                <a:gd name="T121" fmla="*/ 60 h 60"/>
                <a:gd name="T122" fmla="*/ 3858 w 8594"/>
                <a:gd name="T123" fmla="*/ 34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8594" h="60">
                  <a:moveTo>
                    <a:pt x="4248" y="14"/>
                  </a:moveTo>
                  <a:lnTo>
                    <a:pt x="4248" y="14"/>
                  </a:lnTo>
                  <a:lnTo>
                    <a:pt x="4246" y="14"/>
                  </a:lnTo>
                  <a:lnTo>
                    <a:pt x="4248" y="14"/>
                  </a:lnTo>
                  <a:lnTo>
                    <a:pt x="4248" y="14"/>
                  </a:lnTo>
                  <a:close/>
                  <a:moveTo>
                    <a:pt x="5299" y="30"/>
                  </a:moveTo>
                  <a:lnTo>
                    <a:pt x="5299" y="30"/>
                  </a:lnTo>
                  <a:lnTo>
                    <a:pt x="5241" y="31"/>
                  </a:lnTo>
                  <a:lnTo>
                    <a:pt x="5247" y="31"/>
                  </a:lnTo>
                  <a:lnTo>
                    <a:pt x="5190" y="32"/>
                  </a:lnTo>
                  <a:cubicBezTo>
                    <a:pt x="5225" y="33"/>
                    <a:pt x="5248" y="35"/>
                    <a:pt x="5199" y="36"/>
                  </a:cubicBezTo>
                  <a:cubicBezTo>
                    <a:pt x="5203" y="36"/>
                    <a:pt x="5189" y="35"/>
                    <a:pt x="5206" y="34"/>
                  </a:cubicBezTo>
                  <a:cubicBezTo>
                    <a:pt x="5173" y="33"/>
                    <a:pt x="5101" y="32"/>
                    <a:pt x="5120" y="35"/>
                  </a:cubicBezTo>
                  <a:cubicBezTo>
                    <a:pt x="5183" y="32"/>
                    <a:pt x="5134" y="39"/>
                    <a:pt x="5184" y="36"/>
                  </a:cubicBezTo>
                  <a:cubicBezTo>
                    <a:pt x="5157" y="38"/>
                    <a:pt x="5131" y="38"/>
                    <a:pt x="5106" y="38"/>
                  </a:cubicBezTo>
                  <a:cubicBezTo>
                    <a:pt x="5132" y="37"/>
                    <a:pt x="5100" y="35"/>
                    <a:pt x="5061" y="34"/>
                  </a:cubicBezTo>
                  <a:cubicBezTo>
                    <a:pt x="5044" y="35"/>
                    <a:pt x="4997" y="34"/>
                    <a:pt x="4969" y="35"/>
                  </a:cubicBezTo>
                  <a:cubicBezTo>
                    <a:pt x="4979" y="37"/>
                    <a:pt x="4954" y="38"/>
                    <a:pt x="5001" y="38"/>
                  </a:cubicBezTo>
                  <a:cubicBezTo>
                    <a:pt x="4984" y="39"/>
                    <a:pt x="4957" y="39"/>
                    <a:pt x="4928" y="38"/>
                  </a:cubicBezTo>
                  <a:cubicBezTo>
                    <a:pt x="4940" y="38"/>
                    <a:pt x="4960" y="38"/>
                    <a:pt x="4959" y="37"/>
                  </a:cubicBezTo>
                  <a:cubicBezTo>
                    <a:pt x="4940" y="35"/>
                    <a:pt x="4917" y="35"/>
                    <a:pt x="4905" y="35"/>
                  </a:cubicBezTo>
                  <a:lnTo>
                    <a:pt x="4876" y="35"/>
                  </a:lnTo>
                  <a:cubicBezTo>
                    <a:pt x="4879" y="35"/>
                    <a:pt x="4881" y="35"/>
                    <a:pt x="4883" y="36"/>
                  </a:cubicBezTo>
                  <a:lnTo>
                    <a:pt x="4851" y="37"/>
                  </a:lnTo>
                  <a:cubicBezTo>
                    <a:pt x="4894" y="36"/>
                    <a:pt x="4871" y="38"/>
                    <a:pt x="4870" y="39"/>
                  </a:cubicBezTo>
                  <a:cubicBezTo>
                    <a:pt x="4871" y="37"/>
                    <a:pt x="4842" y="39"/>
                    <a:pt x="4827" y="39"/>
                  </a:cubicBezTo>
                  <a:lnTo>
                    <a:pt x="4860" y="41"/>
                  </a:lnTo>
                  <a:cubicBezTo>
                    <a:pt x="4844" y="42"/>
                    <a:pt x="4805" y="40"/>
                    <a:pt x="4813" y="42"/>
                  </a:cubicBezTo>
                  <a:cubicBezTo>
                    <a:pt x="4881" y="43"/>
                    <a:pt x="4907" y="42"/>
                    <a:pt x="4969" y="42"/>
                  </a:cubicBezTo>
                  <a:lnTo>
                    <a:pt x="4944" y="40"/>
                  </a:lnTo>
                  <a:cubicBezTo>
                    <a:pt x="5014" y="39"/>
                    <a:pt x="4987" y="43"/>
                    <a:pt x="5065" y="43"/>
                  </a:cubicBezTo>
                  <a:cubicBezTo>
                    <a:pt x="5098" y="41"/>
                    <a:pt x="5183" y="42"/>
                    <a:pt x="5184" y="39"/>
                  </a:cubicBezTo>
                  <a:cubicBezTo>
                    <a:pt x="5174" y="40"/>
                    <a:pt x="5233" y="42"/>
                    <a:pt x="5260" y="40"/>
                  </a:cubicBezTo>
                  <a:cubicBezTo>
                    <a:pt x="5289" y="38"/>
                    <a:pt x="5379" y="37"/>
                    <a:pt x="5352" y="36"/>
                  </a:cubicBezTo>
                  <a:cubicBezTo>
                    <a:pt x="5328" y="36"/>
                    <a:pt x="5295" y="37"/>
                    <a:pt x="5276" y="36"/>
                  </a:cubicBezTo>
                  <a:lnTo>
                    <a:pt x="5322" y="35"/>
                  </a:lnTo>
                  <a:lnTo>
                    <a:pt x="5292" y="33"/>
                  </a:lnTo>
                  <a:cubicBezTo>
                    <a:pt x="5308" y="34"/>
                    <a:pt x="5306" y="32"/>
                    <a:pt x="5299" y="30"/>
                  </a:cubicBezTo>
                  <a:close/>
                  <a:moveTo>
                    <a:pt x="5493" y="27"/>
                  </a:moveTo>
                  <a:lnTo>
                    <a:pt x="5493" y="27"/>
                  </a:lnTo>
                  <a:cubicBezTo>
                    <a:pt x="5524" y="32"/>
                    <a:pt x="5557" y="36"/>
                    <a:pt x="5700" y="35"/>
                  </a:cubicBezTo>
                  <a:lnTo>
                    <a:pt x="5689" y="35"/>
                  </a:lnTo>
                  <a:cubicBezTo>
                    <a:pt x="5761" y="38"/>
                    <a:pt x="5829" y="32"/>
                    <a:pt x="5916" y="35"/>
                  </a:cubicBezTo>
                  <a:cubicBezTo>
                    <a:pt x="5874" y="36"/>
                    <a:pt x="5876" y="36"/>
                    <a:pt x="5829" y="40"/>
                  </a:cubicBezTo>
                  <a:lnTo>
                    <a:pt x="5875" y="39"/>
                  </a:lnTo>
                  <a:cubicBezTo>
                    <a:pt x="5862" y="41"/>
                    <a:pt x="5907" y="40"/>
                    <a:pt x="5941" y="40"/>
                  </a:cubicBezTo>
                  <a:lnTo>
                    <a:pt x="5911" y="43"/>
                  </a:lnTo>
                  <a:cubicBezTo>
                    <a:pt x="5891" y="42"/>
                    <a:pt x="5839" y="42"/>
                    <a:pt x="5841" y="43"/>
                  </a:cubicBezTo>
                  <a:cubicBezTo>
                    <a:pt x="5852" y="42"/>
                    <a:pt x="5772" y="39"/>
                    <a:pt x="5729" y="40"/>
                  </a:cubicBezTo>
                  <a:cubicBezTo>
                    <a:pt x="5733" y="42"/>
                    <a:pt x="5825" y="41"/>
                    <a:pt x="5784" y="44"/>
                  </a:cubicBezTo>
                  <a:cubicBezTo>
                    <a:pt x="5820" y="43"/>
                    <a:pt x="5825" y="45"/>
                    <a:pt x="5862" y="44"/>
                  </a:cubicBezTo>
                  <a:cubicBezTo>
                    <a:pt x="5826" y="45"/>
                    <a:pt x="5853" y="47"/>
                    <a:pt x="5827" y="48"/>
                  </a:cubicBezTo>
                  <a:lnTo>
                    <a:pt x="5888" y="47"/>
                  </a:lnTo>
                  <a:cubicBezTo>
                    <a:pt x="5890" y="48"/>
                    <a:pt x="5798" y="49"/>
                    <a:pt x="5849" y="51"/>
                  </a:cubicBezTo>
                  <a:cubicBezTo>
                    <a:pt x="5874" y="50"/>
                    <a:pt x="5940" y="52"/>
                    <a:pt x="5941" y="49"/>
                  </a:cubicBezTo>
                  <a:lnTo>
                    <a:pt x="5943" y="50"/>
                  </a:lnTo>
                  <a:cubicBezTo>
                    <a:pt x="5989" y="51"/>
                    <a:pt x="5963" y="47"/>
                    <a:pt x="6020" y="48"/>
                  </a:cubicBezTo>
                  <a:cubicBezTo>
                    <a:pt x="6021" y="47"/>
                    <a:pt x="6010" y="47"/>
                    <a:pt x="5989" y="47"/>
                  </a:cubicBezTo>
                  <a:cubicBezTo>
                    <a:pt x="5972" y="47"/>
                    <a:pt x="5969" y="49"/>
                    <a:pt x="5934" y="49"/>
                  </a:cubicBezTo>
                  <a:cubicBezTo>
                    <a:pt x="5918" y="47"/>
                    <a:pt x="5977" y="49"/>
                    <a:pt x="5952" y="46"/>
                  </a:cubicBezTo>
                  <a:cubicBezTo>
                    <a:pt x="5940" y="45"/>
                    <a:pt x="5858" y="48"/>
                    <a:pt x="5884" y="44"/>
                  </a:cubicBezTo>
                  <a:lnTo>
                    <a:pt x="5931" y="45"/>
                  </a:lnTo>
                  <a:cubicBezTo>
                    <a:pt x="5932" y="43"/>
                    <a:pt x="5965" y="43"/>
                    <a:pt x="5964" y="41"/>
                  </a:cubicBezTo>
                  <a:cubicBezTo>
                    <a:pt x="5993" y="40"/>
                    <a:pt x="6019" y="43"/>
                    <a:pt x="6048" y="41"/>
                  </a:cubicBezTo>
                  <a:cubicBezTo>
                    <a:pt x="6060" y="40"/>
                    <a:pt x="6039" y="37"/>
                    <a:pt x="6087" y="38"/>
                  </a:cubicBezTo>
                  <a:cubicBezTo>
                    <a:pt x="6124" y="41"/>
                    <a:pt x="6234" y="41"/>
                    <a:pt x="6276" y="40"/>
                  </a:cubicBezTo>
                  <a:lnTo>
                    <a:pt x="6312" y="39"/>
                  </a:lnTo>
                  <a:cubicBezTo>
                    <a:pt x="6309" y="38"/>
                    <a:pt x="6243" y="39"/>
                    <a:pt x="6266" y="38"/>
                  </a:cubicBezTo>
                  <a:lnTo>
                    <a:pt x="6322" y="37"/>
                  </a:lnTo>
                  <a:lnTo>
                    <a:pt x="6318" y="38"/>
                  </a:lnTo>
                  <a:cubicBezTo>
                    <a:pt x="6337" y="38"/>
                    <a:pt x="6356" y="37"/>
                    <a:pt x="6373" y="37"/>
                  </a:cubicBezTo>
                  <a:cubicBezTo>
                    <a:pt x="6355" y="38"/>
                    <a:pt x="6315" y="38"/>
                    <a:pt x="6323" y="40"/>
                  </a:cubicBezTo>
                  <a:cubicBezTo>
                    <a:pt x="6349" y="40"/>
                    <a:pt x="6353" y="41"/>
                    <a:pt x="6377" y="41"/>
                  </a:cubicBezTo>
                  <a:cubicBezTo>
                    <a:pt x="6372" y="41"/>
                    <a:pt x="6368" y="41"/>
                    <a:pt x="6368" y="41"/>
                  </a:cubicBezTo>
                  <a:cubicBezTo>
                    <a:pt x="6422" y="42"/>
                    <a:pt x="6420" y="39"/>
                    <a:pt x="6433" y="38"/>
                  </a:cubicBezTo>
                  <a:cubicBezTo>
                    <a:pt x="6487" y="36"/>
                    <a:pt x="6379" y="36"/>
                    <a:pt x="6386" y="33"/>
                  </a:cubicBezTo>
                  <a:lnTo>
                    <a:pt x="6543" y="32"/>
                  </a:lnTo>
                  <a:cubicBezTo>
                    <a:pt x="6529" y="33"/>
                    <a:pt x="6516" y="34"/>
                    <a:pt x="6521" y="35"/>
                  </a:cubicBezTo>
                  <a:cubicBezTo>
                    <a:pt x="6559" y="36"/>
                    <a:pt x="6522" y="36"/>
                    <a:pt x="6576" y="36"/>
                  </a:cubicBezTo>
                  <a:cubicBezTo>
                    <a:pt x="6572" y="33"/>
                    <a:pt x="6644" y="35"/>
                    <a:pt x="6682" y="33"/>
                  </a:cubicBezTo>
                  <a:cubicBezTo>
                    <a:pt x="6700" y="34"/>
                    <a:pt x="6704" y="34"/>
                    <a:pt x="6665" y="34"/>
                  </a:cubicBezTo>
                  <a:cubicBezTo>
                    <a:pt x="6669" y="36"/>
                    <a:pt x="6721" y="36"/>
                    <a:pt x="6740" y="36"/>
                  </a:cubicBezTo>
                  <a:lnTo>
                    <a:pt x="6781" y="35"/>
                  </a:lnTo>
                  <a:cubicBezTo>
                    <a:pt x="6765" y="34"/>
                    <a:pt x="6772" y="32"/>
                    <a:pt x="6806" y="32"/>
                  </a:cubicBezTo>
                  <a:lnTo>
                    <a:pt x="6808" y="31"/>
                  </a:lnTo>
                  <a:cubicBezTo>
                    <a:pt x="6752" y="31"/>
                    <a:pt x="6666" y="28"/>
                    <a:pt x="6631" y="30"/>
                  </a:cubicBezTo>
                  <a:lnTo>
                    <a:pt x="6641" y="29"/>
                  </a:lnTo>
                  <a:cubicBezTo>
                    <a:pt x="6577" y="28"/>
                    <a:pt x="6502" y="33"/>
                    <a:pt x="6472" y="29"/>
                  </a:cubicBezTo>
                  <a:cubicBezTo>
                    <a:pt x="6475" y="28"/>
                    <a:pt x="6459" y="29"/>
                    <a:pt x="6460" y="27"/>
                  </a:cubicBezTo>
                  <a:lnTo>
                    <a:pt x="6413" y="28"/>
                  </a:lnTo>
                  <a:lnTo>
                    <a:pt x="6423" y="27"/>
                  </a:lnTo>
                  <a:lnTo>
                    <a:pt x="6343" y="28"/>
                  </a:lnTo>
                  <a:lnTo>
                    <a:pt x="6345" y="27"/>
                  </a:lnTo>
                  <a:lnTo>
                    <a:pt x="6253" y="32"/>
                  </a:lnTo>
                  <a:cubicBezTo>
                    <a:pt x="6253" y="33"/>
                    <a:pt x="6255" y="33"/>
                    <a:pt x="6242" y="34"/>
                  </a:cubicBezTo>
                  <a:cubicBezTo>
                    <a:pt x="6230" y="34"/>
                    <a:pt x="6220" y="34"/>
                    <a:pt x="6211" y="34"/>
                  </a:cubicBezTo>
                  <a:cubicBezTo>
                    <a:pt x="6211" y="34"/>
                    <a:pt x="6211" y="34"/>
                    <a:pt x="6211" y="34"/>
                  </a:cubicBezTo>
                  <a:lnTo>
                    <a:pt x="6211" y="34"/>
                  </a:lnTo>
                  <a:cubicBezTo>
                    <a:pt x="6191" y="34"/>
                    <a:pt x="6178" y="32"/>
                    <a:pt x="6154" y="32"/>
                  </a:cubicBezTo>
                  <a:lnTo>
                    <a:pt x="6229" y="32"/>
                  </a:lnTo>
                  <a:cubicBezTo>
                    <a:pt x="6235" y="30"/>
                    <a:pt x="6228" y="29"/>
                    <a:pt x="6192" y="27"/>
                  </a:cubicBezTo>
                  <a:cubicBezTo>
                    <a:pt x="6207" y="27"/>
                    <a:pt x="6213" y="26"/>
                    <a:pt x="6195" y="26"/>
                  </a:cubicBezTo>
                  <a:cubicBezTo>
                    <a:pt x="6192" y="26"/>
                    <a:pt x="6146" y="27"/>
                    <a:pt x="6163" y="28"/>
                  </a:cubicBezTo>
                  <a:cubicBezTo>
                    <a:pt x="6092" y="29"/>
                    <a:pt x="5978" y="25"/>
                    <a:pt x="5870" y="28"/>
                  </a:cubicBezTo>
                  <a:cubicBezTo>
                    <a:pt x="5947" y="26"/>
                    <a:pt x="5808" y="25"/>
                    <a:pt x="5894" y="25"/>
                  </a:cubicBezTo>
                  <a:cubicBezTo>
                    <a:pt x="5834" y="22"/>
                    <a:pt x="5842" y="27"/>
                    <a:pt x="5781" y="27"/>
                  </a:cubicBezTo>
                  <a:cubicBezTo>
                    <a:pt x="5776" y="26"/>
                    <a:pt x="5814" y="27"/>
                    <a:pt x="5828" y="25"/>
                  </a:cubicBezTo>
                  <a:cubicBezTo>
                    <a:pt x="5727" y="24"/>
                    <a:pt x="5657" y="29"/>
                    <a:pt x="5558" y="29"/>
                  </a:cubicBezTo>
                  <a:lnTo>
                    <a:pt x="5554" y="27"/>
                  </a:lnTo>
                  <a:lnTo>
                    <a:pt x="5493" y="27"/>
                  </a:lnTo>
                  <a:close/>
                  <a:moveTo>
                    <a:pt x="7145" y="32"/>
                  </a:moveTo>
                  <a:lnTo>
                    <a:pt x="7145" y="32"/>
                  </a:lnTo>
                  <a:cubicBezTo>
                    <a:pt x="7151" y="32"/>
                    <a:pt x="7153" y="31"/>
                    <a:pt x="7153" y="31"/>
                  </a:cubicBezTo>
                  <a:cubicBezTo>
                    <a:pt x="7028" y="36"/>
                    <a:pt x="6926" y="37"/>
                    <a:pt x="6859" y="36"/>
                  </a:cubicBezTo>
                  <a:cubicBezTo>
                    <a:pt x="6872" y="38"/>
                    <a:pt x="6932" y="40"/>
                    <a:pt x="6961" y="41"/>
                  </a:cubicBezTo>
                  <a:lnTo>
                    <a:pt x="6936" y="43"/>
                  </a:lnTo>
                  <a:lnTo>
                    <a:pt x="6920" y="41"/>
                  </a:lnTo>
                  <a:lnTo>
                    <a:pt x="6876" y="43"/>
                  </a:lnTo>
                  <a:cubicBezTo>
                    <a:pt x="6888" y="44"/>
                    <a:pt x="6924" y="44"/>
                    <a:pt x="6947" y="45"/>
                  </a:cubicBezTo>
                  <a:lnTo>
                    <a:pt x="7046" y="41"/>
                  </a:lnTo>
                  <a:lnTo>
                    <a:pt x="6986" y="40"/>
                  </a:lnTo>
                  <a:cubicBezTo>
                    <a:pt x="7002" y="40"/>
                    <a:pt x="7082" y="40"/>
                    <a:pt x="7114" y="40"/>
                  </a:cubicBezTo>
                  <a:cubicBezTo>
                    <a:pt x="7115" y="38"/>
                    <a:pt x="7060" y="37"/>
                    <a:pt x="7053" y="39"/>
                  </a:cubicBezTo>
                  <a:cubicBezTo>
                    <a:pt x="7047" y="37"/>
                    <a:pt x="7110" y="38"/>
                    <a:pt x="7070" y="36"/>
                  </a:cubicBezTo>
                  <a:cubicBezTo>
                    <a:pt x="7117" y="34"/>
                    <a:pt x="7193" y="36"/>
                    <a:pt x="7228" y="37"/>
                  </a:cubicBezTo>
                  <a:lnTo>
                    <a:pt x="7234" y="39"/>
                  </a:lnTo>
                  <a:cubicBezTo>
                    <a:pt x="7272" y="41"/>
                    <a:pt x="7260" y="36"/>
                    <a:pt x="7305" y="38"/>
                  </a:cubicBezTo>
                  <a:cubicBezTo>
                    <a:pt x="7249" y="38"/>
                    <a:pt x="7315" y="41"/>
                    <a:pt x="7270" y="41"/>
                  </a:cubicBezTo>
                  <a:cubicBezTo>
                    <a:pt x="7284" y="42"/>
                    <a:pt x="7270" y="44"/>
                    <a:pt x="7315" y="44"/>
                  </a:cubicBezTo>
                  <a:cubicBezTo>
                    <a:pt x="7352" y="40"/>
                    <a:pt x="7362" y="46"/>
                    <a:pt x="7398" y="43"/>
                  </a:cubicBezTo>
                  <a:cubicBezTo>
                    <a:pt x="7421" y="44"/>
                    <a:pt x="7372" y="45"/>
                    <a:pt x="7418" y="46"/>
                  </a:cubicBezTo>
                  <a:cubicBezTo>
                    <a:pt x="7472" y="44"/>
                    <a:pt x="7469" y="43"/>
                    <a:pt x="7472" y="40"/>
                  </a:cubicBezTo>
                  <a:cubicBezTo>
                    <a:pt x="7422" y="39"/>
                    <a:pt x="7416" y="43"/>
                    <a:pt x="7375" y="42"/>
                  </a:cubicBezTo>
                  <a:lnTo>
                    <a:pt x="7456" y="38"/>
                  </a:lnTo>
                  <a:cubicBezTo>
                    <a:pt x="7441" y="38"/>
                    <a:pt x="7430" y="38"/>
                    <a:pt x="7421" y="38"/>
                  </a:cubicBezTo>
                  <a:cubicBezTo>
                    <a:pt x="7437" y="38"/>
                    <a:pt x="7451" y="37"/>
                    <a:pt x="7463" y="36"/>
                  </a:cubicBezTo>
                  <a:lnTo>
                    <a:pt x="7482" y="35"/>
                  </a:lnTo>
                  <a:cubicBezTo>
                    <a:pt x="7436" y="35"/>
                    <a:pt x="7395" y="35"/>
                    <a:pt x="7388" y="34"/>
                  </a:cubicBezTo>
                  <a:lnTo>
                    <a:pt x="7394" y="32"/>
                  </a:lnTo>
                  <a:cubicBezTo>
                    <a:pt x="7378" y="31"/>
                    <a:pt x="7352" y="32"/>
                    <a:pt x="7339" y="33"/>
                  </a:cubicBezTo>
                  <a:cubicBezTo>
                    <a:pt x="7299" y="33"/>
                    <a:pt x="7258" y="34"/>
                    <a:pt x="7249" y="33"/>
                  </a:cubicBezTo>
                  <a:lnTo>
                    <a:pt x="7264" y="32"/>
                  </a:lnTo>
                  <a:lnTo>
                    <a:pt x="7145" y="32"/>
                  </a:lnTo>
                  <a:close/>
                  <a:moveTo>
                    <a:pt x="7784" y="39"/>
                  </a:moveTo>
                  <a:lnTo>
                    <a:pt x="7784" y="39"/>
                  </a:lnTo>
                  <a:lnTo>
                    <a:pt x="7795" y="40"/>
                  </a:lnTo>
                  <a:lnTo>
                    <a:pt x="7764" y="41"/>
                  </a:lnTo>
                  <a:cubicBezTo>
                    <a:pt x="7709" y="41"/>
                    <a:pt x="7664" y="37"/>
                    <a:pt x="7614" y="40"/>
                  </a:cubicBezTo>
                  <a:cubicBezTo>
                    <a:pt x="7591" y="39"/>
                    <a:pt x="7578" y="37"/>
                    <a:pt x="7566" y="36"/>
                  </a:cubicBezTo>
                  <a:lnTo>
                    <a:pt x="7597" y="36"/>
                  </a:lnTo>
                  <a:cubicBezTo>
                    <a:pt x="7737" y="32"/>
                    <a:pt x="7670" y="41"/>
                    <a:pt x="7784" y="39"/>
                  </a:cubicBezTo>
                  <a:close/>
                  <a:moveTo>
                    <a:pt x="4385" y="43"/>
                  </a:moveTo>
                  <a:lnTo>
                    <a:pt x="4385" y="43"/>
                  </a:lnTo>
                  <a:cubicBezTo>
                    <a:pt x="4401" y="40"/>
                    <a:pt x="4455" y="40"/>
                    <a:pt x="4458" y="38"/>
                  </a:cubicBezTo>
                  <a:cubicBezTo>
                    <a:pt x="4462" y="37"/>
                    <a:pt x="4450" y="37"/>
                    <a:pt x="4437" y="37"/>
                  </a:cubicBezTo>
                  <a:lnTo>
                    <a:pt x="4392" y="36"/>
                  </a:lnTo>
                  <a:cubicBezTo>
                    <a:pt x="4391" y="37"/>
                    <a:pt x="4388" y="37"/>
                    <a:pt x="4383" y="37"/>
                  </a:cubicBezTo>
                  <a:cubicBezTo>
                    <a:pt x="4399" y="38"/>
                    <a:pt x="4409" y="38"/>
                    <a:pt x="4403" y="40"/>
                  </a:cubicBezTo>
                  <a:cubicBezTo>
                    <a:pt x="4362" y="37"/>
                    <a:pt x="4366" y="42"/>
                    <a:pt x="4322" y="42"/>
                  </a:cubicBezTo>
                  <a:cubicBezTo>
                    <a:pt x="4308" y="43"/>
                    <a:pt x="4371" y="43"/>
                    <a:pt x="4385" y="43"/>
                  </a:cubicBezTo>
                  <a:close/>
                  <a:moveTo>
                    <a:pt x="4129" y="37"/>
                  </a:moveTo>
                  <a:lnTo>
                    <a:pt x="4129" y="37"/>
                  </a:lnTo>
                  <a:lnTo>
                    <a:pt x="4138" y="35"/>
                  </a:lnTo>
                  <a:lnTo>
                    <a:pt x="4112" y="35"/>
                  </a:lnTo>
                  <a:cubicBezTo>
                    <a:pt x="4115" y="36"/>
                    <a:pt x="4118" y="37"/>
                    <a:pt x="4129" y="37"/>
                  </a:cubicBezTo>
                  <a:close/>
                  <a:moveTo>
                    <a:pt x="4049" y="35"/>
                  </a:moveTo>
                  <a:lnTo>
                    <a:pt x="4049" y="35"/>
                  </a:lnTo>
                  <a:lnTo>
                    <a:pt x="4053" y="35"/>
                  </a:lnTo>
                  <a:lnTo>
                    <a:pt x="4025" y="34"/>
                  </a:lnTo>
                  <a:cubicBezTo>
                    <a:pt x="4029" y="35"/>
                    <a:pt x="4036" y="35"/>
                    <a:pt x="4049" y="35"/>
                  </a:cubicBezTo>
                  <a:close/>
                  <a:moveTo>
                    <a:pt x="4812" y="35"/>
                  </a:moveTo>
                  <a:lnTo>
                    <a:pt x="4812" y="35"/>
                  </a:lnTo>
                  <a:cubicBezTo>
                    <a:pt x="4808" y="35"/>
                    <a:pt x="4804" y="35"/>
                    <a:pt x="4802" y="35"/>
                  </a:cubicBezTo>
                  <a:lnTo>
                    <a:pt x="4812" y="35"/>
                  </a:lnTo>
                  <a:close/>
                  <a:moveTo>
                    <a:pt x="4778" y="37"/>
                  </a:moveTo>
                  <a:lnTo>
                    <a:pt x="4778" y="37"/>
                  </a:lnTo>
                  <a:cubicBezTo>
                    <a:pt x="4817" y="38"/>
                    <a:pt x="4808" y="37"/>
                    <a:pt x="4814" y="36"/>
                  </a:cubicBezTo>
                  <a:lnTo>
                    <a:pt x="4773" y="36"/>
                  </a:lnTo>
                  <a:cubicBezTo>
                    <a:pt x="4778" y="36"/>
                    <a:pt x="4781" y="37"/>
                    <a:pt x="4778" y="37"/>
                  </a:cubicBezTo>
                  <a:close/>
                  <a:moveTo>
                    <a:pt x="4729" y="29"/>
                  </a:moveTo>
                  <a:lnTo>
                    <a:pt x="4729" y="29"/>
                  </a:lnTo>
                  <a:lnTo>
                    <a:pt x="4523" y="28"/>
                  </a:lnTo>
                  <a:cubicBezTo>
                    <a:pt x="4643" y="33"/>
                    <a:pt x="4728" y="36"/>
                    <a:pt x="4527" y="37"/>
                  </a:cubicBezTo>
                  <a:lnTo>
                    <a:pt x="4514" y="37"/>
                  </a:lnTo>
                  <a:cubicBezTo>
                    <a:pt x="4540" y="38"/>
                    <a:pt x="4586" y="38"/>
                    <a:pt x="4628" y="37"/>
                  </a:cubicBezTo>
                  <a:cubicBezTo>
                    <a:pt x="4662" y="35"/>
                    <a:pt x="4773" y="29"/>
                    <a:pt x="4772" y="28"/>
                  </a:cubicBezTo>
                  <a:cubicBezTo>
                    <a:pt x="4760" y="27"/>
                    <a:pt x="4742" y="28"/>
                    <a:pt x="4720" y="28"/>
                  </a:cubicBezTo>
                  <a:lnTo>
                    <a:pt x="4729" y="29"/>
                  </a:lnTo>
                  <a:close/>
                  <a:moveTo>
                    <a:pt x="348" y="40"/>
                  </a:moveTo>
                  <a:lnTo>
                    <a:pt x="348" y="40"/>
                  </a:lnTo>
                  <a:cubicBezTo>
                    <a:pt x="352" y="40"/>
                    <a:pt x="354" y="40"/>
                    <a:pt x="356" y="40"/>
                  </a:cubicBezTo>
                  <a:cubicBezTo>
                    <a:pt x="354" y="40"/>
                    <a:pt x="356" y="40"/>
                    <a:pt x="348" y="40"/>
                  </a:cubicBezTo>
                  <a:close/>
                  <a:moveTo>
                    <a:pt x="3713" y="39"/>
                  </a:moveTo>
                  <a:lnTo>
                    <a:pt x="3713" y="39"/>
                  </a:lnTo>
                  <a:lnTo>
                    <a:pt x="3699" y="40"/>
                  </a:lnTo>
                  <a:lnTo>
                    <a:pt x="3706" y="39"/>
                  </a:lnTo>
                  <a:lnTo>
                    <a:pt x="3671" y="39"/>
                  </a:lnTo>
                  <a:lnTo>
                    <a:pt x="3656" y="39"/>
                  </a:lnTo>
                  <a:cubicBezTo>
                    <a:pt x="3658" y="39"/>
                    <a:pt x="3660" y="39"/>
                    <a:pt x="3661" y="39"/>
                  </a:cubicBezTo>
                  <a:lnTo>
                    <a:pt x="3650" y="38"/>
                  </a:lnTo>
                  <a:cubicBezTo>
                    <a:pt x="3622" y="40"/>
                    <a:pt x="3552" y="42"/>
                    <a:pt x="3532" y="43"/>
                  </a:cubicBezTo>
                  <a:cubicBezTo>
                    <a:pt x="3505" y="44"/>
                    <a:pt x="3473" y="44"/>
                    <a:pt x="3452" y="44"/>
                  </a:cubicBezTo>
                  <a:cubicBezTo>
                    <a:pt x="3471" y="44"/>
                    <a:pt x="3496" y="44"/>
                    <a:pt x="3489" y="43"/>
                  </a:cubicBezTo>
                  <a:cubicBezTo>
                    <a:pt x="3450" y="42"/>
                    <a:pt x="3431" y="39"/>
                    <a:pt x="3365" y="41"/>
                  </a:cubicBezTo>
                  <a:lnTo>
                    <a:pt x="3404" y="41"/>
                  </a:lnTo>
                  <a:lnTo>
                    <a:pt x="3316" y="45"/>
                  </a:lnTo>
                  <a:cubicBezTo>
                    <a:pt x="3286" y="44"/>
                    <a:pt x="3360" y="43"/>
                    <a:pt x="3372" y="42"/>
                  </a:cubicBezTo>
                  <a:cubicBezTo>
                    <a:pt x="3304" y="44"/>
                    <a:pt x="3247" y="39"/>
                    <a:pt x="3216" y="42"/>
                  </a:cubicBezTo>
                  <a:cubicBezTo>
                    <a:pt x="3211" y="40"/>
                    <a:pt x="3204" y="37"/>
                    <a:pt x="3159" y="37"/>
                  </a:cubicBezTo>
                  <a:cubicBezTo>
                    <a:pt x="3191" y="40"/>
                    <a:pt x="3132" y="39"/>
                    <a:pt x="3159" y="41"/>
                  </a:cubicBezTo>
                  <a:cubicBezTo>
                    <a:pt x="3143" y="42"/>
                    <a:pt x="3109" y="41"/>
                    <a:pt x="3106" y="42"/>
                  </a:cubicBezTo>
                  <a:lnTo>
                    <a:pt x="3110" y="41"/>
                  </a:lnTo>
                  <a:cubicBezTo>
                    <a:pt x="3034" y="38"/>
                    <a:pt x="3009" y="43"/>
                    <a:pt x="2976" y="45"/>
                  </a:cubicBezTo>
                  <a:cubicBezTo>
                    <a:pt x="2885" y="46"/>
                    <a:pt x="2843" y="45"/>
                    <a:pt x="2768" y="45"/>
                  </a:cubicBezTo>
                  <a:cubicBezTo>
                    <a:pt x="2765" y="44"/>
                    <a:pt x="2745" y="40"/>
                    <a:pt x="2715" y="40"/>
                  </a:cubicBezTo>
                  <a:cubicBezTo>
                    <a:pt x="2701" y="42"/>
                    <a:pt x="2633" y="43"/>
                    <a:pt x="2626" y="45"/>
                  </a:cubicBezTo>
                  <a:cubicBezTo>
                    <a:pt x="2680" y="46"/>
                    <a:pt x="2670" y="43"/>
                    <a:pt x="2702" y="43"/>
                  </a:cubicBezTo>
                  <a:cubicBezTo>
                    <a:pt x="2729" y="45"/>
                    <a:pt x="2705" y="45"/>
                    <a:pt x="2741" y="46"/>
                  </a:cubicBezTo>
                  <a:cubicBezTo>
                    <a:pt x="2712" y="46"/>
                    <a:pt x="2608" y="48"/>
                    <a:pt x="2576" y="46"/>
                  </a:cubicBezTo>
                  <a:lnTo>
                    <a:pt x="2587" y="45"/>
                  </a:lnTo>
                  <a:cubicBezTo>
                    <a:pt x="2536" y="44"/>
                    <a:pt x="2526" y="39"/>
                    <a:pt x="2441" y="42"/>
                  </a:cubicBezTo>
                  <a:lnTo>
                    <a:pt x="2400" y="43"/>
                  </a:lnTo>
                  <a:cubicBezTo>
                    <a:pt x="2402" y="43"/>
                    <a:pt x="2402" y="43"/>
                    <a:pt x="2403" y="43"/>
                  </a:cubicBezTo>
                  <a:cubicBezTo>
                    <a:pt x="2336" y="43"/>
                    <a:pt x="2354" y="40"/>
                    <a:pt x="2280" y="42"/>
                  </a:cubicBezTo>
                  <a:cubicBezTo>
                    <a:pt x="2286" y="42"/>
                    <a:pt x="2283" y="42"/>
                    <a:pt x="2288" y="42"/>
                  </a:cubicBezTo>
                  <a:cubicBezTo>
                    <a:pt x="2246" y="40"/>
                    <a:pt x="2204" y="43"/>
                    <a:pt x="2172" y="44"/>
                  </a:cubicBezTo>
                  <a:cubicBezTo>
                    <a:pt x="2153" y="42"/>
                    <a:pt x="2177" y="42"/>
                    <a:pt x="2189" y="40"/>
                  </a:cubicBezTo>
                  <a:cubicBezTo>
                    <a:pt x="2115" y="40"/>
                    <a:pt x="2035" y="43"/>
                    <a:pt x="1989" y="45"/>
                  </a:cubicBezTo>
                  <a:lnTo>
                    <a:pt x="1941" y="44"/>
                  </a:lnTo>
                  <a:cubicBezTo>
                    <a:pt x="1969" y="43"/>
                    <a:pt x="2004" y="41"/>
                    <a:pt x="1995" y="40"/>
                  </a:cubicBezTo>
                  <a:cubicBezTo>
                    <a:pt x="1969" y="41"/>
                    <a:pt x="1974" y="42"/>
                    <a:pt x="1937" y="41"/>
                  </a:cubicBezTo>
                  <a:cubicBezTo>
                    <a:pt x="1943" y="40"/>
                    <a:pt x="1959" y="39"/>
                    <a:pt x="1976" y="37"/>
                  </a:cubicBezTo>
                  <a:cubicBezTo>
                    <a:pt x="1900" y="35"/>
                    <a:pt x="1959" y="42"/>
                    <a:pt x="1905" y="38"/>
                  </a:cubicBezTo>
                  <a:cubicBezTo>
                    <a:pt x="1881" y="38"/>
                    <a:pt x="1867" y="40"/>
                    <a:pt x="1865" y="41"/>
                  </a:cubicBezTo>
                  <a:lnTo>
                    <a:pt x="1821" y="39"/>
                  </a:lnTo>
                  <a:cubicBezTo>
                    <a:pt x="1816" y="41"/>
                    <a:pt x="1762" y="41"/>
                    <a:pt x="1727" y="42"/>
                  </a:cubicBezTo>
                  <a:cubicBezTo>
                    <a:pt x="1722" y="42"/>
                    <a:pt x="1755" y="44"/>
                    <a:pt x="1769" y="43"/>
                  </a:cubicBezTo>
                  <a:cubicBezTo>
                    <a:pt x="1766" y="44"/>
                    <a:pt x="1728" y="45"/>
                    <a:pt x="1704" y="45"/>
                  </a:cubicBezTo>
                  <a:cubicBezTo>
                    <a:pt x="1695" y="41"/>
                    <a:pt x="1546" y="46"/>
                    <a:pt x="1574" y="41"/>
                  </a:cubicBezTo>
                  <a:cubicBezTo>
                    <a:pt x="1466" y="42"/>
                    <a:pt x="1313" y="43"/>
                    <a:pt x="1241" y="44"/>
                  </a:cubicBezTo>
                  <a:cubicBezTo>
                    <a:pt x="1218" y="43"/>
                    <a:pt x="1170" y="43"/>
                    <a:pt x="1198" y="41"/>
                  </a:cubicBezTo>
                  <a:cubicBezTo>
                    <a:pt x="1111" y="41"/>
                    <a:pt x="1066" y="45"/>
                    <a:pt x="979" y="44"/>
                  </a:cubicBezTo>
                  <a:cubicBezTo>
                    <a:pt x="972" y="44"/>
                    <a:pt x="1018" y="44"/>
                    <a:pt x="1015" y="43"/>
                  </a:cubicBezTo>
                  <a:cubicBezTo>
                    <a:pt x="958" y="44"/>
                    <a:pt x="912" y="41"/>
                    <a:pt x="824" y="42"/>
                  </a:cubicBezTo>
                  <a:cubicBezTo>
                    <a:pt x="839" y="42"/>
                    <a:pt x="843" y="41"/>
                    <a:pt x="845" y="41"/>
                  </a:cubicBezTo>
                  <a:cubicBezTo>
                    <a:pt x="847" y="41"/>
                    <a:pt x="809" y="42"/>
                    <a:pt x="786" y="43"/>
                  </a:cubicBezTo>
                  <a:cubicBezTo>
                    <a:pt x="773" y="42"/>
                    <a:pt x="803" y="42"/>
                    <a:pt x="796" y="42"/>
                  </a:cubicBezTo>
                  <a:cubicBezTo>
                    <a:pt x="626" y="40"/>
                    <a:pt x="496" y="45"/>
                    <a:pt x="327" y="44"/>
                  </a:cubicBezTo>
                  <a:cubicBezTo>
                    <a:pt x="376" y="44"/>
                    <a:pt x="394" y="42"/>
                    <a:pt x="394" y="41"/>
                  </a:cubicBezTo>
                  <a:lnTo>
                    <a:pt x="347" y="41"/>
                  </a:lnTo>
                  <a:cubicBezTo>
                    <a:pt x="329" y="42"/>
                    <a:pt x="293" y="42"/>
                    <a:pt x="263" y="43"/>
                  </a:cubicBezTo>
                  <a:cubicBezTo>
                    <a:pt x="260" y="42"/>
                    <a:pt x="245" y="42"/>
                    <a:pt x="260" y="41"/>
                  </a:cubicBezTo>
                  <a:cubicBezTo>
                    <a:pt x="167" y="38"/>
                    <a:pt x="114" y="45"/>
                    <a:pt x="0" y="44"/>
                  </a:cubicBezTo>
                  <a:lnTo>
                    <a:pt x="138" y="39"/>
                  </a:lnTo>
                  <a:lnTo>
                    <a:pt x="104" y="37"/>
                  </a:lnTo>
                  <a:lnTo>
                    <a:pt x="165" y="35"/>
                  </a:lnTo>
                  <a:cubicBezTo>
                    <a:pt x="129" y="33"/>
                    <a:pt x="97" y="36"/>
                    <a:pt x="92" y="34"/>
                  </a:cubicBezTo>
                  <a:cubicBezTo>
                    <a:pt x="100" y="34"/>
                    <a:pt x="119" y="34"/>
                    <a:pt x="119" y="33"/>
                  </a:cubicBezTo>
                  <a:cubicBezTo>
                    <a:pt x="84" y="32"/>
                    <a:pt x="82" y="34"/>
                    <a:pt x="55" y="34"/>
                  </a:cubicBezTo>
                  <a:cubicBezTo>
                    <a:pt x="125" y="30"/>
                    <a:pt x="260" y="31"/>
                    <a:pt x="333" y="30"/>
                  </a:cubicBezTo>
                  <a:cubicBezTo>
                    <a:pt x="345" y="30"/>
                    <a:pt x="324" y="31"/>
                    <a:pt x="322" y="31"/>
                  </a:cubicBezTo>
                  <a:cubicBezTo>
                    <a:pt x="351" y="31"/>
                    <a:pt x="369" y="32"/>
                    <a:pt x="407" y="32"/>
                  </a:cubicBezTo>
                  <a:cubicBezTo>
                    <a:pt x="430" y="30"/>
                    <a:pt x="389" y="30"/>
                    <a:pt x="371" y="30"/>
                  </a:cubicBezTo>
                  <a:cubicBezTo>
                    <a:pt x="373" y="29"/>
                    <a:pt x="382" y="29"/>
                    <a:pt x="403" y="29"/>
                  </a:cubicBezTo>
                  <a:cubicBezTo>
                    <a:pt x="408" y="31"/>
                    <a:pt x="516" y="30"/>
                    <a:pt x="543" y="32"/>
                  </a:cubicBezTo>
                  <a:cubicBezTo>
                    <a:pt x="653" y="32"/>
                    <a:pt x="525" y="27"/>
                    <a:pt x="633" y="28"/>
                  </a:cubicBezTo>
                  <a:lnTo>
                    <a:pt x="665" y="30"/>
                  </a:lnTo>
                  <a:cubicBezTo>
                    <a:pt x="727" y="29"/>
                    <a:pt x="808" y="27"/>
                    <a:pt x="878" y="28"/>
                  </a:cubicBezTo>
                  <a:lnTo>
                    <a:pt x="864" y="28"/>
                  </a:lnTo>
                  <a:cubicBezTo>
                    <a:pt x="854" y="29"/>
                    <a:pt x="870" y="29"/>
                    <a:pt x="877" y="30"/>
                  </a:cubicBezTo>
                  <a:cubicBezTo>
                    <a:pt x="931" y="31"/>
                    <a:pt x="979" y="28"/>
                    <a:pt x="1011" y="30"/>
                  </a:cubicBezTo>
                  <a:cubicBezTo>
                    <a:pt x="1072" y="28"/>
                    <a:pt x="1173" y="26"/>
                    <a:pt x="1243" y="25"/>
                  </a:cubicBezTo>
                  <a:cubicBezTo>
                    <a:pt x="1262" y="28"/>
                    <a:pt x="1152" y="28"/>
                    <a:pt x="1123" y="30"/>
                  </a:cubicBezTo>
                  <a:lnTo>
                    <a:pt x="1187" y="30"/>
                  </a:lnTo>
                  <a:cubicBezTo>
                    <a:pt x="1147" y="30"/>
                    <a:pt x="1132" y="31"/>
                    <a:pt x="1108" y="32"/>
                  </a:cubicBezTo>
                  <a:cubicBezTo>
                    <a:pt x="1164" y="33"/>
                    <a:pt x="1182" y="30"/>
                    <a:pt x="1235" y="30"/>
                  </a:cubicBezTo>
                  <a:cubicBezTo>
                    <a:pt x="1231" y="30"/>
                    <a:pt x="1238" y="31"/>
                    <a:pt x="1262" y="31"/>
                  </a:cubicBezTo>
                  <a:lnTo>
                    <a:pt x="1269" y="29"/>
                  </a:lnTo>
                  <a:cubicBezTo>
                    <a:pt x="1269" y="29"/>
                    <a:pt x="1272" y="29"/>
                    <a:pt x="1280" y="29"/>
                  </a:cubicBezTo>
                  <a:lnTo>
                    <a:pt x="1373" y="28"/>
                  </a:lnTo>
                  <a:cubicBezTo>
                    <a:pt x="1353" y="27"/>
                    <a:pt x="1352" y="26"/>
                    <a:pt x="1328" y="26"/>
                  </a:cubicBezTo>
                  <a:cubicBezTo>
                    <a:pt x="1337" y="27"/>
                    <a:pt x="1316" y="27"/>
                    <a:pt x="1292" y="27"/>
                  </a:cubicBezTo>
                  <a:cubicBezTo>
                    <a:pt x="1313" y="26"/>
                    <a:pt x="1269" y="26"/>
                    <a:pt x="1269" y="25"/>
                  </a:cubicBezTo>
                  <a:cubicBezTo>
                    <a:pt x="1318" y="25"/>
                    <a:pt x="1377" y="25"/>
                    <a:pt x="1409" y="24"/>
                  </a:cubicBezTo>
                  <a:lnTo>
                    <a:pt x="1419" y="26"/>
                  </a:lnTo>
                  <a:lnTo>
                    <a:pt x="1546" y="26"/>
                  </a:lnTo>
                  <a:lnTo>
                    <a:pt x="1536" y="27"/>
                  </a:lnTo>
                  <a:cubicBezTo>
                    <a:pt x="1591" y="27"/>
                    <a:pt x="1646" y="26"/>
                    <a:pt x="1695" y="28"/>
                  </a:cubicBezTo>
                  <a:cubicBezTo>
                    <a:pt x="1745" y="26"/>
                    <a:pt x="1807" y="24"/>
                    <a:pt x="1848" y="22"/>
                  </a:cubicBezTo>
                  <a:cubicBezTo>
                    <a:pt x="1869" y="20"/>
                    <a:pt x="1993" y="25"/>
                    <a:pt x="2049" y="21"/>
                  </a:cubicBezTo>
                  <a:cubicBezTo>
                    <a:pt x="2052" y="22"/>
                    <a:pt x="2010" y="23"/>
                    <a:pt x="1991" y="24"/>
                  </a:cubicBezTo>
                  <a:cubicBezTo>
                    <a:pt x="2028" y="24"/>
                    <a:pt x="2058" y="22"/>
                    <a:pt x="2070" y="24"/>
                  </a:cubicBezTo>
                  <a:cubicBezTo>
                    <a:pt x="1986" y="23"/>
                    <a:pt x="2074" y="26"/>
                    <a:pt x="2037" y="27"/>
                  </a:cubicBezTo>
                  <a:cubicBezTo>
                    <a:pt x="2076" y="27"/>
                    <a:pt x="2117" y="26"/>
                    <a:pt x="2136" y="25"/>
                  </a:cubicBezTo>
                  <a:cubicBezTo>
                    <a:pt x="2073" y="25"/>
                    <a:pt x="2158" y="22"/>
                    <a:pt x="2094" y="23"/>
                  </a:cubicBezTo>
                  <a:cubicBezTo>
                    <a:pt x="2144" y="21"/>
                    <a:pt x="2211" y="20"/>
                    <a:pt x="2270" y="21"/>
                  </a:cubicBezTo>
                  <a:cubicBezTo>
                    <a:pt x="2270" y="22"/>
                    <a:pt x="2277" y="22"/>
                    <a:pt x="2299" y="23"/>
                  </a:cubicBezTo>
                  <a:lnTo>
                    <a:pt x="2317" y="21"/>
                  </a:lnTo>
                  <a:cubicBezTo>
                    <a:pt x="2344" y="21"/>
                    <a:pt x="2263" y="23"/>
                    <a:pt x="2319" y="23"/>
                  </a:cubicBezTo>
                  <a:cubicBezTo>
                    <a:pt x="2376" y="21"/>
                    <a:pt x="2491" y="25"/>
                    <a:pt x="2516" y="20"/>
                  </a:cubicBezTo>
                  <a:cubicBezTo>
                    <a:pt x="2560" y="22"/>
                    <a:pt x="2433" y="22"/>
                    <a:pt x="2499" y="24"/>
                  </a:cubicBezTo>
                  <a:cubicBezTo>
                    <a:pt x="2461" y="26"/>
                    <a:pt x="2408" y="24"/>
                    <a:pt x="2396" y="26"/>
                  </a:cubicBezTo>
                  <a:cubicBezTo>
                    <a:pt x="2433" y="26"/>
                    <a:pt x="2409" y="28"/>
                    <a:pt x="2433" y="28"/>
                  </a:cubicBezTo>
                  <a:lnTo>
                    <a:pt x="2475" y="27"/>
                  </a:lnTo>
                  <a:lnTo>
                    <a:pt x="2466" y="27"/>
                  </a:lnTo>
                  <a:cubicBezTo>
                    <a:pt x="2536" y="24"/>
                    <a:pt x="2647" y="25"/>
                    <a:pt x="2737" y="25"/>
                  </a:cubicBezTo>
                  <a:cubicBezTo>
                    <a:pt x="2812" y="22"/>
                    <a:pt x="2865" y="19"/>
                    <a:pt x="2956" y="19"/>
                  </a:cubicBezTo>
                  <a:cubicBezTo>
                    <a:pt x="2929" y="20"/>
                    <a:pt x="3031" y="20"/>
                    <a:pt x="2974" y="23"/>
                  </a:cubicBezTo>
                  <a:cubicBezTo>
                    <a:pt x="3016" y="24"/>
                    <a:pt x="3058" y="22"/>
                    <a:pt x="3058" y="21"/>
                  </a:cubicBezTo>
                  <a:cubicBezTo>
                    <a:pt x="3021" y="21"/>
                    <a:pt x="3045" y="21"/>
                    <a:pt x="3014" y="21"/>
                  </a:cubicBezTo>
                  <a:cubicBezTo>
                    <a:pt x="3035" y="19"/>
                    <a:pt x="3084" y="19"/>
                    <a:pt x="3104" y="20"/>
                  </a:cubicBezTo>
                  <a:cubicBezTo>
                    <a:pt x="3094" y="20"/>
                    <a:pt x="3098" y="20"/>
                    <a:pt x="3096" y="21"/>
                  </a:cubicBezTo>
                  <a:cubicBezTo>
                    <a:pt x="3140" y="21"/>
                    <a:pt x="3117" y="19"/>
                    <a:pt x="3149" y="19"/>
                  </a:cubicBezTo>
                  <a:cubicBezTo>
                    <a:pt x="3159" y="20"/>
                    <a:pt x="3220" y="19"/>
                    <a:pt x="3249" y="20"/>
                  </a:cubicBezTo>
                  <a:lnTo>
                    <a:pt x="3291" y="17"/>
                  </a:lnTo>
                  <a:cubicBezTo>
                    <a:pt x="3268" y="19"/>
                    <a:pt x="3332" y="18"/>
                    <a:pt x="3338" y="19"/>
                  </a:cubicBezTo>
                  <a:cubicBezTo>
                    <a:pt x="3369" y="18"/>
                    <a:pt x="3394" y="16"/>
                    <a:pt x="3440" y="16"/>
                  </a:cubicBezTo>
                  <a:cubicBezTo>
                    <a:pt x="3421" y="17"/>
                    <a:pt x="3483" y="17"/>
                    <a:pt x="3483" y="19"/>
                  </a:cubicBezTo>
                  <a:cubicBezTo>
                    <a:pt x="3562" y="21"/>
                    <a:pt x="3614" y="14"/>
                    <a:pt x="3689" y="17"/>
                  </a:cubicBezTo>
                  <a:cubicBezTo>
                    <a:pt x="3687" y="17"/>
                    <a:pt x="3672" y="18"/>
                    <a:pt x="3694" y="19"/>
                  </a:cubicBezTo>
                  <a:cubicBezTo>
                    <a:pt x="3711" y="18"/>
                    <a:pt x="3741" y="18"/>
                    <a:pt x="3760" y="18"/>
                  </a:cubicBezTo>
                  <a:lnTo>
                    <a:pt x="3759" y="18"/>
                  </a:lnTo>
                  <a:lnTo>
                    <a:pt x="3760" y="18"/>
                  </a:lnTo>
                  <a:cubicBezTo>
                    <a:pt x="3769" y="18"/>
                    <a:pt x="3775" y="18"/>
                    <a:pt x="3775" y="17"/>
                  </a:cubicBezTo>
                  <a:cubicBezTo>
                    <a:pt x="3807" y="15"/>
                    <a:pt x="3823" y="14"/>
                    <a:pt x="3885" y="12"/>
                  </a:cubicBezTo>
                  <a:cubicBezTo>
                    <a:pt x="3881" y="10"/>
                    <a:pt x="3828" y="11"/>
                    <a:pt x="3805" y="12"/>
                  </a:cubicBezTo>
                  <a:lnTo>
                    <a:pt x="3786" y="14"/>
                  </a:lnTo>
                  <a:cubicBezTo>
                    <a:pt x="3767" y="11"/>
                    <a:pt x="3730" y="14"/>
                    <a:pt x="3715" y="13"/>
                  </a:cubicBezTo>
                  <a:cubicBezTo>
                    <a:pt x="3753" y="10"/>
                    <a:pt x="3860" y="11"/>
                    <a:pt x="3924" y="8"/>
                  </a:cubicBezTo>
                  <a:cubicBezTo>
                    <a:pt x="3885" y="6"/>
                    <a:pt x="3800" y="5"/>
                    <a:pt x="3725" y="6"/>
                  </a:cubicBezTo>
                  <a:lnTo>
                    <a:pt x="3758" y="7"/>
                  </a:lnTo>
                  <a:lnTo>
                    <a:pt x="3719" y="7"/>
                  </a:lnTo>
                  <a:lnTo>
                    <a:pt x="3757" y="9"/>
                  </a:lnTo>
                  <a:lnTo>
                    <a:pt x="3654" y="9"/>
                  </a:lnTo>
                  <a:cubicBezTo>
                    <a:pt x="3693" y="9"/>
                    <a:pt x="3709" y="12"/>
                    <a:pt x="3687" y="11"/>
                  </a:cubicBezTo>
                  <a:cubicBezTo>
                    <a:pt x="3643" y="10"/>
                    <a:pt x="3641" y="13"/>
                    <a:pt x="3608" y="13"/>
                  </a:cubicBezTo>
                  <a:cubicBezTo>
                    <a:pt x="3626" y="13"/>
                    <a:pt x="3650" y="13"/>
                    <a:pt x="3635" y="14"/>
                  </a:cubicBezTo>
                  <a:cubicBezTo>
                    <a:pt x="3569" y="12"/>
                    <a:pt x="3551" y="13"/>
                    <a:pt x="3492" y="11"/>
                  </a:cubicBezTo>
                  <a:cubicBezTo>
                    <a:pt x="3499" y="14"/>
                    <a:pt x="3417" y="11"/>
                    <a:pt x="3408" y="14"/>
                  </a:cubicBezTo>
                  <a:lnTo>
                    <a:pt x="3436" y="14"/>
                  </a:lnTo>
                  <a:lnTo>
                    <a:pt x="3377" y="16"/>
                  </a:lnTo>
                  <a:cubicBezTo>
                    <a:pt x="3323" y="14"/>
                    <a:pt x="3425" y="14"/>
                    <a:pt x="3343" y="12"/>
                  </a:cubicBezTo>
                  <a:cubicBezTo>
                    <a:pt x="3266" y="12"/>
                    <a:pt x="3268" y="15"/>
                    <a:pt x="3208" y="15"/>
                  </a:cubicBezTo>
                  <a:cubicBezTo>
                    <a:pt x="3228" y="14"/>
                    <a:pt x="3276" y="12"/>
                    <a:pt x="3324" y="12"/>
                  </a:cubicBezTo>
                  <a:lnTo>
                    <a:pt x="3295" y="11"/>
                  </a:lnTo>
                  <a:cubicBezTo>
                    <a:pt x="3310" y="10"/>
                    <a:pt x="3377" y="10"/>
                    <a:pt x="3410" y="10"/>
                  </a:cubicBezTo>
                  <a:cubicBezTo>
                    <a:pt x="3355" y="12"/>
                    <a:pt x="3436" y="11"/>
                    <a:pt x="3461" y="12"/>
                  </a:cubicBezTo>
                  <a:cubicBezTo>
                    <a:pt x="3466" y="10"/>
                    <a:pt x="3431" y="11"/>
                    <a:pt x="3472" y="9"/>
                  </a:cubicBezTo>
                  <a:cubicBezTo>
                    <a:pt x="3433" y="9"/>
                    <a:pt x="3427" y="9"/>
                    <a:pt x="3378" y="9"/>
                  </a:cubicBezTo>
                  <a:cubicBezTo>
                    <a:pt x="3485" y="9"/>
                    <a:pt x="3474" y="3"/>
                    <a:pt x="3568" y="4"/>
                  </a:cubicBezTo>
                  <a:cubicBezTo>
                    <a:pt x="3525" y="4"/>
                    <a:pt x="3584" y="6"/>
                    <a:pt x="3589" y="7"/>
                  </a:cubicBezTo>
                  <a:lnTo>
                    <a:pt x="3667" y="6"/>
                  </a:lnTo>
                  <a:lnTo>
                    <a:pt x="3652" y="4"/>
                  </a:lnTo>
                  <a:cubicBezTo>
                    <a:pt x="3707" y="3"/>
                    <a:pt x="3726" y="8"/>
                    <a:pt x="3789" y="5"/>
                  </a:cubicBezTo>
                  <a:cubicBezTo>
                    <a:pt x="3797" y="4"/>
                    <a:pt x="3733" y="4"/>
                    <a:pt x="3745" y="4"/>
                  </a:cubicBezTo>
                  <a:cubicBezTo>
                    <a:pt x="3831" y="3"/>
                    <a:pt x="3862" y="6"/>
                    <a:pt x="3939" y="8"/>
                  </a:cubicBezTo>
                  <a:cubicBezTo>
                    <a:pt x="3944" y="7"/>
                    <a:pt x="3943" y="6"/>
                    <a:pt x="3970" y="4"/>
                  </a:cubicBezTo>
                  <a:cubicBezTo>
                    <a:pt x="3961" y="6"/>
                    <a:pt x="3981" y="7"/>
                    <a:pt x="3951" y="8"/>
                  </a:cubicBezTo>
                  <a:cubicBezTo>
                    <a:pt x="3976" y="8"/>
                    <a:pt x="4007" y="7"/>
                    <a:pt x="4029" y="7"/>
                  </a:cubicBezTo>
                  <a:cubicBezTo>
                    <a:pt x="3976" y="6"/>
                    <a:pt x="4051" y="4"/>
                    <a:pt x="4061" y="4"/>
                  </a:cubicBezTo>
                  <a:cubicBezTo>
                    <a:pt x="4089" y="4"/>
                    <a:pt x="4053" y="5"/>
                    <a:pt x="4036" y="5"/>
                  </a:cubicBezTo>
                  <a:cubicBezTo>
                    <a:pt x="4058" y="6"/>
                    <a:pt x="4084" y="8"/>
                    <a:pt x="4097" y="6"/>
                  </a:cubicBezTo>
                  <a:cubicBezTo>
                    <a:pt x="4098" y="7"/>
                    <a:pt x="4035" y="10"/>
                    <a:pt x="3994" y="11"/>
                  </a:cubicBezTo>
                  <a:lnTo>
                    <a:pt x="4021" y="11"/>
                  </a:lnTo>
                  <a:cubicBezTo>
                    <a:pt x="4002" y="12"/>
                    <a:pt x="3999" y="12"/>
                    <a:pt x="3971" y="11"/>
                  </a:cubicBezTo>
                  <a:cubicBezTo>
                    <a:pt x="3998" y="13"/>
                    <a:pt x="3995" y="14"/>
                    <a:pt x="3989" y="15"/>
                  </a:cubicBezTo>
                  <a:cubicBezTo>
                    <a:pt x="3986" y="15"/>
                    <a:pt x="3991" y="15"/>
                    <a:pt x="3988" y="15"/>
                  </a:cubicBezTo>
                  <a:cubicBezTo>
                    <a:pt x="3966" y="14"/>
                    <a:pt x="3949" y="15"/>
                    <a:pt x="3954" y="16"/>
                  </a:cubicBezTo>
                  <a:cubicBezTo>
                    <a:pt x="3934" y="18"/>
                    <a:pt x="3985" y="17"/>
                    <a:pt x="4000" y="18"/>
                  </a:cubicBezTo>
                  <a:lnTo>
                    <a:pt x="4033" y="18"/>
                  </a:lnTo>
                  <a:lnTo>
                    <a:pt x="4149" y="10"/>
                  </a:lnTo>
                  <a:cubicBezTo>
                    <a:pt x="4198" y="9"/>
                    <a:pt x="4220" y="11"/>
                    <a:pt x="4257" y="12"/>
                  </a:cubicBezTo>
                  <a:lnTo>
                    <a:pt x="4267" y="10"/>
                  </a:lnTo>
                  <a:cubicBezTo>
                    <a:pt x="4310" y="10"/>
                    <a:pt x="4351" y="11"/>
                    <a:pt x="4323" y="13"/>
                  </a:cubicBezTo>
                  <a:cubicBezTo>
                    <a:pt x="4322" y="13"/>
                    <a:pt x="4316" y="13"/>
                    <a:pt x="4307" y="13"/>
                  </a:cubicBezTo>
                  <a:cubicBezTo>
                    <a:pt x="4305" y="13"/>
                    <a:pt x="4303" y="13"/>
                    <a:pt x="4301" y="13"/>
                  </a:cubicBezTo>
                  <a:lnTo>
                    <a:pt x="4298" y="14"/>
                  </a:lnTo>
                  <a:lnTo>
                    <a:pt x="4376" y="12"/>
                  </a:lnTo>
                  <a:cubicBezTo>
                    <a:pt x="4298" y="15"/>
                    <a:pt x="4372" y="16"/>
                    <a:pt x="4359" y="19"/>
                  </a:cubicBezTo>
                  <a:lnTo>
                    <a:pt x="4438" y="18"/>
                  </a:lnTo>
                  <a:cubicBezTo>
                    <a:pt x="4390" y="17"/>
                    <a:pt x="4437" y="16"/>
                    <a:pt x="4454" y="16"/>
                  </a:cubicBezTo>
                  <a:cubicBezTo>
                    <a:pt x="4458" y="18"/>
                    <a:pt x="4517" y="16"/>
                    <a:pt x="4545" y="16"/>
                  </a:cubicBezTo>
                  <a:lnTo>
                    <a:pt x="4543" y="16"/>
                  </a:lnTo>
                  <a:cubicBezTo>
                    <a:pt x="4568" y="17"/>
                    <a:pt x="4613" y="17"/>
                    <a:pt x="4645" y="16"/>
                  </a:cubicBezTo>
                  <a:cubicBezTo>
                    <a:pt x="4643" y="16"/>
                    <a:pt x="4684" y="12"/>
                    <a:pt x="4704" y="10"/>
                  </a:cubicBezTo>
                  <a:cubicBezTo>
                    <a:pt x="4649" y="10"/>
                    <a:pt x="4682" y="9"/>
                    <a:pt x="4677" y="8"/>
                  </a:cubicBezTo>
                  <a:cubicBezTo>
                    <a:pt x="4683" y="8"/>
                    <a:pt x="4693" y="8"/>
                    <a:pt x="4694" y="8"/>
                  </a:cubicBezTo>
                  <a:cubicBezTo>
                    <a:pt x="4702" y="7"/>
                    <a:pt x="4684" y="7"/>
                    <a:pt x="4682" y="6"/>
                  </a:cubicBezTo>
                  <a:cubicBezTo>
                    <a:pt x="4624" y="7"/>
                    <a:pt x="4564" y="8"/>
                    <a:pt x="4541" y="10"/>
                  </a:cubicBezTo>
                  <a:cubicBezTo>
                    <a:pt x="4558" y="12"/>
                    <a:pt x="4571" y="9"/>
                    <a:pt x="4591" y="10"/>
                  </a:cubicBezTo>
                  <a:cubicBezTo>
                    <a:pt x="4562" y="12"/>
                    <a:pt x="4525" y="11"/>
                    <a:pt x="4477" y="11"/>
                  </a:cubicBezTo>
                  <a:lnTo>
                    <a:pt x="4461" y="10"/>
                  </a:lnTo>
                  <a:lnTo>
                    <a:pt x="4412" y="11"/>
                  </a:lnTo>
                  <a:cubicBezTo>
                    <a:pt x="4432" y="10"/>
                    <a:pt x="4420" y="8"/>
                    <a:pt x="4471" y="8"/>
                  </a:cubicBezTo>
                  <a:cubicBezTo>
                    <a:pt x="4465" y="6"/>
                    <a:pt x="4421" y="8"/>
                    <a:pt x="4389" y="8"/>
                  </a:cubicBezTo>
                  <a:lnTo>
                    <a:pt x="4373" y="10"/>
                  </a:lnTo>
                  <a:cubicBezTo>
                    <a:pt x="4380" y="9"/>
                    <a:pt x="4313" y="9"/>
                    <a:pt x="4360" y="7"/>
                  </a:cubicBezTo>
                  <a:lnTo>
                    <a:pt x="4438" y="5"/>
                  </a:lnTo>
                  <a:lnTo>
                    <a:pt x="4416" y="4"/>
                  </a:lnTo>
                  <a:lnTo>
                    <a:pt x="4481" y="4"/>
                  </a:lnTo>
                  <a:lnTo>
                    <a:pt x="4466" y="4"/>
                  </a:lnTo>
                  <a:cubicBezTo>
                    <a:pt x="4571" y="4"/>
                    <a:pt x="4497" y="8"/>
                    <a:pt x="4603" y="6"/>
                  </a:cubicBezTo>
                  <a:cubicBezTo>
                    <a:pt x="4636" y="4"/>
                    <a:pt x="4671" y="4"/>
                    <a:pt x="4736" y="4"/>
                  </a:cubicBezTo>
                  <a:cubicBezTo>
                    <a:pt x="4689" y="4"/>
                    <a:pt x="4731" y="5"/>
                    <a:pt x="4714" y="7"/>
                  </a:cubicBezTo>
                  <a:cubicBezTo>
                    <a:pt x="4761" y="8"/>
                    <a:pt x="4777" y="6"/>
                    <a:pt x="4802" y="4"/>
                  </a:cubicBezTo>
                  <a:cubicBezTo>
                    <a:pt x="4814" y="6"/>
                    <a:pt x="4823" y="7"/>
                    <a:pt x="4780" y="7"/>
                  </a:cubicBezTo>
                  <a:cubicBezTo>
                    <a:pt x="4775" y="10"/>
                    <a:pt x="4837" y="6"/>
                    <a:pt x="4840" y="9"/>
                  </a:cubicBezTo>
                  <a:cubicBezTo>
                    <a:pt x="4982" y="9"/>
                    <a:pt x="4954" y="0"/>
                    <a:pt x="5119" y="4"/>
                  </a:cubicBezTo>
                  <a:lnTo>
                    <a:pt x="5113" y="4"/>
                  </a:lnTo>
                  <a:cubicBezTo>
                    <a:pt x="5218" y="4"/>
                    <a:pt x="5279" y="4"/>
                    <a:pt x="5376" y="4"/>
                  </a:cubicBezTo>
                  <a:lnTo>
                    <a:pt x="5452" y="6"/>
                  </a:lnTo>
                  <a:cubicBezTo>
                    <a:pt x="5435" y="6"/>
                    <a:pt x="5389" y="9"/>
                    <a:pt x="5411" y="10"/>
                  </a:cubicBezTo>
                  <a:cubicBezTo>
                    <a:pt x="5373" y="7"/>
                    <a:pt x="5334" y="8"/>
                    <a:pt x="5294" y="7"/>
                  </a:cubicBezTo>
                  <a:cubicBezTo>
                    <a:pt x="5290" y="7"/>
                    <a:pt x="5306" y="8"/>
                    <a:pt x="5313" y="9"/>
                  </a:cubicBezTo>
                  <a:cubicBezTo>
                    <a:pt x="5289" y="9"/>
                    <a:pt x="5277" y="7"/>
                    <a:pt x="5245" y="8"/>
                  </a:cubicBezTo>
                  <a:cubicBezTo>
                    <a:pt x="5246" y="8"/>
                    <a:pt x="5281" y="9"/>
                    <a:pt x="5255" y="9"/>
                  </a:cubicBezTo>
                  <a:lnTo>
                    <a:pt x="5211" y="8"/>
                  </a:lnTo>
                  <a:cubicBezTo>
                    <a:pt x="5153" y="9"/>
                    <a:pt x="5183" y="12"/>
                    <a:pt x="5114" y="11"/>
                  </a:cubicBezTo>
                  <a:cubicBezTo>
                    <a:pt x="5127" y="10"/>
                    <a:pt x="5153" y="7"/>
                    <a:pt x="5180" y="7"/>
                  </a:cubicBezTo>
                  <a:cubicBezTo>
                    <a:pt x="5148" y="6"/>
                    <a:pt x="5221" y="6"/>
                    <a:pt x="5193" y="5"/>
                  </a:cubicBezTo>
                  <a:cubicBezTo>
                    <a:pt x="5148" y="7"/>
                    <a:pt x="5126" y="5"/>
                    <a:pt x="5066" y="7"/>
                  </a:cubicBezTo>
                  <a:cubicBezTo>
                    <a:pt x="5073" y="7"/>
                    <a:pt x="5075" y="6"/>
                    <a:pt x="5090" y="6"/>
                  </a:cubicBezTo>
                  <a:lnTo>
                    <a:pt x="5003" y="5"/>
                  </a:lnTo>
                  <a:cubicBezTo>
                    <a:pt x="5024" y="6"/>
                    <a:pt x="4931" y="7"/>
                    <a:pt x="4939" y="9"/>
                  </a:cubicBezTo>
                  <a:cubicBezTo>
                    <a:pt x="5032" y="10"/>
                    <a:pt x="5005" y="8"/>
                    <a:pt x="5110" y="9"/>
                  </a:cubicBezTo>
                  <a:cubicBezTo>
                    <a:pt x="5080" y="10"/>
                    <a:pt x="5042" y="12"/>
                    <a:pt x="5024" y="14"/>
                  </a:cubicBezTo>
                  <a:cubicBezTo>
                    <a:pt x="5023" y="14"/>
                    <a:pt x="5021" y="14"/>
                    <a:pt x="5018" y="14"/>
                  </a:cubicBezTo>
                  <a:cubicBezTo>
                    <a:pt x="5002" y="16"/>
                    <a:pt x="5018" y="17"/>
                    <a:pt x="5018" y="21"/>
                  </a:cubicBezTo>
                  <a:cubicBezTo>
                    <a:pt x="5066" y="18"/>
                    <a:pt x="5098" y="20"/>
                    <a:pt x="5155" y="19"/>
                  </a:cubicBezTo>
                  <a:cubicBezTo>
                    <a:pt x="5166" y="16"/>
                    <a:pt x="5122" y="16"/>
                    <a:pt x="5094" y="16"/>
                  </a:cubicBezTo>
                  <a:lnTo>
                    <a:pt x="5144" y="15"/>
                  </a:lnTo>
                  <a:lnTo>
                    <a:pt x="5134" y="16"/>
                  </a:lnTo>
                  <a:lnTo>
                    <a:pt x="5261" y="17"/>
                  </a:lnTo>
                  <a:cubicBezTo>
                    <a:pt x="5237" y="17"/>
                    <a:pt x="5229" y="18"/>
                    <a:pt x="5216" y="19"/>
                  </a:cubicBezTo>
                  <a:cubicBezTo>
                    <a:pt x="5233" y="19"/>
                    <a:pt x="5249" y="19"/>
                    <a:pt x="5266" y="20"/>
                  </a:cubicBezTo>
                  <a:cubicBezTo>
                    <a:pt x="5262" y="18"/>
                    <a:pt x="5265" y="17"/>
                    <a:pt x="5281" y="17"/>
                  </a:cubicBezTo>
                  <a:cubicBezTo>
                    <a:pt x="5362" y="17"/>
                    <a:pt x="5408" y="19"/>
                    <a:pt x="5438" y="21"/>
                  </a:cubicBezTo>
                  <a:lnTo>
                    <a:pt x="5447" y="21"/>
                  </a:lnTo>
                  <a:cubicBezTo>
                    <a:pt x="5434" y="19"/>
                    <a:pt x="5505" y="17"/>
                    <a:pt x="5531" y="15"/>
                  </a:cubicBezTo>
                  <a:cubicBezTo>
                    <a:pt x="5530" y="17"/>
                    <a:pt x="5573" y="16"/>
                    <a:pt x="5596" y="17"/>
                  </a:cubicBezTo>
                  <a:cubicBezTo>
                    <a:pt x="5609" y="15"/>
                    <a:pt x="5592" y="12"/>
                    <a:pt x="5564" y="10"/>
                  </a:cubicBezTo>
                  <a:cubicBezTo>
                    <a:pt x="5508" y="12"/>
                    <a:pt x="5533" y="12"/>
                    <a:pt x="5507" y="15"/>
                  </a:cubicBezTo>
                  <a:lnTo>
                    <a:pt x="5418" y="17"/>
                  </a:lnTo>
                  <a:lnTo>
                    <a:pt x="5438" y="15"/>
                  </a:lnTo>
                  <a:cubicBezTo>
                    <a:pt x="5394" y="15"/>
                    <a:pt x="5351" y="17"/>
                    <a:pt x="5354" y="15"/>
                  </a:cubicBezTo>
                  <a:cubicBezTo>
                    <a:pt x="5378" y="13"/>
                    <a:pt x="5416" y="14"/>
                    <a:pt x="5439" y="12"/>
                  </a:cubicBezTo>
                  <a:lnTo>
                    <a:pt x="5410" y="11"/>
                  </a:lnTo>
                  <a:cubicBezTo>
                    <a:pt x="5462" y="9"/>
                    <a:pt x="5437" y="14"/>
                    <a:pt x="5499" y="12"/>
                  </a:cubicBezTo>
                  <a:cubicBezTo>
                    <a:pt x="5476" y="10"/>
                    <a:pt x="5505" y="12"/>
                    <a:pt x="5532" y="10"/>
                  </a:cubicBezTo>
                  <a:cubicBezTo>
                    <a:pt x="5510" y="9"/>
                    <a:pt x="5422" y="11"/>
                    <a:pt x="5440" y="7"/>
                  </a:cubicBezTo>
                  <a:cubicBezTo>
                    <a:pt x="5473" y="6"/>
                    <a:pt x="5550" y="12"/>
                    <a:pt x="5593" y="8"/>
                  </a:cubicBezTo>
                  <a:lnTo>
                    <a:pt x="5590" y="8"/>
                  </a:lnTo>
                  <a:cubicBezTo>
                    <a:pt x="5654" y="9"/>
                    <a:pt x="5676" y="7"/>
                    <a:pt x="5700" y="5"/>
                  </a:cubicBezTo>
                  <a:cubicBezTo>
                    <a:pt x="5727" y="7"/>
                    <a:pt x="5764" y="5"/>
                    <a:pt x="5793" y="5"/>
                  </a:cubicBezTo>
                  <a:lnTo>
                    <a:pt x="5793" y="6"/>
                  </a:lnTo>
                  <a:lnTo>
                    <a:pt x="5834" y="5"/>
                  </a:lnTo>
                  <a:cubicBezTo>
                    <a:pt x="5814" y="7"/>
                    <a:pt x="5786" y="5"/>
                    <a:pt x="5750" y="6"/>
                  </a:cubicBezTo>
                  <a:lnTo>
                    <a:pt x="5755" y="8"/>
                  </a:lnTo>
                  <a:cubicBezTo>
                    <a:pt x="5714" y="5"/>
                    <a:pt x="5686" y="9"/>
                    <a:pt x="5655" y="10"/>
                  </a:cubicBezTo>
                  <a:cubicBezTo>
                    <a:pt x="5701" y="9"/>
                    <a:pt x="5785" y="11"/>
                    <a:pt x="5796" y="7"/>
                  </a:cubicBezTo>
                  <a:lnTo>
                    <a:pt x="5824" y="9"/>
                  </a:lnTo>
                  <a:lnTo>
                    <a:pt x="5838" y="8"/>
                  </a:lnTo>
                  <a:cubicBezTo>
                    <a:pt x="5859" y="10"/>
                    <a:pt x="5838" y="12"/>
                    <a:pt x="5796" y="13"/>
                  </a:cubicBezTo>
                  <a:cubicBezTo>
                    <a:pt x="5789" y="12"/>
                    <a:pt x="5786" y="12"/>
                    <a:pt x="5788" y="11"/>
                  </a:cubicBezTo>
                  <a:cubicBezTo>
                    <a:pt x="5769" y="12"/>
                    <a:pt x="5751" y="14"/>
                    <a:pt x="5705" y="13"/>
                  </a:cubicBezTo>
                  <a:lnTo>
                    <a:pt x="5730" y="12"/>
                  </a:lnTo>
                  <a:cubicBezTo>
                    <a:pt x="5672" y="12"/>
                    <a:pt x="5619" y="13"/>
                    <a:pt x="5600" y="15"/>
                  </a:cubicBezTo>
                  <a:cubicBezTo>
                    <a:pt x="5683" y="16"/>
                    <a:pt x="5765" y="16"/>
                    <a:pt x="5843" y="16"/>
                  </a:cubicBezTo>
                  <a:cubicBezTo>
                    <a:pt x="5866" y="11"/>
                    <a:pt x="5893" y="9"/>
                    <a:pt x="5905" y="5"/>
                  </a:cubicBezTo>
                  <a:cubicBezTo>
                    <a:pt x="5957" y="4"/>
                    <a:pt x="6029" y="4"/>
                    <a:pt x="6074" y="5"/>
                  </a:cubicBezTo>
                  <a:lnTo>
                    <a:pt x="6070" y="6"/>
                  </a:lnTo>
                  <a:cubicBezTo>
                    <a:pt x="6092" y="6"/>
                    <a:pt x="6113" y="6"/>
                    <a:pt x="6130" y="6"/>
                  </a:cubicBezTo>
                  <a:cubicBezTo>
                    <a:pt x="6153" y="7"/>
                    <a:pt x="6114" y="8"/>
                    <a:pt x="6130" y="8"/>
                  </a:cubicBezTo>
                  <a:lnTo>
                    <a:pt x="6205" y="7"/>
                  </a:lnTo>
                  <a:cubicBezTo>
                    <a:pt x="6201" y="9"/>
                    <a:pt x="6137" y="9"/>
                    <a:pt x="6107" y="9"/>
                  </a:cubicBezTo>
                  <a:cubicBezTo>
                    <a:pt x="6113" y="9"/>
                    <a:pt x="6124" y="8"/>
                    <a:pt x="6121" y="8"/>
                  </a:cubicBezTo>
                  <a:cubicBezTo>
                    <a:pt x="6086" y="7"/>
                    <a:pt x="6021" y="11"/>
                    <a:pt x="6006" y="8"/>
                  </a:cubicBezTo>
                  <a:cubicBezTo>
                    <a:pt x="5989" y="8"/>
                    <a:pt x="6040" y="6"/>
                    <a:pt x="5983" y="6"/>
                  </a:cubicBezTo>
                  <a:cubicBezTo>
                    <a:pt x="5944" y="5"/>
                    <a:pt x="5931" y="7"/>
                    <a:pt x="5927" y="8"/>
                  </a:cubicBezTo>
                  <a:cubicBezTo>
                    <a:pt x="5927" y="9"/>
                    <a:pt x="5988" y="9"/>
                    <a:pt x="5967" y="11"/>
                  </a:cubicBezTo>
                  <a:cubicBezTo>
                    <a:pt x="5997" y="11"/>
                    <a:pt x="6009" y="9"/>
                    <a:pt x="6047" y="10"/>
                  </a:cubicBezTo>
                  <a:cubicBezTo>
                    <a:pt x="6017" y="10"/>
                    <a:pt x="5977" y="12"/>
                    <a:pt x="5961" y="11"/>
                  </a:cubicBezTo>
                  <a:cubicBezTo>
                    <a:pt x="5902" y="13"/>
                    <a:pt x="5911" y="18"/>
                    <a:pt x="5938" y="18"/>
                  </a:cubicBezTo>
                  <a:cubicBezTo>
                    <a:pt x="5932" y="16"/>
                    <a:pt x="6046" y="16"/>
                    <a:pt x="5969" y="14"/>
                  </a:cubicBezTo>
                  <a:cubicBezTo>
                    <a:pt x="6003" y="12"/>
                    <a:pt x="6067" y="12"/>
                    <a:pt x="6112" y="11"/>
                  </a:cubicBezTo>
                  <a:lnTo>
                    <a:pt x="6110" y="11"/>
                  </a:lnTo>
                  <a:lnTo>
                    <a:pt x="6166" y="11"/>
                  </a:lnTo>
                  <a:cubicBezTo>
                    <a:pt x="6158" y="11"/>
                    <a:pt x="6141" y="12"/>
                    <a:pt x="6141" y="13"/>
                  </a:cubicBezTo>
                  <a:lnTo>
                    <a:pt x="6218" y="10"/>
                  </a:lnTo>
                  <a:cubicBezTo>
                    <a:pt x="6175" y="12"/>
                    <a:pt x="6246" y="11"/>
                    <a:pt x="6266" y="12"/>
                  </a:cubicBezTo>
                  <a:cubicBezTo>
                    <a:pt x="6274" y="11"/>
                    <a:pt x="6304" y="10"/>
                    <a:pt x="6275" y="9"/>
                  </a:cubicBezTo>
                  <a:cubicBezTo>
                    <a:pt x="6242" y="7"/>
                    <a:pt x="6256" y="9"/>
                    <a:pt x="6226" y="10"/>
                  </a:cubicBezTo>
                  <a:lnTo>
                    <a:pt x="6269" y="7"/>
                  </a:lnTo>
                  <a:lnTo>
                    <a:pt x="6272" y="7"/>
                  </a:lnTo>
                  <a:lnTo>
                    <a:pt x="6298" y="5"/>
                  </a:lnTo>
                  <a:cubicBezTo>
                    <a:pt x="6355" y="5"/>
                    <a:pt x="6272" y="10"/>
                    <a:pt x="6346" y="8"/>
                  </a:cubicBezTo>
                  <a:lnTo>
                    <a:pt x="6337" y="5"/>
                  </a:lnTo>
                  <a:cubicBezTo>
                    <a:pt x="6422" y="6"/>
                    <a:pt x="6532" y="9"/>
                    <a:pt x="6592" y="8"/>
                  </a:cubicBezTo>
                  <a:cubicBezTo>
                    <a:pt x="6575" y="9"/>
                    <a:pt x="6568" y="12"/>
                    <a:pt x="6591" y="14"/>
                  </a:cubicBezTo>
                  <a:cubicBezTo>
                    <a:pt x="6565" y="13"/>
                    <a:pt x="6513" y="13"/>
                    <a:pt x="6475" y="13"/>
                  </a:cubicBezTo>
                  <a:cubicBezTo>
                    <a:pt x="6468" y="13"/>
                    <a:pt x="6522" y="10"/>
                    <a:pt x="6563" y="11"/>
                  </a:cubicBezTo>
                  <a:cubicBezTo>
                    <a:pt x="6543" y="6"/>
                    <a:pt x="6461" y="13"/>
                    <a:pt x="6456" y="9"/>
                  </a:cubicBezTo>
                  <a:cubicBezTo>
                    <a:pt x="6352" y="7"/>
                    <a:pt x="6379" y="13"/>
                    <a:pt x="6291" y="10"/>
                  </a:cubicBezTo>
                  <a:cubicBezTo>
                    <a:pt x="6290" y="12"/>
                    <a:pt x="6266" y="11"/>
                    <a:pt x="6261" y="13"/>
                  </a:cubicBezTo>
                  <a:cubicBezTo>
                    <a:pt x="6287" y="17"/>
                    <a:pt x="6379" y="13"/>
                    <a:pt x="6436" y="14"/>
                  </a:cubicBezTo>
                  <a:cubicBezTo>
                    <a:pt x="6430" y="15"/>
                    <a:pt x="6419" y="15"/>
                    <a:pt x="6417" y="15"/>
                  </a:cubicBezTo>
                  <a:cubicBezTo>
                    <a:pt x="6457" y="16"/>
                    <a:pt x="6474" y="15"/>
                    <a:pt x="6503" y="15"/>
                  </a:cubicBezTo>
                  <a:lnTo>
                    <a:pt x="6499" y="14"/>
                  </a:lnTo>
                  <a:cubicBezTo>
                    <a:pt x="6549" y="12"/>
                    <a:pt x="6530" y="16"/>
                    <a:pt x="6559" y="17"/>
                  </a:cubicBezTo>
                  <a:cubicBezTo>
                    <a:pt x="6570" y="17"/>
                    <a:pt x="6611" y="17"/>
                    <a:pt x="6604" y="16"/>
                  </a:cubicBezTo>
                  <a:lnTo>
                    <a:pt x="6657" y="18"/>
                  </a:lnTo>
                  <a:lnTo>
                    <a:pt x="6655" y="16"/>
                  </a:lnTo>
                  <a:cubicBezTo>
                    <a:pt x="6685" y="15"/>
                    <a:pt x="6691" y="17"/>
                    <a:pt x="6718" y="16"/>
                  </a:cubicBezTo>
                  <a:lnTo>
                    <a:pt x="6719" y="14"/>
                  </a:lnTo>
                  <a:lnTo>
                    <a:pt x="6645" y="13"/>
                  </a:lnTo>
                  <a:cubicBezTo>
                    <a:pt x="6683" y="12"/>
                    <a:pt x="6656" y="11"/>
                    <a:pt x="6697" y="10"/>
                  </a:cubicBezTo>
                  <a:cubicBezTo>
                    <a:pt x="6651" y="13"/>
                    <a:pt x="6730" y="12"/>
                    <a:pt x="6734" y="13"/>
                  </a:cubicBezTo>
                  <a:lnTo>
                    <a:pt x="6765" y="12"/>
                  </a:lnTo>
                  <a:lnTo>
                    <a:pt x="6757" y="13"/>
                  </a:lnTo>
                  <a:cubicBezTo>
                    <a:pt x="6781" y="14"/>
                    <a:pt x="6785" y="12"/>
                    <a:pt x="6813" y="12"/>
                  </a:cubicBezTo>
                  <a:cubicBezTo>
                    <a:pt x="6780" y="11"/>
                    <a:pt x="6759" y="10"/>
                    <a:pt x="6717" y="11"/>
                  </a:cubicBezTo>
                  <a:cubicBezTo>
                    <a:pt x="6747" y="10"/>
                    <a:pt x="6808" y="9"/>
                    <a:pt x="6822" y="9"/>
                  </a:cubicBezTo>
                  <a:cubicBezTo>
                    <a:pt x="6854" y="8"/>
                    <a:pt x="6877" y="10"/>
                    <a:pt x="6907" y="10"/>
                  </a:cubicBezTo>
                  <a:cubicBezTo>
                    <a:pt x="6849" y="11"/>
                    <a:pt x="6927" y="16"/>
                    <a:pt x="6812" y="15"/>
                  </a:cubicBezTo>
                  <a:cubicBezTo>
                    <a:pt x="6814" y="14"/>
                    <a:pt x="6823" y="14"/>
                    <a:pt x="6827" y="15"/>
                  </a:cubicBezTo>
                  <a:cubicBezTo>
                    <a:pt x="6811" y="12"/>
                    <a:pt x="6758" y="15"/>
                    <a:pt x="6733" y="16"/>
                  </a:cubicBezTo>
                  <a:cubicBezTo>
                    <a:pt x="6739" y="17"/>
                    <a:pt x="6713" y="18"/>
                    <a:pt x="6757" y="18"/>
                  </a:cubicBezTo>
                  <a:cubicBezTo>
                    <a:pt x="6743" y="17"/>
                    <a:pt x="6795" y="15"/>
                    <a:pt x="6837" y="16"/>
                  </a:cubicBezTo>
                  <a:lnTo>
                    <a:pt x="6829" y="20"/>
                  </a:lnTo>
                  <a:lnTo>
                    <a:pt x="6891" y="20"/>
                  </a:lnTo>
                  <a:lnTo>
                    <a:pt x="6885" y="20"/>
                  </a:lnTo>
                  <a:cubicBezTo>
                    <a:pt x="6908" y="23"/>
                    <a:pt x="6950" y="20"/>
                    <a:pt x="6992" y="21"/>
                  </a:cubicBezTo>
                  <a:cubicBezTo>
                    <a:pt x="7023" y="20"/>
                    <a:pt x="7140" y="22"/>
                    <a:pt x="7089" y="18"/>
                  </a:cubicBezTo>
                  <a:cubicBezTo>
                    <a:pt x="7127" y="20"/>
                    <a:pt x="7160" y="18"/>
                    <a:pt x="7202" y="17"/>
                  </a:cubicBezTo>
                  <a:lnTo>
                    <a:pt x="7150" y="16"/>
                  </a:lnTo>
                  <a:cubicBezTo>
                    <a:pt x="7211" y="14"/>
                    <a:pt x="7194" y="15"/>
                    <a:pt x="7242" y="11"/>
                  </a:cubicBezTo>
                  <a:cubicBezTo>
                    <a:pt x="7247" y="12"/>
                    <a:pt x="7258" y="13"/>
                    <a:pt x="7248" y="14"/>
                  </a:cubicBezTo>
                  <a:cubicBezTo>
                    <a:pt x="7330" y="14"/>
                    <a:pt x="7447" y="16"/>
                    <a:pt x="7495" y="13"/>
                  </a:cubicBezTo>
                  <a:cubicBezTo>
                    <a:pt x="7552" y="14"/>
                    <a:pt x="7561" y="18"/>
                    <a:pt x="7642" y="16"/>
                  </a:cubicBezTo>
                  <a:cubicBezTo>
                    <a:pt x="7659" y="16"/>
                    <a:pt x="7629" y="13"/>
                    <a:pt x="7682" y="14"/>
                  </a:cubicBezTo>
                  <a:cubicBezTo>
                    <a:pt x="7686" y="15"/>
                    <a:pt x="7631" y="17"/>
                    <a:pt x="7690" y="17"/>
                  </a:cubicBezTo>
                  <a:cubicBezTo>
                    <a:pt x="7733" y="14"/>
                    <a:pt x="7790" y="19"/>
                    <a:pt x="7845" y="17"/>
                  </a:cubicBezTo>
                  <a:cubicBezTo>
                    <a:pt x="7875" y="18"/>
                    <a:pt x="7925" y="18"/>
                    <a:pt x="7915" y="20"/>
                  </a:cubicBezTo>
                  <a:cubicBezTo>
                    <a:pt x="7868" y="19"/>
                    <a:pt x="7803" y="19"/>
                    <a:pt x="7793" y="20"/>
                  </a:cubicBezTo>
                  <a:cubicBezTo>
                    <a:pt x="7799" y="19"/>
                    <a:pt x="7760" y="19"/>
                    <a:pt x="7794" y="18"/>
                  </a:cubicBezTo>
                  <a:cubicBezTo>
                    <a:pt x="7724" y="16"/>
                    <a:pt x="7749" y="19"/>
                    <a:pt x="7686" y="17"/>
                  </a:cubicBezTo>
                  <a:cubicBezTo>
                    <a:pt x="7682" y="18"/>
                    <a:pt x="7719" y="20"/>
                    <a:pt x="7732" y="19"/>
                  </a:cubicBezTo>
                  <a:cubicBezTo>
                    <a:pt x="7732" y="22"/>
                    <a:pt x="7608" y="20"/>
                    <a:pt x="7664" y="24"/>
                  </a:cubicBezTo>
                  <a:cubicBezTo>
                    <a:pt x="7731" y="24"/>
                    <a:pt x="7751" y="18"/>
                    <a:pt x="7809" y="22"/>
                  </a:cubicBezTo>
                  <a:cubicBezTo>
                    <a:pt x="7786" y="23"/>
                    <a:pt x="7749" y="22"/>
                    <a:pt x="7720" y="24"/>
                  </a:cubicBezTo>
                  <a:lnTo>
                    <a:pt x="7767" y="26"/>
                  </a:lnTo>
                  <a:lnTo>
                    <a:pt x="7802" y="24"/>
                  </a:lnTo>
                  <a:lnTo>
                    <a:pt x="7800" y="24"/>
                  </a:lnTo>
                  <a:cubicBezTo>
                    <a:pt x="7884" y="27"/>
                    <a:pt x="7878" y="22"/>
                    <a:pt x="7953" y="21"/>
                  </a:cubicBezTo>
                  <a:cubicBezTo>
                    <a:pt x="7910" y="19"/>
                    <a:pt x="7963" y="16"/>
                    <a:pt x="7930" y="15"/>
                  </a:cubicBezTo>
                  <a:cubicBezTo>
                    <a:pt x="7981" y="15"/>
                    <a:pt x="8018" y="15"/>
                    <a:pt x="8018" y="18"/>
                  </a:cubicBezTo>
                  <a:cubicBezTo>
                    <a:pt x="7924" y="20"/>
                    <a:pt x="8013" y="21"/>
                    <a:pt x="7926" y="23"/>
                  </a:cubicBezTo>
                  <a:cubicBezTo>
                    <a:pt x="7940" y="24"/>
                    <a:pt x="7905" y="27"/>
                    <a:pt x="7957" y="28"/>
                  </a:cubicBezTo>
                  <a:cubicBezTo>
                    <a:pt x="8015" y="26"/>
                    <a:pt x="7939" y="25"/>
                    <a:pt x="7998" y="25"/>
                  </a:cubicBezTo>
                  <a:cubicBezTo>
                    <a:pt x="8001" y="25"/>
                    <a:pt x="8005" y="25"/>
                    <a:pt x="8003" y="26"/>
                  </a:cubicBezTo>
                  <a:cubicBezTo>
                    <a:pt x="8029" y="24"/>
                    <a:pt x="8034" y="26"/>
                    <a:pt x="8066" y="25"/>
                  </a:cubicBezTo>
                  <a:lnTo>
                    <a:pt x="8059" y="25"/>
                  </a:lnTo>
                  <a:cubicBezTo>
                    <a:pt x="8099" y="27"/>
                    <a:pt x="8103" y="24"/>
                    <a:pt x="8137" y="26"/>
                  </a:cubicBezTo>
                  <a:cubicBezTo>
                    <a:pt x="8123" y="24"/>
                    <a:pt x="8160" y="24"/>
                    <a:pt x="8182" y="23"/>
                  </a:cubicBezTo>
                  <a:cubicBezTo>
                    <a:pt x="8147" y="22"/>
                    <a:pt x="8128" y="19"/>
                    <a:pt x="8059" y="19"/>
                  </a:cubicBezTo>
                  <a:cubicBezTo>
                    <a:pt x="8050" y="20"/>
                    <a:pt x="8055" y="21"/>
                    <a:pt x="8027" y="22"/>
                  </a:cubicBezTo>
                  <a:lnTo>
                    <a:pt x="8072" y="22"/>
                  </a:lnTo>
                  <a:lnTo>
                    <a:pt x="8046" y="23"/>
                  </a:lnTo>
                  <a:lnTo>
                    <a:pt x="8003" y="22"/>
                  </a:lnTo>
                  <a:cubicBezTo>
                    <a:pt x="8058" y="21"/>
                    <a:pt x="8033" y="19"/>
                    <a:pt x="8056" y="17"/>
                  </a:cubicBezTo>
                  <a:cubicBezTo>
                    <a:pt x="8106" y="18"/>
                    <a:pt x="8097" y="17"/>
                    <a:pt x="8128" y="18"/>
                  </a:cubicBezTo>
                  <a:cubicBezTo>
                    <a:pt x="8125" y="20"/>
                    <a:pt x="8225" y="23"/>
                    <a:pt x="8282" y="24"/>
                  </a:cubicBezTo>
                  <a:lnTo>
                    <a:pt x="8255" y="24"/>
                  </a:lnTo>
                  <a:cubicBezTo>
                    <a:pt x="8214" y="25"/>
                    <a:pt x="8284" y="26"/>
                    <a:pt x="8286" y="27"/>
                  </a:cubicBezTo>
                  <a:lnTo>
                    <a:pt x="8316" y="26"/>
                  </a:lnTo>
                  <a:cubicBezTo>
                    <a:pt x="8310" y="26"/>
                    <a:pt x="8302" y="27"/>
                    <a:pt x="8315" y="27"/>
                  </a:cubicBezTo>
                  <a:cubicBezTo>
                    <a:pt x="8357" y="27"/>
                    <a:pt x="8354" y="25"/>
                    <a:pt x="8395" y="24"/>
                  </a:cubicBezTo>
                  <a:cubicBezTo>
                    <a:pt x="8398" y="26"/>
                    <a:pt x="8364" y="27"/>
                    <a:pt x="8389" y="28"/>
                  </a:cubicBezTo>
                  <a:cubicBezTo>
                    <a:pt x="8398" y="30"/>
                    <a:pt x="8426" y="33"/>
                    <a:pt x="8481" y="32"/>
                  </a:cubicBezTo>
                  <a:cubicBezTo>
                    <a:pt x="8485" y="31"/>
                    <a:pt x="8499" y="31"/>
                    <a:pt x="8515" y="31"/>
                  </a:cubicBezTo>
                  <a:lnTo>
                    <a:pt x="8509" y="31"/>
                  </a:lnTo>
                  <a:lnTo>
                    <a:pt x="8545" y="33"/>
                  </a:lnTo>
                  <a:cubicBezTo>
                    <a:pt x="8514" y="35"/>
                    <a:pt x="8483" y="32"/>
                    <a:pt x="8452" y="34"/>
                  </a:cubicBezTo>
                  <a:lnTo>
                    <a:pt x="8449" y="36"/>
                  </a:lnTo>
                  <a:cubicBezTo>
                    <a:pt x="8425" y="36"/>
                    <a:pt x="8392" y="36"/>
                    <a:pt x="8377" y="37"/>
                  </a:cubicBezTo>
                  <a:cubicBezTo>
                    <a:pt x="8414" y="38"/>
                    <a:pt x="8422" y="37"/>
                    <a:pt x="8463" y="37"/>
                  </a:cubicBezTo>
                  <a:cubicBezTo>
                    <a:pt x="8469" y="39"/>
                    <a:pt x="8440" y="39"/>
                    <a:pt x="8435" y="39"/>
                  </a:cubicBezTo>
                  <a:lnTo>
                    <a:pt x="8441" y="38"/>
                  </a:lnTo>
                  <a:cubicBezTo>
                    <a:pt x="8392" y="36"/>
                    <a:pt x="8368" y="40"/>
                    <a:pt x="8307" y="39"/>
                  </a:cubicBezTo>
                  <a:cubicBezTo>
                    <a:pt x="8297" y="39"/>
                    <a:pt x="8303" y="39"/>
                    <a:pt x="8305" y="38"/>
                  </a:cubicBezTo>
                  <a:cubicBezTo>
                    <a:pt x="8256" y="40"/>
                    <a:pt x="8207" y="37"/>
                    <a:pt x="8159" y="39"/>
                  </a:cubicBezTo>
                  <a:lnTo>
                    <a:pt x="8175" y="38"/>
                  </a:lnTo>
                  <a:lnTo>
                    <a:pt x="8013" y="42"/>
                  </a:lnTo>
                  <a:lnTo>
                    <a:pt x="8013" y="43"/>
                  </a:lnTo>
                  <a:cubicBezTo>
                    <a:pt x="8020" y="44"/>
                    <a:pt x="7996" y="44"/>
                    <a:pt x="7983" y="43"/>
                  </a:cubicBezTo>
                  <a:lnTo>
                    <a:pt x="7983" y="43"/>
                  </a:lnTo>
                  <a:lnTo>
                    <a:pt x="7895" y="45"/>
                  </a:lnTo>
                  <a:cubicBezTo>
                    <a:pt x="7903" y="46"/>
                    <a:pt x="7913" y="46"/>
                    <a:pt x="7925" y="47"/>
                  </a:cubicBezTo>
                  <a:cubicBezTo>
                    <a:pt x="7935" y="46"/>
                    <a:pt x="7994" y="47"/>
                    <a:pt x="7986" y="45"/>
                  </a:cubicBezTo>
                  <a:cubicBezTo>
                    <a:pt x="8013" y="46"/>
                    <a:pt x="8057" y="44"/>
                    <a:pt x="8077" y="45"/>
                  </a:cubicBezTo>
                  <a:cubicBezTo>
                    <a:pt x="8041" y="44"/>
                    <a:pt x="8102" y="43"/>
                    <a:pt x="8109" y="42"/>
                  </a:cubicBezTo>
                  <a:cubicBezTo>
                    <a:pt x="8121" y="44"/>
                    <a:pt x="8163" y="42"/>
                    <a:pt x="8158" y="44"/>
                  </a:cubicBezTo>
                  <a:cubicBezTo>
                    <a:pt x="8165" y="45"/>
                    <a:pt x="8140" y="43"/>
                    <a:pt x="8125" y="44"/>
                  </a:cubicBezTo>
                  <a:cubicBezTo>
                    <a:pt x="8086" y="46"/>
                    <a:pt x="8194" y="46"/>
                    <a:pt x="8147" y="47"/>
                  </a:cubicBezTo>
                  <a:cubicBezTo>
                    <a:pt x="8207" y="46"/>
                    <a:pt x="8287" y="47"/>
                    <a:pt x="8349" y="46"/>
                  </a:cubicBezTo>
                  <a:lnTo>
                    <a:pt x="8314" y="45"/>
                  </a:lnTo>
                  <a:cubicBezTo>
                    <a:pt x="8342" y="46"/>
                    <a:pt x="8408" y="46"/>
                    <a:pt x="8413" y="47"/>
                  </a:cubicBezTo>
                  <a:lnTo>
                    <a:pt x="8342" y="47"/>
                  </a:lnTo>
                  <a:cubicBezTo>
                    <a:pt x="8340" y="49"/>
                    <a:pt x="8405" y="47"/>
                    <a:pt x="8408" y="48"/>
                  </a:cubicBezTo>
                  <a:lnTo>
                    <a:pt x="8484" y="45"/>
                  </a:lnTo>
                  <a:lnTo>
                    <a:pt x="8451" y="45"/>
                  </a:lnTo>
                  <a:cubicBezTo>
                    <a:pt x="8472" y="44"/>
                    <a:pt x="8542" y="46"/>
                    <a:pt x="8594" y="47"/>
                  </a:cubicBezTo>
                  <a:cubicBezTo>
                    <a:pt x="8564" y="49"/>
                    <a:pt x="8516" y="46"/>
                    <a:pt x="8461" y="47"/>
                  </a:cubicBezTo>
                  <a:cubicBezTo>
                    <a:pt x="8421" y="48"/>
                    <a:pt x="8485" y="50"/>
                    <a:pt x="8448" y="50"/>
                  </a:cubicBezTo>
                  <a:cubicBezTo>
                    <a:pt x="8458" y="51"/>
                    <a:pt x="8482" y="51"/>
                    <a:pt x="8494" y="50"/>
                  </a:cubicBezTo>
                  <a:lnTo>
                    <a:pt x="8509" y="51"/>
                  </a:lnTo>
                  <a:cubicBezTo>
                    <a:pt x="8475" y="53"/>
                    <a:pt x="8400" y="52"/>
                    <a:pt x="8350" y="54"/>
                  </a:cubicBezTo>
                  <a:cubicBezTo>
                    <a:pt x="8355" y="54"/>
                    <a:pt x="8359" y="54"/>
                    <a:pt x="8360" y="54"/>
                  </a:cubicBezTo>
                  <a:cubicBezTo>
                    <a:pt x="8321" y="52"/>
                    <a:pt x="8282" y="52"/>
                    <a:pt x="8245" y="52"/>
                  </a:cubicBezTo>
                  <a:cubicBezTo>
                    <a:pt x="8265" y="53"/>
                    <a:pt x="8273" y="53"/>
                    <a:pt x="8284" y="53"/>
                  </a:cubicBezTo>
                  <a:cubicBezTo>
                    <a:pt x="8285" y="53"/>
                    <a:pt x="8250" y="53"/>
                    <a:pt x="8236" y="54"/>
                  </a:cubicBezTo>
                  <a:cubicBezTo>
                    <a:pt x="8271" y="55"/>
                    <a:pt x="8243" y="56"/>
                    <a:pt x="8265" y="56"/>
                  </a:cubicBezTo>
                  <a:cubicBezTo>
                    <a:pt x="8242" y="57"/>
                    <a:pt x="8224" y="56"/>
                    <a:pt x="8196" y="56"/>
                  </a:cubicBezTo>
                  <a:cubicBezTo>
                    <a:pt x="8182" y="55"/>
                    <a:pt x="8208" y="55"/>
                    <a:pt x="8205" y="53"/>
                  </a:cubicBezTo>
                  <a:cubicBezTo>
                    <a:pt x="8177" y="54"/>
                    <a:pt x="8164" y="51"/>
                    <a:pt x="8122" y="52"/>
                  </a:cubicBezTo>
                  <a:cubicBezTo>
                    <a:pt x="8177" y="53"/>
                    <a:pt x="8107" y="55"/>
                    <a:pt x="8088" y="56"/>
                  </a:cubicBezTo>
                  <a:lnTo>
                    <a:pt x="8097" y="56"/>
                  </a:lnTo>
                  <a:cubicBezTo>
                    <a:pt x="8080" y="57"/>
                    <a:pt x="8065" y="57"/>
                    <a:pt x="8053" y="56"/>
                  </a:cubicBezTo>
                  <a:cubicBezTo>
                    <a:pt x="8075" y="55"/>
                    <a:pt x="8097" y="56"/>
                    <a:pt x="8091" y="54"/>
                  </a:cubicBezTo>
                  <a:cubicBezTo>
                    <a:pt x="8076" y="54"/>
                    <a:pt x="8061" y="54"/>
                    <a:pt x="8044" y="54"/>
                  </a:cubicBezTo>
                  <a:lnTo>
                    <a:pt x="8059" y="53"/>
                  </a:lnTo>
                  <a:lnTo>
                    <a:pt x="7985" y="53"/>
                  </a:lnTo>
                  <a:cubicBezTo>
                    <a:pt x="7973" y="55"/>
                    <a:pt x="7953" y="56"/>
                    <a:pt x="7943" y="58"/>
                  </a:cubicBezTo>
                  <a:cubicBezTo>
                    <a:pt x="7925" y="57"/>
                    <a:pt x="7900" y="58"/>
                    <a:pt x="7883" y="58"/>
                  </a:cubicBezTo>
                  <a:lnTo>
                    <a:pt x="7891" y="58"/>
                  </a:lnTo>
                  <a:cubicBezTo>
                    <a:pt x="7858" y="56"/>
                    <a:pt x="7785" y="57"/>
                    <a:pt x="7779" y="58"/>
                  </a:cubicBezTo>
                  <a:cubicBezTo>
                    <a:pt x="7755" y="57"/>
                    <a:pt x="7945" y="51"/>
                    <a:pt x="7779" y="52"/>
                  </a:cubicBezTo>
                  <a:cubicBezTo>
                    <a:pt x="7715" y="51"/>
                    <a:pt x="7739" y="55"/>
                    <a:pt x="7703" y="57"/>
                  </a:cubicBezTo>
                  <a:cubicBezTo>
                    <a:pt x="7703" y="57"/>
                    <a:pt x="7705" y="56"/>
                    <a:pt x="7702" y="56"/>
                  </a:cubicBezTo>
                  <a:cubicBezTo>
                    <a:pt x="7674" y="55"/>
                    <a:pt x="7671" y="57"/>
                    <a:pt x="7648" y="57"/>
                  </a:cubicBezTo>
                  <a:cubicBezTo>
                    <a:pt x="7665" y="58"/>
                    <a:pt x="7689" y="58"/>
                    <a:pt x="7697" y="58"/>
                  </a:cubicBezTo>
                  <a:cubicBezTo>
                    <a:pt x="7688" y="59"/>
                    <a:pt x="7639" y="57"/>
                    <a:pt x="7618" y="59"/>
                  </a:cubicBezTo>
                  <a:cubicBezTo>
                    <a:pt x="7646" y="56"/>
                    <a:pt x="7565" y="57"/>
                    <a:pt x="7586" y="56"/>
                  </a:cubicBezTo>
                  <a:cubicBezTo>
                    <a:pt x="7531" y="54"/>
                    <a:pt x="7472" y="56"/>
                    <a:pt x="7443" y="58"/>
                  </a:cubicBezTo>
                  <a:cubicBezTo>
                    <a:pt x="7406" y="55"/>
                    <a:pt x="7378" y="58"/>
                    <a:pt x="7317" y="56"/>
                  </a:cubicBezTo>
                  <a:cubicBezTo>
                    <a:pt x="7327" y="56"/>
                    <a:pt x="7343" y="56"/>
                    <a:pt x="7356" y="56"/>
                  </a:cubicBezTo>
                  <a:cubicBezTo>
                    <a:pt x="7391" y="55"/>
                    <a:pt x="7294" y="55"/>
                    <a:pt x="7347" y="54"/>
                  </a:cubicBezTo>
                  <a:cubicBezTo>
                    <a:pt x="7335" y="54"/>
                    <a:pt x="7346" y="55"/>
                    <a:pt x="7358" y="54"/>
                  </a:cubicBezTo>
                  <a:cubicBezTo>
                    <a:pt x="7378" y="54"/>
                    <a:pt x="7397" y="53"/>
                    <a:pt x="7392" y="52"/>
                  </a:cubicBezTo>
                  <a:lnTo>
                    <a:pt x="7343" y="51"/>
                  </a:lnTo>
                  <a:lnTo>
                    <a:pt x="7360" y="50"/>
                  </a:lnTo>
                  <a:lnTo>
                    <a:pt x="7285" y="47"/>
                  </a:lnTo>
                  <a:cubicBezTo>
                    <a:pt x="7283" y="48"/>
                    <a:pt x="7290" y="48"/>
                    <a:pt x="7294" y="49"/>
                  </a:cubicBezTo>
                  <a:cubicBezTo>
                    <a:pt x="7207" y="47"/>
                    <a:pt x="7107" y="48"/>
                    <a:pt x="7031" y="48"/>
                  </a:cubicBezTo>
                  <a:cubicBezTo>
                    <a:pt x="7017" y="53"/>
                    <a:pt x="6844" y="50"/>
                    <a:pt x="6782" y="53"/>
                  </a:cubicBezTo>
                  <a:cubicBezTo>
                    <a:pt x="6799" y="52"/>
                    <a:pt x="6808" y="49"/>
                    <a:pt x="6798" y="48"/>
                  </a:cubicBezTo>
                  <a:cubicBezTo>
                    <a:pt x="6811" y="47"/>
                    <a:pt x="6840" y="45"/>
                    <a:pt x="6871" y="46"/>
                  </a:cubicBezTo>
                  <a:cubicBezTo>
                    <a:pt x="6876" y="47"/>
                    <a:pt x="6914" y="48"/>
                    <a:pt x="6889" y="49"/>
                  </a:cubicBezTo>
                  <a:cubicBezTo>
                    <a:pt x="6975" y="48"/>
                    <a:pt x="6878" y="46"/>
                    <a:pt x="6903" y="44"/>
                  </a:cubicBezTo>
                  <a:cubicBezTo>
                    <a:pt x="6808" y="44"/>
                    <a:pt x="6752" y="48"/>
                    <a:pt x="6692" y="49"/>
                  </a:cubicBezTo>
                  <a:lnTo>
                    <a:pt x="6690" y="48"/>
                  </a:lnTo>
                  <a:lnTo>
                    <a:pt x="6645" y="49"/>
                  </a:lnTo>
                  <a:cubicBezTo>
                    <a:pt x="6682" y="50"/>
                    <a:pt x="6680" y="53"/>
                    <a:pt x="6632" y="52"/>
                  </a:cubicBezTo>
                  <a:lnTo>
                    <a:pt x="6638" y="52"/>
                  </a:lnTo>
                  <a:cubicBezTo>
                    <a:pt x="6611" y="50"/>
                    <a:pt x="6554" y="52"/>
                    <a:pt x="6511" y="51"/>
                  </a:cubicBezTo>
                  <a:lnTo>
                    <a:pt x="6483" y="53"/>
                  </a:lnTo>
                  <a:cubicBezTo>
                    <a:pt x="6440" y="53"/>
                    <a:pt x="6438" y="50"/>
                    <a:pt x="6424" y="48"/>
                  </a:cubicBezTo>
                  <a:cubicBezTo>
                    <a:pt x="6357" y="47"/>
                    <a:pt x="6319" y="50"/>
                    <a:pt x="6271" y="52"/>
                  </a:cubicBezTo>
                  <a:cubicBezTo>
                    <a:pt x="6250" y="50"/>
                    <a:pt x="6150" y="50"/>
                    <a:pt x="6203" y="48"/>
                  </a:cubicBezTo>
                  <a:cubicBezTo>
                    <a:pt x="6142" y="49"/>
                    <a:pt x="6154" y="57"/>
                    <a:pt x="6051" y="53"/>
                  </a:cubicBezTo>
                  <a:lnTo>
                    <a:pt x="6078" y="51"/>
                  </a:lnTo>
                  <a:cubicBezTo>
                    <a:pt x="5979" y="52"/>
                    <a:pt x="5838" y="54"/>
                    <a:pt x="5792" y="53"/>
                  </a:cubicBezTo>
                  <a:cubicBezTo>
                    <a:pt x="5829" y="48"/>
                    <a:pt x="5669" y="48"/>
                    <a:pt x="5651" y="43"/>
                  </a:cubicBezTo>
                  <a:cubicBezTo>
                    <a:pt x="5656" y="44"/>
                    <a:pt x="5619" y="44"/>
                    <a:pt x="5613" y="45"/>
                  </a:cubicBezTo>
                  <a:cubicBezTo>
                    <a:pt x="5605" y="44"/>
                    <a:pt x="5592" y="44"/>
                    <a:pt x="5577" y="45"/>
                  </a:cubicBezTo>
                  <a:cubicBezTo>
                    <a:pt x="5616" y="46"/>
                    <a:pt x="5550" y="50"/>
                    <a:pt x="5624" y="48"/>
                  </a:cubicBezTo>
                  <a:cubicBezTo>
                    <a:pt x="5587" y="51"/>
                    <a:pt x="5539" y="54"/>
                    <a:pt x="5457" y="54"/>
                  </a:cubicBezTo>
                  <a:lnTo>
                    <a:pt x="5458" y="52"/>
                  </a:lnTo>
                  <a:lnTo>
                    <a:pt x="5523" y="52"/>
                  </a:lnTo>
                  <a:cubicBezTo>
                    <a:pt x="5516" y="51"/>
                    <a:pt x="5549" y="51"/>
                    <a:pt x="5563" y="50"/>
                  </a:cubicBezTo>
                  <a:cubicBezTo>
                    <a:pt x="5443" y="49"/>
                    <a:pt x="5579" y="45"/>
                    <a:pt x="5456" y="46"/>
                  </a:cubicBezTo>
                  <a:cubicBezTo>
                    <a:pt x="5444" y="47"/>
                    <a:pt x="5452" y="46"/>
                    <a:pt x="5420" y="47"/>
                  </a:cubicBezTo>
                  <a:cubicBezTo>
                    <a:pt x="5435" y="47"/>
                    <a:pt x="5437" y="46"/>
                    <a:pt x="5413" y="45"/>
                  </a:cubicBezTo>
                  <a:lnTo>
                    <a:pt x="5390" y="47"/>
                  </a:lnTo>
                  <a:cubicBezTo>
                    <a:pt x="5347" y="44"/>
                    <a:pt x="5461" y="45"/>
                    <a:pt x="5424" y="42"/>
                  </a:cubicBezTo>
                  <a:cubicBezTo>
                    <a:pt x="5472" y="41"/>
                    <a:pt x="5554" y="40"/>
                    <a:pt x="5539" y="37"/>
                  </a:cubicBezTo>
                  <a:cubicBezTo>
                    <a:pt x="5461" y="36"/>
                    <a:pt x="5469" y="42"/>
                    <a:pt x="5388" y="41"/>
                  </a:cubicBezTo>
                  <a:lnTo>
                    <a:pt x="5379" y="40"/>
                  </a:lnTo>
                  <a:cubicBezTo>
                    <a:pt x="5351" y="41"/>
                    <a:pt x="5346" y="43"/>
                    <a:pt x="5330" y="44"/>
                  </a:cubicBezTo>
                  <a:cubicBezTo>
                    <a:pt x="5329" y="43"/>
                    <a:pt x="5322" y="43"/>
                    <a:pt x="5303" y="42"/>
                  </a:cubicBezTo>
                  <a:cubicBezTo>
                    <a:pt x="5255" y="45"/>
                    <a:pt x="5223" y="46"/>
                    <a:pt x="5179" y="49"/>
                  </a:cubicBezTo>
                  <a:cubicBezTo>
                    <a:pt x="5297" y="46"/>
                    <a:pt x="5280" y="51"/>
                    <a:pt x="5402" y="49"/>
                  </a:cubicBezTo>
                  <a:cubicBezTo>
                    <a:pt x="5383" y="49"/>
                    <a:pt x="5297" y="50"/>
                    <a:pt x="5292" y="53"/>
                  </a:cubicBezTo>
                  <a:lnTo>
                    <a:pt x="5293" y="51"/>
                  </a:lnTo>
                  <a:cubicBezTo>
                    <a:pt x="5253" y="52"/>
                    <a:pt x="5214" y="53"/>
                    <a:pt x="5164" y="53"/>
                  </a:cubicBezTo>
                  <a:lnTo>
                    <a:pt x="5194" y="51"/>
                  </a:lnTo>
                  <a:cubicBezTo>
                    <a:pt x="5128" y="53"/>
                    <a:pt x="5084" y="48"/>
                    <a:pt x="5032" y="52"/>
                  </a:cubicBezTo>
                  <a:cubicBezTo>
                    <a:pt x="5051" y="52"/>
                    <a:pt x="5065" y="52"/>
                    <a:pt x="5077" y="52"/>
                  </a:cubicBezTo>
                  <a:cubicBezTo>
                    <a:pt x="5043" y="53"/>
                    <a:pt x="5000" y="52"/>
                    <a:pt x="4963" y="52"/>
                  </a:cubicBezTo>
                  <a:lnTo>
                    <a:pt x="4887" y="56"/>
                  </a:lnTo>
                  <a:cubicBezTo>
                    <a:pt x="4887" y="55"/>
                    <a:pt x="4839" y="55"/>
                    <a:pt x="4862" y="53"/>
                  </a:cubicBezTo>
                  <a:cubicBezTo>
                    <a:pt x="4807" y="51"/>
                    <a:pt x="4781" y="55"/>
                    <a:pt x="4749" y="55"/>
                  </a:cubicBezTo>
                  <a:cubicBezTo>
                    <a:pt x="4693" y="53"/>
                    <a:pt x="4798" y="54"/>
                    <a:pt x="4804" y="51"/>
                  </a:cubicBezTo>
                  <a:cubicBezTo>
                    <a:pt x="4726" y="50"/>
                    <a:pt x="4644" y="51"/>
                    <a:pt x="4600" y="53"/>
                  </a:cubicBezTo>
                  <a:cubicBezTo>
                    <a:pt x="4616" y="54"/>
                    <a:pt x="4623" y="54"/>
                    <a:pt x="4623" y="55"/>
                  </a:cubicBezTo>
                  <a:cubicBezTo>
                    <a:pt x="4620" y="54"/>
                    <a:pt x="4589" y="54"/>
                    <a:pt x="4572" y="54"/>
                  </a:cubicBezTo>
                  <a:lnTo>
                    <a:pt x="4560" y="55"/>
                  </a:lnTo>
                  <a:cubicBezTo>
                    <a:pt x="4530" y="55"/>
                    <a:pt x="4535" y="54"/>
                    <a:pt x="4559" y="53"/>
                  </a:cubicBezTo>
                  <a:cubicBezTo>
                    <a:pt x="4532" y="52"/>
                    <a:pt x="4498" y="55"/>
                    <a:pt x="4470" y="53"/>
                  </a:cubicBezTo>
                  <a:cubicBezTo>
                    <a:pt x="4517" y="52"/>
                    <a:pt x="4578" y="53"/>
                    <a:pt x="4602" y="52"/>
                  </a:cubicBezTo>
                  <a:cubicBezTo>
                    <a:pt x="4503" y="53"/>
                    <a:pt x="4503" y="48"/>
                    <a:pt x="4377" y="50"/>
                  </a:cubicBezTo>
                  <a:cubicBezTo>
                    <a:pt x="4375" y="49"/>
                    <a:pt x="4397" y="48"/>
                    <a:pt x="4372" y="48"/>
                  </a:cubicBezTo>
                  <a:cubicBezTo>
                    <a:pt x="4316" y="48"/>
                    <a:pt x="4358" y="51"/>
                    <a:pt x="4340" y="52"/>
                  </a:cubicBezTo>
                  <a:cubicBezTo>
                    <a:pt x="4383" y="51"/>
                    <a:pt x="4404" y="52"/>
                    <a:pt x="4429" y="54"/>
                  </a:cubicBezTo>
                  <a:lnTo>
                    <a:pt x="4417" y="55"/>
                  </a:lnTo>
                  <a:cubicBezTo>
                    <a:pt x="4415" y="54"/>
                    <a:pt x="4388" y="54"/>
                    <a:pt x="4380" y="54"/>
                  </a:cubicBezTo>
                  <a:lnTo>
                    <a:pt x="4373" y="56"/>
                  </a:lnTo>
                  <a:cubicBezTo>
                    <a:pt x="4376" y="54"/>
                    <a:pt x="4333" y="52"/>
                    <a:pt x="4299" y="53"/>
                  </a:cubicBezTo>
                  <a:cubicBezTo>
                    <a:pt x="4333" y="54"/>
                    <a:pt x="4324" y="54"/>
                    <a:pt x="4334" y="57"/>
                  </a:cubicBezTo>
                  <a:cubicBezTo>
                    <a:pt x="4286" y="60"/>
                    <a:pt x="4279" y="55"/>
                    <a:pt x="4226" y="58"/>
                  </a:cubicBezTo>
                  <a:cubicBezTo>
                    <a:pt x="4230" y="57"/>
                    <a:pt x="4277" y="56"/>
                    <a:pt x="4236" y="56"/>
                  </a:cubicBezTo>
                  <a:cubicBezTo>
                    <a:pt x="4203" y="56"/>
                    <a:pt x="4207" y="57"/>
                    <a:pt x="4184" y="58"/>
                  </a:cubicBezTo>
                  <a:cubicBezTo>
                    <a:pt x="4210" y="56"/>
                    <a:pt x="4203" y="54"/>
                    <a:pt x="4231" y="52"/>
                  </a:cubicBezTo>
                  <a:cubicBezTo>
                    <a:pt x="4290" y="52"/>
                    <a:pt x="4255" y="52"/>
                    <a:pt x="4313" y="51"/>
                  </a:cubicBezTo>
                  <a:lnTo>
                    <a:pt x="4264" y="49"/>
                  </a:lnTo>
                  <a:cubicBezTo>
                    <a:pt x="4314" y="49"/>
                    <a:pt x="4301" y="47"/>
                    <a:pt x="4305" y="46"/>
                  </a:cubicBezTo>
                  <a:cubicBezTo>
                    <a:pt x="4218" y="44"/>
                    <a:pt x="4240" y="49"/>
                    <a:pt x="4184" y="49"/>
                  </a:cubicBezTo>
                  <a:cubicBezTo>
                    <a:pt x="4157" y="50"/>
                    <a:pt x="4236" y="49"/>
                    <a:pt x="4194" y="51"/>
                  </a:cubicBezTo>
                  <a:cubicBezTo>
                    <a:pt x="4142" y="50"/>
                    <a:pt x="4182" y="52"/>
                    <a:pt x="4124" y="53"/>
                  </a:cubicBezTo>
                  <a:lnTo>
                    <a:pt x="4134" y="52"/>
                  </a:lnTo>
                  <a:cubicBezTo>
                    <a:pt x="4116" y="51"/>
                    <a:pt x="4099" y="52"/>
                    <a:pt x="4078" y="53"/>
                  </a:cubicBezTo>
                  <a:cubicBezTo>
                    <a:pt x="4055" y="53"/>
                    <a:pt x="4104" y="60"/>
                    <a:pt x="4010" y="60"/>
                  </a:cubicBezTo>
                  <a:cubicBezTo>
                    <a:pt x="4015" y="60"/>
                    <a:pt x="4017" y="59"/>
                    <a:pt x="4017" y="59"/>
                  </a:cubicBezTo>
                  <a:lnTo>
                    <a:pt x="4108" y="41"/>
                  </a:lnTo>
                  <a:cubicBezTo>
                    <a:pt x="4013" y="41"/>
                    <a:pt x="3904" y="41"/>
                    <a:pt x="3795" y="40"/>
                  </a:cubicBezTo>
                  <a:cubicBezTo>
                    <a:pt x="3769" y="37"/>
                    <a:pt x="3873" y="37"/>
                    <a:pt x="3866" y="36"/>
                  </a:cubicBezTo>
                  <a:lnTo>
                    <a:pt x="3916" y="36"/>
                  </a:lnTo>
                  <a:cubicBezTo>
                    <a:pt x="3913" y="38"/>
                    <a:pt x="3812" y="37"/>
                    <a:pt x="3857" y="39"/>
                  </a:cubicBezTo>
                  <a:cubicBezTo>
                    <a:pt x="3945" y="38"/>
                    <a:pt x="3985" y="40"/>
                    <a:pt x="4068" y="37"/>
                  </a:cubicBezTo>
                  <a:cubicBezTo>
                    <a:pt x="4042" y="33"/>
                    <a:pt x="3958" y="37"/>
                    <a:pt x="3904" y="35"/>
                  </a:cubicBezTo>
                  <a:cubicBezTo>
                    <a:pt x="3927" y="35"/>
                    <a:pt x="3946" y="35"/>
                    <a:pt x="3965" y="34"/>
                  </a:cubicBezTo>
                  <a:lnTo>
                    <a:pt x="3801" y="33"/>
                  </a:lnTo>
                  <a:lnTo>
                    <a:pt x="3788" y="34"/>
                  </a:lnTo>
                  <a:lnTo>
                    <a:pt x="3858" y="34"/>
                  </a:lnTo>
                  <a:cubicBezTo>
                    <a:pt x="3806" y="34"/>
                    <a:pt x="3762" y="36"/>
                    <a:pt x="3758" y="39"/>
                  </a:cubicBezTo>
                  <a:lnTo>
                    <a:pt x="3768" y="39"/>
                  </a:lnTo>
                  <a:lnTo>
                    <a:pt x="3749" y="40"/>
                  </a:lnTo>
                  <a:lnTo>
                    <a:pt x="3713" y="39"/>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315" name="Freeform 64"/>
            <p:cNvSpPr/>
            <p:nvPr/>
          </p:nvSpPr>
          <p:spPr bwMode="invGray">
            <a:xfrm>
              <a:off x="5080445" y="8337958"/>
              <a:ext cx="80984" cy="6984"/>
            </a:xfrm>
            <a:custGeom>
              <a:avLst/>
              <a:gdLst>
                <a:gd name="T0" fmla="*/ 19 w 66"/>
                <a:gd name="T1" fmla="*/ 2 h 2"/>
                <a:gd name="T2" fmla="*/ 19 w 66"/>
                <a:gd name="T3" fmla="*/ 2 h 2"/>
                <a:gd name="T4" fmla="*/ 60 w 66"/>
                <a:gd name="T5" fmla="*/ 0 h 2"/>
                <a:gd name="T6" fmla="*/ 19 w 66"/>
                <a:gd name="T7" fmla="*/ 2 h 2"/>
              </a:gdLst>
              <a:ahLst/>
              <a:cxnLst>
                <a:cxn ang="0">
                  <a:pos x="T0" y="T1"/>
                </a:cxn>
                <a:cxn ang="0">
                  <a:pos x="T2" y="T3"/>
                </a:cxn>
                <a:cxn ang="0">
                  <a:pos x="T4" y="T5"/>
                </a:cxn>
                <a:cxn ang="0">
                  <a:pos x="T6" y="T7"/>
                </a:cxn>
              </a:cxnLst>
              <a:rect l="0" t="0" r="r" b="b"/>
              <a:pathLst>
                <a:path w="66" h="2">
                  <a:moveTo>
                    <a:pt x="19" y="2"/>
                  </a:moveTo>
                  <a:lnTo>
                    <a:pt x="19" y="2"/>
                  </a:lnTo>
                  <a:cubicBezTo>
                    <a:pt x="33" y="2"/>
                    <a:pt x="66" y="2"/>
                    <a:pt x="60" y="0"/>
                  </a:cubicBezTo>
                  <a:cubicBezTo>
                    <a:pt x="60" y="2"/>
                    <a:pt x="0" y="0"/>
                    <a:pt x="19" y="2"/>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316" name="Freeform 65"/>
            <p:cNvSpPr/>
            <p:nvPr/>
          </p:nvSpPr>
          <p:spPr bwMode="invGray">
            <a:xfrm>
              <a:off x="5121948" y="8349599"/>
              <a:ext cx="50615" cy="2328"/>
            </a:xfrm>
            <a:custGeom>
              <a:avLst/>
              <a:gdLst>
                <a:gd name="T0" fmla="*/ 25 w 41"/>
                <a:gd name="T1" fmla="*/ 1 h 1"/>
                <a:gd name="T2" fmla="*/ 25 w 41"/>
                <a:gd name="T3" fmla="*/ 1 h 1"/>
                <a:gd name="T4" fmla="*/ 41 w 41"/>
                <a:gd name="T5" fmla="*/ 0 h 1"/>
                <a:gd name="T6" fmla="*/ 0 w 41"/>
                <a:gd name="T7" fmla="*/ 0 h 1"/>
                <a:gd name="T8" fmla="*/ 25 w 41"/>
                <a:gd name="T9" fmla="*/ 1 h 1"/>
              </a:gdLst>
              <a:ahLst/>
              <a:cxnLst>
                <a:cxn ang="0">
                  <a:pos x="T0" y="T1"/>
                </a:cxn>
                <a:cxn ang="0">
                  <a:pos x="T2" y="T3"/>
                </a:cxn>
                <a:cxn ang="0">
                  <a:pos x="T4" y="T5"/>
                </a:cxn>
                <a:cxn ang="0">
                  <a:pos x="T6" y="T7"/>
                </a:cxn>
                <a:cxn ang="0">
                  <a:pos x="T8" y="T9"/>
                </a:cxn>
              </a:cxnLst>
              <a:rect l="0" t="0" r="r" b="b"/>
              <a:pathLst>
                <a:path w="41" h="1">
                  <a:moveTo>
                    <a:pt x="25" y="1"/>
                  </a:moveTo>
                  <a:lnTo>
                    <a:pt x="25" y="1"/>
                  </a:lnTo>
                  <a:cubicBezTo>
                    <a:pt x="27" y="1"/>
                    <a:pt x="26" y="0"/>
                    <a:pt x="41" y="0"/>
                  </a:cubicBezTo>
                  <a:lnTo>
                    <a:pt x="0" y="0"/>
                  </a:lnTo>
                  <a:lnTo>
                    <a:pt x="25" y="1"/>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317" name="Freeform 66"/>
            <p:cNvSpPr/>
            <p:nvPr/>
          </p:nvSpPr>
          <p:spPr bwMode="invGray">
            <a:xfrm>
              <a:off x="5201920" y="8382195"/>
              <a:ext cx="158931" cy="23283"/>
            </a:xfrm>
            <a:custGeom>
              <a:avLst/>
              <a:gdLst>
                <a:gd name="T0" fmla="*/ 2 w 130"/>
                <a:gd name="T1" fmla="*/ 3 h 7"/>
                <a:gd name="T2" fmla="*/ 2 w 130"/>
                <a:gd name="T3" fmla="*/ 3 h 7"/>
                <a:gd name="T4" fmla="*/ 70 w 130"/>
                <a:gd name="T5" fmla="*/ 2 h 7"/>
                <a:gd name="T6" fmla="*/ 0 w 130"/>
                <a:gd name="T7" fmla="*/ 6 h 7"/>
                <a:gd name="T8" fmla="*/ 130 w 130"/>
                <a:gd name="T9" fmla="*/ 4 h 7"/>
                <a:gd name="T10" fmla="*/ 2 w 130"/>
                <a:gd name="T11" fmla="*/ 3 h 7"/>
              </a:gdLst>
              <a:ahLst/>
              <a:cxnLst>
                <a:cxn ang="0">
                  <a:pos x="T0" y="T1"/>
                </a:cxn>
                <a:cxn ang="0">
                  <a:pos x="T2" y="T3"/>
                </a:cxn>
                <a:cxn ang="0">
                  <a:pos x="T4" y="T5"/>
                </a:cxn>
                <a:cxn ang="0">
                  <a:pos x="T6" y="T7"/>
                </a:cxn>
                <a:cxn ang="0">
                  <a:pos x="T8" y="T9"/>
                </a:cxn>
                <a:cxn ang="0">
                  <a:pos x="T10" y="T11"/>
                </a:cxn>
              </a:cxnLst>
              <a:rect l="0" t="0" r="r" b="b"/>
              <a:pathLst>
                <a:path w="130" h="7">
                  <a:moveTo>
                    <a:pt x="2" y="3"/>
                  </a:moveTo>
                  <a:lnTo>
                    <a:pt x="2" y="3"/>
                  </a:lnTo>
                  <a:cubicBezTo>
                    <a:pt x="23" y="2"/>
                    <a:pt x="37" y="1"/>
                    <a:pt x="70" y="2"/>
                  </a:cubicBezTo>
                  <a:cubicBezTo>
                    <a:pt x="82" y="6"/>
                    <a:pt x="15" y="2"/>
                    <a:pt x="0" y="6"/>
                  </a:cubicBezTo>
                  <a:cubicBezTo>
                    <a:pt x="61" y="7"/>
                    <a:pt x="80" y="4"/>
                    <a:pt x="130" y="4"/>
                  </a:cubicBezTo>
                  <a:cubicBezTo>
                    <a:pt x="106" y="2"/>
                    <a:pt x="4" y="0"/>
                    <a:pt x="2" y="3"/>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318" name="Freeform 67"/>
            <p:cNvSpPr/>
            <p:nvPr/>
          </p:nvSpPr>
          <p:spPr bwMode="invGray">
            <a:xfrm>
              <a:off x="5166490" y="8405478"/>
              <a:ext cx="46566" cy="2328"/>
            </a:xfrm>
            <a:custGeom>
              <a:avLst/>
              <a:gdLst>
                <a:gd name="T0" fmla="*/ 4 w 38"/>
                <a:gd name="T1" fmla="*/ 1 h 1"/>
                <a:gd name="T2" fmla="*/ 4 w 38"/>
                <a:gd name="T3" fmla="*/ 1 h 1"/>
                <a:gd name="T4" fmla="*/ 38 w 38"/>
                <a:gd name="T5" fmla="*/ 0 h 1"/>
                <a:gd name="T6" fmla="*/ 34 w 38"/>
                <a:gd name="T7" fmla="*/ 0 h 1"/>
                <a:gd name="T8" fmla="*/ 0 w 38"/>
                <a:gd name="T9" fmla="*/ 1 h 1"/>
                <a:gd name="T10" fmla="*/ 4 w 38"/>
                <a:gd name="T11" fmla="*/ 1 h 1"/>
              </a:gdLst>
              <a:ahLst/>
              <a:cxnLst>
                <a:cxn ang="0">
                  <a:pos x="T0" y="T1"/>
                </a:cxn>
                <a:cxn ang="0">
                  <a:pos x="T2" y="T3"/>
                </a:cxn>
                <a:cxn ang="0">
                  <a:pos x="T4" y="T5"/>
                </a:cxn>
                <a:cxn ang="0">
                  <a:pos x="T6" y="T7"/>
                </a:cxn>
                <a:cxn ang="0">
                  <a:pos x="T8" y="T9"/>
                </a:cxn>
                <a:cxn ang="0">
                  <a:pos x="T10" y="T11"/>
                </a:cxn>
              </a:cxnLst>
              <a:rect l="0" t="0" r="r" b="b"/>
              <a:pathLst>
                <a:path w="38" h="1">
                  <a:moveTo>
                    <a:pt x="4" y="1"/>
                  </a:moveTo>
                  <a:lnTo>
                    <a:pt x="4" y="1"/>
                  </a:lnTo>
                  <a:lnTo>
                    <a:pt x="38" y="0"/>
                  </a:lnTo>
                  <a:lnTo>
                    <a:pt x="34" y="0"/>
                  </a:lnTo>
                  <a:lnTo>
                    <a:pt x="0" y="1"/>
                  </a:lnTo>
                  <a:lnTo>
                    <a:pt x="4" y="1"/>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319" name="Freeform 68"/>
            <p:cNvSpPr/>
            <p:nvPr/>
          </p:nvSpPr>
          <p:spPr bwMode="invGray">
            <a:xfrm>
              <a:off x="4227079" y="8270435"/>
              <a:ext cx="42516" cy="6984"/>
            </a:xfrm>
            <a:custGeom>
              <a:avLst/>
              <a:gdLst>
                <a:gd name="T0" fmla="*/ 35 w 35"/>
                <a:gd name="T1" fmla="*/ 2 h 2"/>
                <a:gd name="T2" fmla="*/ 35 w 35"/>
                <a:gd name="T3" fmla="*/ 2 h 2"/>
                <a:gd name="T4" fmla="*/ 0 w 35"/>
                <a:gd name="T5" fmla="*/ 2 h 2"/>
                <a:gd name="T6" fmla="*/ 35 w 35"/>
                <a:gd name="T7" fmla="*/ 2 h 2"/>
              </a:gdLst>
              <a:ahLst/>
              <a:cxnLst>
                <a:cxn ang="0">
                  <a:pos x="T0" y="T1"/>
                </a:cxn>
                <a:cxn ang="0">
                  <a:pos x="T2" y="T3"/>
                </a:cxn>
                <a:cxn ang="0">
                  <a:pos x="T4" y="T5"/>
                </a:cxn>
                <a:cxn ang="0">
                  <a:pos x="T6" y="T7"/>
                </a:cxn>
              </a:cxnLst>
              <a:rect l="0" t="0" r="r" b="b"/>
              <a:pathLst>
                <a:path w="35" h="2">
                  <a:moveTo>
                    <a:pt x="35" y="2"/>
                  </a:moveTo>
                  <a:lnTo>
                    <a:pt x="35" y="2"/>
                  </a:lnTo>
                  <a:cubicBezTo>
                    <a:pt x="32" y="0"/>
                    <a:pt x="11" y="1"/>
                    <a:pt x="0" y="2"/>
                  </a:cubicBezTo>
                  <a:cubicBezTo>
                    <a:pt x="9" y="2"/>
                    <a:pt x="22" y="2"/>
                    <a:pt x="35" y="2"/>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320" name="Freeform 69"/>
            <p:cNvSpPr/>
            <p:nvPr/>
          </p:nvSpPr>
          <p:spPr bwMode="invGray">
            <a:xfrm>
              <a:off x="-4222545" y="8277422"/>
              <a:ext cx="316849" cy="2328"/>
            </a:xfrm>
            <a:custGeom>
              <a:avLst/>
              <a:gdLst>
                <a:gd name="T0" fmla="*/ 259 w 259"/>
                <a:gd name="T1" fmla="*/ 0 h 1"/>
                <a:gd name="T2" fmla="*/ 259 w 259"/>
                <a:gd name="T3" fmla="*/ 0 h 1"/>
                <a:gd name="T4" fmla="*/ 0 w 259"/>
                <a:gd name="T5" fmla="*/ 1 h 1"/>
                <a:gd name="T6" fmla="*/ 259 w 259"/>
                <a:gd name="T7" fmla="*/ 0 h 1"/>
              </a:gdLst>
              <a:ahLst/>
              <a:cxnLst>
                <a:cxn ang="0">
                  <a:pos x="T0" y="T1"/>
                </a:cxn>
                <a:cxn ang="0">
                  <a:pos x="T2" y="T3"/>
                </a:cxn>
                <a:cxn ang="0">
                  <a:pos x="T4" y="T5"/>
                </a:cxn>
                <a:cxn ang="0">
                  <a:pos x="T6" y="T7"/>
                </a:cxn>
              </a:cxnLst>
              <a:rect l="0" t="0" r="r" b="b"/>
              <a:pathLst>
                <a:path w="259" h="1">
                  <a:moveTo>
                    <a:pt x="259" y="0"/>
                  </a:moveTo>
                  <a:lnTo>
                    <a:pt x="259" y="0"/>
                  </a:lnTo>
                  <a:lnTo>
                    <a:pt x="0" y="1"/>
                  </a:lnTo>
                  <a:lnTo>
                    <a:pt x="259" y="0"/>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321" name="Freeform 70"/>
            <p:cNvSpPr/>
            <p:nvPr/>
          </p:nvSpPr>
          <p:spPr bwMode="invGray">
            <a:xfrm>
              <a:off x="3179354" y="8272765"/>
              <a:ext cx="247000" cy="20954"/>
            </a:xfrm>
            <a:custGeom>
              <a:avLst/>
              <a:gdLst>
                <a:gd name="T0" fmla="*/ 30 w 202"/>
                <a:gd name="T1" fmla="*/ 6 h 6"/>
                <a:gd name="T2" fmla="*/ 30 w 202"/>
                <a:gd name="T3" fmla="*/ 6 h 6"/>
                <a:gd name="T4" fmla="*/ 202 w 202"/>
                <a:gd name="T5" fmla="*/ 3 h 6"/>
                <a:gd name="T6" fmla="*/ 0 w 202"/>
                <a:gd name="T7" fmla="*/ 3 h 6"/>
                <a:gd name="T8" fmla="*/ 30 w 202"/>
                <a:gd name="T9" fmla="*/ 6 h 6"/>
              </a:gdLst>
              <a:ahLst/>
              <a:cxnLst>
                <a:cxn ang="0">
                  <a:pos x="T0" y="T1"/>
                </a:cxn>
                <a:cxn ang="0">
                  <a:pos x="T2" y="T3"/>
                </a:cxn>
                <a:cxn ang="0">
                  <a:pos x="T4" y="T5"/>
                </a:cxn>
                <a:cxn ang="0">
                  <a:pos x="T6" y="T7"/>
                </a:cxn>
                <a:cxn ang="0">
                  <a:pos x="T8" y="T9"/>
                </a:cxn>
              </a:cxnLst>
              <a:rect l="0" t="0" r="r" b="b"/>
              <a:pathLst>
                <a:path w="201" h="6">
                  <a:moveTo>
                    <a:pt x="30" y="6"/>
                  </a:moveTo>
                  <a:lnTo>
                    <a:pt x="30" y="6"/>
                  </a:lnTo>
                  <a:cubicBezTo>
                    <a:pt x="100" y="5"/>
                    <a:pt x="131" y="3"/>
                    <a:pt x="202" y="3"/>
                  </a:cubicBezTo>
                  <a:cubicBezTo>
                    <a:pt x="109" y="0"/>
                    <a:pt x="79" y="6"/>
                    <a:pt x="0" y="3"/>
                  </a:cubicBezTo>
                  <a:lnTo>
                    <a:pt x="30" y="6"/>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322" name="Freeform 71"/>
            <p:cNvSpPr/>
            <p:nvPr/>
          </p:nvSpPr>
          <p:spPr bwMode="invGray">
            <a:xfrm>
              <a:off x="3181379" y="8258794"/>
              <a:ext cx="91107" cy="13970"/>
            </a:xfrm>
            <a:custGeom>
              <a:avLst/>
              <a:gdLst>
                <a:gd name="T0" fmla="*/ 54 w 75"/>
                <a:gd name="T1" fmla="*/ 0 h 4"/>
                <a:gd name="T2" fmla="*/ 54 w 75"/>
                <a:gd name="T3" fmla="*/ 0 h 4"/>
                <a:gd name="T4" fmla="*/ 10 w 75"/>
                <a:gd name="T5" fmla="*/ 4 h 4"/>
                <a:gd name="T6" fmla="*/ 75 w 75"/>
                <a:gd name="T7" fmla="*/ 2 h 4"/>
                <a:gd name="T8" fmla="*/ 54 w 75"/>
                <a:gd name="T9" fmla="*/ 0 h 4"/>
              </a:gdLst>
              <a:ahLst/>
              <a:cxnLst>
                <a:cxn ang="0">
                  <a:pos x="T0" y="T1"/>
                </a:cxn>
                <a:cxn ang="0">
                  <a:pos x="T2" y="T3"/>
                </a:cxn>
                <a:cxn ang="0">
                  <a:pos x="T4" y="T5"/>
                </a:cxn>
                <a:cxn ang="0">
                  <a:pos x="T6" y="T7"/>
                </a:cxn>
                <a:cxn ang="0">
                  <a:pos x="T8" y="T9"/>
                </a:cxn>
              </a:cxnLst>
              <a:rect l="0" t="0" r="r" b="b"/>
              <a:pathLst>
                <a:path w="75" h="4">
                  <a:moveTo>
                    <a:pt x="54" y="0"/>
                  </a:moveTo>
                  <a:lnTo>
                    <a:pt x="54" y="0"/>
                  </a:lnTo>
                  <a:cubicBezTo>
                    <a:pt x="65" y="2"/>
                    <a:pt x="0" y="3"/>
                    <a:pt x="10" y="4"/>
                  </a:cubicBezTo>
                  <a:cubicBezTo>
                    <a:pt x="57" y="4"/>
                    <a:pt x="32" y="2"/>
                    <a:pt x="75" y="2"/>
                  </a:cubicBezTo>
                  <a:lnTo>
                    <a:pt x="54" y="0"/>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323" name="Freeform 72"/>
            <p:cNvSpPr/>
            <p:nvPr/>
          </p:nvSpPr>
          <p:spPr bwMode="invGray">
            <a:xfrm>
              <a:off x="3606543" y="8393836"/>
              <a:ext cx="25308" cy="4657"/>
            </a:xfrm>
            <a:custGeom>
              <a:avLst/>
              <a:gdLst>
                <a:gd name="T0" fmla="*/ 21 w 21"/>
                <a:gd name="T1" fmla="*/ 0 h 1"/>
                <a:gd name="T2" fmla="*/ 21 w 21"/>
                <a:gd name="T3" fmla="*/ 0 h 1"/>
                <a:gd name="T4" fmla="*/ 0 w 21"/>
                <a:gd name="T5" fmla="*/ 1 h 1"/>
                <a:gd name="T6" fmla="*/ 17 w 21"/>
                <a:gd name="T7" fmla="*/ 1 h 1"/>
                <a:gd name="T8" fmla="*/ 21 w 21"/>
                <a:gd name="T9" fmla="*/ 0 h 1"/>
              </a:gdLst>
              <a:ahLst/>
              <a:cxnLst>
                <a:cxn ang="0">
                  <a:pos x="T0" y="T1"/>
                </a:cxn>
                <a:cxn ang="0">
                  <a:pos x="T2" y="T3"/>
                </a:cxn>
                <a:cxn ang="0">
                  <a:pos x="T4" y="T5"/>
                </a:cxn>
                <a:cxn ang="0">
                  <a:pos x="T6" y="T7"/>
                </a:cxn>
                <a:cxn ang="0">
                  <a:pos x="T8" y="T9"/>
                </a:cxn>
              </a:cxnLst>
              <a:rect l="0" t="0" r="r" b="b"/>
              <a:pathLst>
                <a:path w="21" h="1">
                  <a:moveTo>
                    <a:pt x="21" y="0"/>
                  </a:moveTo>
                  <a:lnTo>
                    <a:pt x="21" y="0"/>
                  </a:lnTo>
                  <a:lnTo>
                    <a:pt x="0" y="1"/>
                  </a:lnTo>
                  <a:lnTo>
                    <a:pt x="17" y="1"/>
                  </a:lnTo>
                  <a:lnTo>
                    <a:pt x="21" y="0"/>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324" name="Freeform 73"/>
            <p:cNvSpPr/>
            <p:nvPr/>
          </p:nvSpPr>
          <p:spPr bwMode="invGray">
            <a:xfrm>
              <a:off x="2825051" y="8258794"/>
              <a:ext cx="42516" cy="4657"/>
            </a:xfrm>
            <a:custGeom>
              <a:avLst/>
              <a:gdLst>
                <a:gd name="T0" fmla="*/ 27 w 35"/>
                <a:gd name="T1" fmla="*/ 1 h 1"/>
                <a:gd name="T2" fmla="*/ 27 w 35"/>
                <a:gd name="T3" fmla="*/ 1 h 1"/>
                <a:gd name="T4" fmla="*/ 35 w 35"/>
                <a:gd name="T5" fmla="*/ 1 h 1"/>
                <a:gd name="T6" fmla="*/ 0 w 35"/>
                <a:gd name="T7" fmla="*/ 0 h 1"/>
                <a:gd name="T8" fmla="*/ 27 w 35"/>
                <a:gd name="T9" fmla="*/ 1 h 1"/>
              </a:gdLst>
              <a:ahLst/>
              <a:cxnLst>
                <a:cxn ang="0">
                  <a:pos x="T0" y="T1"/>
                </a:cxn>
                <a:cxn ang="0">
                  <a:pos x="T2" y="T3"/>
                </a:cxn>
                <a:cxn ang="0">
                  <a:pos x="T4" y="T5"/>
                </a:cxn>
                <a:cxn ang="0">
                  <a:pos x="T6" y="T7"/>
                </a:cxn>
                <a:cxn ang="0">
                  <a:pos x="T8" y="T9"/>
                </a:cxn>
              </a:cxnLst>
              <a:rect l="0" t="0" r="r" b="b"/>
              <a:pathLst>
                <a:path w="35" h="1">
                  <a:moveTo>
                    <a:pt x="27" y="1"/>
                  </a:moveTo>
                  <a:lnTo>
                    <a:pt x="27" y="1"/>
                  </a:lnTo>
                  <a:lnTo>
                    <a:pt x="35" y="1"/>
                  </a:lnTo>
                  <a:lnTo>
                    <a:pt x="0" y="0"/>
                  </a:lnTo>
                  <a:lnTo>
                    <a:pt x="27" y="1"/>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325" name="Freeform 74"/>
            <p:cNvSpPr/>
            <p:nvPr/>
          </p:nvSpPr>
          <p:spPr bwMode="invGray">
            <a:xfrm>
              <a:off x="2867568" y="8258794"/>
              <a:ext cx="10123" cy="4657"/>
            </a:xfrm>
            <a:custGeom>
              <a:avLst/>
              <a:gdLst>
                <a:gd name="T0" fmla="*/ 8 w 8"/>
                <a:gd name="T1" fmla="*/ 0 h 1"/>
                <a:gd name="T2" fmla="*/ 8 w 8"/>
                <a:gd name="T3" fmla="*/ 0 h 1"/>
                <a:gd name="T4" fmla="*/ 0 w 8"/>
                <a:gd name="T5" fmla="*/ 1 h 1"/>
                <a:gd name="T6" fmla="*/ 8 w 8"/>
                <a:gd name="T7" fmla="*/ 0 h 1"/>
              </a:gdLst>
              <a:ahLst/>
              <a:cxnLst>
                <a:cxn ang="0">
                  <a:pos x="T0" y="T1"/>
                </a:cxn>
                <a:cxn ang="0">
                  <a:pos x="T2" y="T3"/>
                </a:cxn>
                <a:cxn ang="0">
                  <a:pos x="T4" y="T5"/>
                </a:cxn>
                <a:cxn ang="0">
                  <a:pos x="T6" y="T7"/>
                </a:cxn>
              </a:cxnLst>
              <a:rect l="0" t="0" r="r" b="b"/>
              <a:pathLst>
                <a:path w="8" h="1">
                  <a:moveTo>
                    <a:pt x="8" y="0"/>
                  </a:moveTo>
                  <a:lnTo>
                    <a:pt x="8" y="0"/>
                  </a:lnTo>
                  <a:lnTo>
                    <a:pt x="0" y="1"/>
                  </a:lnTo>
                  <a:lnTo>
                    <a:pt x="8" y="0"/>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326" name="Freeform 75"/>
            <p:cNvSpPr/>
            <p:nvPr/>
          </p:nvSpPr>
          <p:spPr bwMode="invGray">
            <a:xfrm>
              <a:off x="3599457" y="8412465"/>
              <a:ext cx="57701" cy="2328"/>
            </a:xfrm>
            <a:custGeom>
              <a:avLst/>
              <a:gdLst>
                <a:gd name="T0" fmla="*/ 0 w 47"/>
                <a:gd name="T1" fmla="*/ 0 h 1"/>
                <a:gd name="T2" fmla="*/ 0 w 47"/>
                <a:gd name="T3" fmla="*/ 0 h 1"/>
                <a:gd name="T4" fmla="*/ 32 w 47"/>
                <a:gd name="T5" fmla="*/ 1 h 1"/>
                <a:gd name="T6" fmla="*/ 47 w 47"/>
                <a:gd name="T7" fmla="*/ 0 h 1"/>
                <a:gd name="T8" fmla="*/ 0 w 47"/>
                <a:gd name="T9" fmla="*/ 0 h 1"/>
              </a:gdLst>
              <a:ahLst/>
              <a:cxnLst>
                <a:cxn ang="0">
                  <a:pos x="T0" y="T1"/>
                </a:cxn>
                <a:cxn ang="0">
                  <a:pos x="T2" y="T3"/>
                </a:cxn>
                <a:cxn ang="0">
                  <a:pos x="T4" y="T5"/>
                </a:cxn>
                <a:cxn ang="0">
                  <a:pos x="T6" y="T7"/>
                </a:cxn>
                <a:cxn ang="0">
                  <a:pos x="T8" y="T9"/>
                </a:cxn>
              </a:cxnLst>
              <a:rect l="0" t="0" r="r" b="b"/>
              <a:pathLst>
                <a:path w="47" h="1">
                  <a:moveTo>
                    <a:pt x="0" y="0"/>
                  </a:moveTo>
                  <a:lnTo>
                    <a:pt x="0" y="0"/>
                  </a:lnTo>
                  <a:lnTo>
                    <a:pt x="32" y="1"/>
                  </a:lnTo>
                  <a:lnTo>
                    <a:pt x="47" y="0"/>
                  </a:lnTo>
                  <a:lnTo>
                    <a:pt x="0" y="0"/>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327" name="Freeform 76"/>
            <p:cNvSpPr/>
            <p:nvPr/>
          </p:nvSpPr>
          <p:spPr bwMode="invGray">
            <a:xfrm>
              <a:off x="3241104" y="8361242"/>
              <a:ext cx="53652" cy="4657"/>
            </a:xfrm>
            <a:custGeom>
              <a:avLst/>
              <a:gdLst>
                <a:gd name="T0" fmla="*/ 16 w 44"/>
                <a:gd name="T1" fmla="*/ 1 h 1"/>
                <a:gd name="T2" fmla="*/ 16 w 44"/>
                <a:gd name="T3" fmla="*/ 1 h 1"/>
                <a:gd name="T4" fmla="*/ 44 w 44"/>
                <a:gd name="T5" fmla="*/ 1 h 1"/>
                <a:gd name="T6" fmla="*/ 16 w 44"/>
                <a:gd name="T7" fmla="*/ 1 h 1"/>
              </a:gdLst>
              <a:ahLst/>
              <a:cxnLst>
                <a:cxn ang="0">
                  <a:pos x="T0" y="T1"/>
                </a:cxn>
                <a:cxn ang="0">
                  <a:pos x="T2" y="T3"/>
                </a:cxn>
                <a:cxn ang="0">
                  <a:pos x="T4" y="T5"/>
                </a:cxn>
                <a:cxn ang="0">
                  <a:pos x="T6" y="T7"/>
                </a:cxn>
              </a:cxnLst>
              <a:rect l="0" t="0" r="r" b="b"/>
              <a:pathLst>
                <a:path w="44" h="1">
                  <a:moveTo>
                    <a:pt x="16" y="1"/>
                  </a:moveTo>
                  <a:lnTo>
                    <a:pt x="16" y="1"/>
                  </a:lnTo>
                  <a:lnTo>
                    <a:pt x="44" y="1"/>
                  </a:lnTo>
                  <a:cubicBezTo>
                    <a:pt x="39" y="1"/>
                    <a:pt x="0" y="0"/>
                    <a:pt x="16" y="1"/>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328" name="Freeform 77"/>
            <p:cNvSpPr/>
            <p:nvPr/>
          </p:nvSpPr>
          <p:spPr bwMode="invGray">
            <a:xfrm>
              <a:off x="2555782" y="8258794"/>
              <a:ext cx="45554" cy="4657"/>
            </a:xfrm>
            <a:custGeom>
              <a:avLst/>
              <a:gdLst>
                <a:gd name="T0" fmla="*/ 34 w 37"/>
                <a:gd name="T1" fmla="*/ 0 h 1"/>
                <a:gd name="T2" fmla="*/ 34 w 37"/>
                <a:gd name="T3" fmla="*/ 0 h 1"/>
                <a:gd name="T4" fmla="*/ 0 w 37"/>
                <a:gd name="T5" fmla="*/ 1 h 1"/>
                <a:gd name="T6" fmla="*/ 3 w 37"/>
                <a:gd name="T7" fmla="*/ 1 h 1"/>
                <a:gd name="T8" fmla="*/ 37 w 37"/>
                <a:gd name="T9" fmla="*/ 0 h 1"/>
                <a:gd name="T10" fmla="*/ 34 w 37"/>
                <a:gd name="T11" fmla="*/ 0 h 1"/>
              </a:gdLst>
              <a:ahLst/>
              <a:cxnLst>
                <a:cxn ang="0">
                  <a:pos x="T0" y="T1"/>
                </a:cxn>
                <a:cxn ang="0">
                  <a:pos x="T2" y="T3"/>
                </a:cxn>
                <a:cxn ang="0">
                  <a:pos x="T4" y="T5"/>
                </a:cxn>
                <a:cxn ang="0">
                  <a:pos x="T6" y="T7"/>
                </a:cxn>
                <a:cxn ang="0">
                  <a:pos x="T8" y="T9"/>
                </a:cxn>
                <a:cxn ang="0">
                  <a:pos x="T10" y="T11"/>
                </a:cxn>
              </a:cxnLst>
              <a:rect l="0" t="0" r="r" b="b"/>
              <a:pathLst>
                <a:path w="37" h="1">
                  <a:moveTo>
                    <a:pt x="34" y="0"/>
                  </a:moveTo>
                  <a:lnTo>
                    <a:pt x="34" y="0"/>
                  </a:lnTo>
                  <a:lnTo>
                    <a:pt x="0" y="1"/>
                  </a:lnTo>
                  <a:lnTo>
                    <a:pt x="3" y="1"/>
                  </a:lnTo>
                  <a:lnTo>
                    <a:pt x="37" y="0"/>
                  </a:lnTo>
                  <a:lnTo>
                    <a:pt x="34" y="0"/>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329" name="Freeform 78"/>
            <p:cNvSpPr/>
            <p:nvPr/>
          </p:nvSpPr>
          <p:spPr bwMode="invGray">
            <a:xfrm>
              <a:off x="2923243" y="8389180"/>
              <a:ext cx="92119" cy="4657"/>
            </a:xfrm>
            <a:custGeom>
              <a:avLst/>
              <a:gdLst>
                <a:gd name="T0" fmla="*/ 56 w 76"/>
                <a:gd name="T1" fmla="*/ 0 h 2"/>
                <a:gd name="T2" fmla="*/ 56 w 76"/>
                <a:gd name="T3" fmla="*/ 0 h 2"/>
                <a:gd name="T4" fmla="*/ 40 w 76"/>
                <a:gd name="T5" fmla="*/ 2 h 2"/>
                <a:gd name="T6" fmla="*/ 56 w 76"/>
                <a:gd name="T7" fmla="*/ 0 h 2"/>
              </a:gdLst>
              <a:ahLst/>
              <a:cxnLst>
                <a:cxn ang="0">
                  <a:pos x="T0" y="T1"/>
                </a:cxn>
                <a:cxn ang="0">
                  <a:pos x="T2" y="T3"/>
                </a:cxn>
                <a:cxn ang="0">
                  <a:pos x="T4" y="T5"/>
                </a:cxn>
                <a:cxn ang="0">
                  <a:pos x="T6" y="T7"/>
                </a:cxn>
              </a:cxnLst>
              <a:rect l="0" t="0" r="r" b="b"/>
              <a:pathLst>
                <a:path w="76" h="2">
                  <a:moveTo>
                    <a:pt x="56" y="0"/>
                  </a:moveTo>
                  <a:lnTo>
                    <a:pt x="56" y="0"/>
                  </a:lnTo>
                  <a:cubicBezTo>
                    <a:pt x="76" y="2"/>
                    <a:pt x="0" y="0"/>
                    <a:pt x="40" y="2"/>
                  </a:cubicBezTo>
                  <a:cubicBezTo>
                    <a:pt x="76" y="2"/>
                    <a:pt x="61" y="1"/>
                    <a:pt x="56" y="0"/>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330" name="Freeform 79"/>
            <p:cNvSpPr/>
            <p:nvPr/>
          </p:nvSpPr>
          <p:spPr bwMode="invGray">
            <a:xfrm>
              <a:off x="2469735" y="8342614"/>
              <a:ext cx="17209" cy="2328"/>
            </a:xfrm>
            <a:custGeom>
              <a:avLst/>
              <a:gdLst>
                <a:gd name="T0" fmla="*/ 14 w 14"/>
                <a:gd name="T1" fmla="*/ 0 h 1"/>
                <a:gd name="T2" fmla="*/ 14 w 14"/>
                <a:gd name="T3" fmla="*/ 0 h 1"/>
                <a:gd name="T4" fmla="*/ 0 w 14"/>
                <a:gd name="T5" fmla="*/ 1 h 1"/>
                <a:gd name="T6" fmla="*/ 14 w 14"/>
                <a:gd name="T7" fmla="*/ 0 h 1"/>
              </a:gdLst>
              <a:ahLst/>
              <a:cxnLst>
                <a:cxn ang="0">
                  <a:pos x="T0" y="T1"/>
                </a:cxn>
                <a:cxn ang="0">
                  <a:pos x="T2" y="T3"/>
                </a:cxn>
                <a:cxn ang="0">
                  <a:pos x="T4" y="T5"/>
                </a:cxn>
                <a:cxn ang="0">
                  <a:pos x="T6" y="T7"/>
                </a:cxn>
              </a:cxnLst>
              <a:rect l="0" t="0" r="r" b="b"/>
              <a:pathLst>
                <a:path w="14" h="1">
                  <a:moveTo>
                    <a:pt x="14" y="0"/>
                  </a:moveTo>
                  <a:lnTo>
                    <a:pt x="14" y="0"/>
                  </a:lnTo>
                  <a:cubicBezTo>
                    <a:pt x="9" y="0"/>
                    <a:pt x="5" y="0"/>
                    <a:pt x="0" y="1"/>
                  </a:cubicBezTo>
                  <a:lnTo>
                    <a:pt x="14" y="0"/>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331" name="Freeform 80"/>
            <p:cNvSpPr/>
            <p:nvPr/>
          </p:nvSpPr>
          <p:spPr bwMode="invGray">
            <a:xfrm>
              <a:off x="2486945" y="8342614"/>
              <a:ext cx="49603" cy="2328"/>
            </a:xfrm>
            <a:custGeom>
              <a:avLst/>
              <a:gdLst>
                <a:gd name="T0" fmla="*/ 0 w 40"/>
                <a:gd name="T1" fmla="*/ 0 h 1"/>
                <a:gd name="T2" fmla="*/ 0 w 40"/>
                <a:gd name="T3" fmla="*/ 0 h 1"/>
                <a:gd name="T4" fmla="*/ 40 w 40"/>
                <a:gd name="T5" fmla="*/ 1 h 1"/>
                <a:gd name="T6" fmla="*/ 0 w 40"/>
                <a:gd name="T7" fmla="*/ 0 h 1"/>
              </a:gdLst>
              <a:ahLst/>
              <a:cxnLst>
                <a:cxn ang="0">
                  <a:pos x="T0" y="T1"/>
                </a:cxn>
                <a:cxn ang="0">
                  <a:pos x="T2" y="T3"/>
                </a:cxn>
                <a:cxn ang="0">
                  <a:pos x="T4" y="T5"/>
                </a:cxn>
                <a:cxn ang="0">
                  <a:pos x="T6" y="T7"/>
                </a:cxn>
              </a:cxnLst>
              <a:rect l="0" t="0" r="r" b="b"/>
              <a:pathLst>
                <a:path w="40" h="1">
                  <a:moveTo>
                    <a:pt x="0" y="0"/>
                  </a:moveTo>
                  <a:lnTo>
                    <a:pt x="0" y="0"/>
                  </a:lnTo>
                  <a:cubicBezTo>
                    <a:pt x="15" y="0"/>
                    <a:pt x="30" y="1"/>
                    <a:pt x="40" y="1"/>
                  </a:cubicBezTo>
                  <a:cubicBezTo>
                    <a:pt x="21" y="0"/>
                    <a:pt x="15" y="0"/>
                    <a:pt x="0" y="0"/>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332" name="Freeform 81"/>
            <p:cNvSpPr/>
            <p:nvPr/>
          </p:nvSpPr>
          <p:spPr bwMode="invGray">
            <a:xfrm>
              <a:off x="2273351" y="8337958"/>
              <a:ext cx="57701" cy="11641"/>
            </a:xfrm>
            <a:custGeom>
              <a:avLst/>
              <a:gdLst>
                <a:gd name="T0" fmla="*/ 5 w 47"/>
                <a:gd name="T1" fmla="*/ 2 h 3"/>
                <a:gd name="T2" fmla="*/ 5 w 47"/>
                <a:gd name="T3" fmla="*/ 2 h 3"/>
                <a:gd name="T4" fmla="*/ 18 w 47"/>
                <a:gd name="T5" fmla="*/ 2 h 3"/>
                <a:gd name="T6" fmla="*/ 23 w 47"/>
                <a:gd name="T7" fmla="*/ 2 h 3"/>
                <a:gd name="T8" fmla="*/ 38 w 47"/>
                <a:gd name="T9" fmla="*/ 1 h 3"/>
                <a:gd name="T10" fmla="*/ 47 w 47"/>
                <a:gd name="T11" fmla="*/ 0 h 3"/>
                <a:gd name="T12" fmla="*/ 35 w 47"/>
                <a:gd name="T13" fmla="*/ 1 h 3"/>
                <a:gd name="T14" fmla="*/ 5 w 47"/>
                <a:gd name="T15" fmla="*/ 2 h 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 h="3">
                  <a:moveTo>
                    <a:pt x="5" y="2"/>
                  </a:moveTo>
                  <a:lnTo>
                    <a:pt x="5" y="2"/>
                  </a:lnTo>
                  <a:lnTo>
                    <a:pt x="18" y="2"/>
                  </a:lnTo>
                  <a:cubicBezTo>
                    <a:pt x="4" y="3"/>
                    <a:pt x="11" y="3"/>
                    <a:pt x="23" y="2"/>
                  </a:cubicBezTo>
                  <a:cubicBezTo>
                    <a:pt x="37" y="2"/>
                    <a:pt x="37" y="1"/>
                    <a:pt x="38" y="1"/>
                  </a:cubicBezTo>
                  <a:lnTo>
                    <a:pt x="47" y="0"/>
                  </a:lnTo>
                  <a:lnTo>
                    <a:pt x="35" y="1"/>
                  </a:lnTo>
                  <a:cubicBezTo>
                    <a:pt x="13" y="1"/>
                    <a:pt x="0" y="1"/>
                    <a:pt x="5" y="2"/>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333" name="Freeform 82"/>
            <p:cNvSpPr/>
            <p:nvPr/>
          </p:nvSpPr>
          <p:spPr bwMode="invGray">
            <a:xfrm>
              <a:off x="1504007" y="8240167"/>
              <a:ext cx="157918" cy="9313"/>
            </a:xfrm>
            <a:custGeom>
              <a:avLst/>
              <a:gdLst>
                <a:gd name="T0" fmla="*/ 0 w 129"/>
                <a:gd name="T1" fmla="*/ 0 h 3"/>
                <a:gd name="T2" fmla="*/ 0 w 129"/>
                <a:gd name="T3" fmla="*/ 0 h 3"/>
                <a:gd name="T4" fmla="*/ 60 w 129"/>
                <a:gd name="T5" fmla="*/ 2 h 3"/>
                <a:gd name="T6" fmla="*/ 129 w 129"/>
                <a:gd name="T7" fmla="*/ 0 h 3"/>
                <a:gd name="T8" fmla="*/ 0 w 129"/>
                <a:gd name="T9" fmla="*/ 0 h 3"/>
              </a:gdLst>
              <a:ahLst/>
              <a:cxnLst>
                <a:cxn ang="0">
                  <a:pos x="T0" y="T1"/>
                </a:cxn>
                <a:cxn ang="0">
                  <a:pos x="T2" y="T3"/>
                </a:cxn>
                <a:cxn ang="0">
                  <a:pos x="T4" y="T5"/>
                </a:cxn>
                <a:cxn ang="0">
                  <a:pos x="T6" y="T7"/>
                </a:cxn>
                <a:cxn ang="0">
                  <a:pos x="T8" y="T9"/>
                </a:cxn>
              </a:cxnLst>
              <a:rect l="0" t="0" r="r" b="b"/>
              <a:pathLst>
                <a:path w="129" h="3">
                  <a:moveTo>
                    <a:pt x="0" y="0"/>
                  </a:moveTo>
                  <a:lnTo>
                    <a:pt x="0" y="0"/>
                  </a:lnTo>
                  <a:cubicBezTo>
                    <a:pt x="50" y="1"/>
                    <a:pt x="63" y="1"/>
                    <a:pt x="60" y="2"/>
                  </a:cubicBezTo>
                  <a:cubicBezTo>
                    <a:pt x="108" y="3"/>
                    <a:pt x="100" y="0"/>
                    <a:pt x="129" y="0"/>
                  </a:cubicBezTo>
                  <a:lnTo>
                    <a:pt x="0" y="0"/>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334" name="Freeform 83"/>
            <p:cNvSpPr/>
            <p:nvPr/>
          </p:nvSpPr>
          <p:spPr bwMode="invGray">
            <a:xfrm>
              <a:off x="1661925" y="8240168"/>
              <a:ext cx="21259" cy="0"/>
            </a:xfrm>
            <a:custGeom>
              <a:avLst/>
              <a:gdLst>
                <a:gd name="T0" fmla="*/ 0 w 18"/>
                <a:gd name="T1" fmla="*/ 0 w 18"/>
                <a:gd name="T2" fmla="*/ 18 w 18"/>
                <a:gd name="T3" fmla="*/ 0 w 18"/>
              </a:gdLst>
              <a:ahLst/>
              <a:cxnLst>
                <a:cxn ang="0">
                  <a:pos x="T0" y="0"/>
                </a:cxn>
                <a:cxn ang="0">
                  <a:pos x="T1" y="0"/>
                </a:cxn>
                <a:cxn ang="0">
                  <a:pos x="T2" y="0"/>
                </a:cxn>
                <a:cxn ang="0">
                  <a:pos x="T3" y="0"/>
                </a:cxn>
              </a:cxnLst>
              <a:rect l="0" t="0" r="r" b="b"/>
              <a:pathLst>
                <a:path w="18">
                  <a:moveTo>
                    <a:pt x="0" y="0"/>
                  </a:moveTo>
                  <a:lnTo>
                    <a:pt x="0" y="0"/>
                  </a:lnTo>
                  <a:lnTo>
                    <a:pt x="18" y="0"/>
                  </a:lnTo>
                  <a:lnTo>
                    <a:pt x="0" y="0"/>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335" name="Freeform 84"/>
            <p:cNvSpPr/>
            <p:nvPr/>
          </p:nvSpPr>
          <p:spPr bwMode="invGray">
            <a:xfrm>
              <a:off x="2484920" y="8398494"/>
              <a:ext cx="37455" cy="6984"/>
            </a:xfrm>
            <a:custGeom>
              <a:avLst/>
              <a:gdLst>
                <a:gd name="T0" fmla="*/ 31 w 31"/>
                <a:gd name="T1" fmla="*/ 0 h 2"/>
                <a:gd name="T2" fmla="*/ 31 w 31"/>
                <a:gd name="T3" fmla="*/ 0 h 2"/>
                <a:gd name="T4" fmla="*/ 0 w 31"/>
                <a:gd name="T5" fmla="*/ 2 h 2"/>
                <a:gd name="T6" fmla="*/ 11 w 31"/>
                <a:gd name="T7" fmla="*/ 2 h 2"/>
                <a:gd name="T8" fmla="*/ 31 w 31"/>
                <a:gd name="T9" fmla="*/ 0 h 2"/>
              </a:gdLst>
              <a:ahLst/>
              <a:cxnLst>
                <a:cxn ang="0">
                  <a:pos x="T0" y="T1"/>
                </a:cxn>
                <a:cxn ang="0">
                  <a:pos x="T2" y="T3"/>
                </a:cxn>
                <a:cxn ang="0">
                  <a:pos x="T4" y="T5"/>
                </a:cxn>
                <a:cxn ang="0">
                  <a:pos x="T6" y="T7"/>
                </a:cxn>
                <a:cxn ang="0">
                  <a:pos x="T8" y="T9"/>
                </a:cxn>
              </a:cxnLst>
              <a:rect l="0" t="0" r="r" b="b"/>
              <a:pathLst>
                <a:path w="31" h="2">
                  <a:moveTo>
                    <a:pt x="31" y="0"/>
                  </a:moveTo>
                  <a:lnTo>
                    <a:pt x="31" y="0"/>
                  </a:lnTo>
                  <a:lnTo>
                    <a:pt x="0" y="2"/>
                  </a:lnTo>
                  <a:lnTo>
                    <a:pt x="11" y="2"/>
                  </a:lnTo>
                  <a:lnTo>
                    <a:pt x="31" y="0"/>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336" name="Freeform 85"/>
            <p:cNvSpPr/>
            <p:nvPr/>
          </p:nvSpPr>
          <p:spPr bwMode="invGray">
            <a:xfrm>
              <a:off x="1401766" y="8237839"/>
              <a:ext cx="52639" cy="2328"/>
            </a:xfrm>
            <a:custGeom>
              <a:avLst/>
              <a:gdLst>
                <a:gd name="T0" fmla="*/ 9 w 43"/>
                <a:gd name="T1" fmla="*/ 1 h 1"/>
                <a:gd name="T2" fmla="*/ 9 w 43"/>
                <a:gd name="T3" fmla="*/ 1 h 1"/>
                <a:gd name="T4" fmla="*/ 41 w 43"/>
                <a:gd name="T5" fmla="*/ 1 h 1"/>
                <a:gd name="T6" fmla="*/ 9 w 43"/>
                <a:gd name="T7" fmla="*/ 1 h 1"/>
              </a:gdLst>
              <a:ahLst/>
              <a:cxnLst>
                <a:cxn ang="0">
                  <a:pos x="T0" y="T1"/>
                </a:cxn>
                <a:cxn ang="0">
                  <a:pos x="T2" y="T3"/>
                </a:cxn>
                <a:cxn ang="0">
                  <a:pos x="T4" y="T5"/>
                </a:cxn>
                <a:cxn ang="0">
                  <a:pos x="T6" y="T7"/>
                </a:cxn>
              </a:cxnLst>
              <a:rect l="0" t="0" r="r" b="b"/>
              <a:pathLst>
                <a:path w="43" h="1">
                  <a:moveTo>
                    <a:pt x="9" y="1"/>
                  </a:moveTo>
                  <a:lnTo>
                    <a:pt x="9" y="1"/>
                  </a:lnTo>
                  <a:cubicBezTo>
                    <a:pt x="18" y="1"/>
                    <a:pt x="33" y="1"/>
                    <a:pt x="41" y="1"/>
                  </a:cubicBezTo>
                  <a:cubicBezTo>
                    <a:pt x="43" y="0"/>
                    <a:pt x="0" y="1"/>
                    <a:pt x="9" y="1"/>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337" name="Freeform 86"/>
            <p:cNvSpPr/>
            <p:nvPr/>
          </p:nvSpPr>
          <p:spPr bwMode="invGray">
            <a:xfrm>
              <a:off x="1647752" y="8326316"/>
              <a:ext cx="61750" cy="9313"/>
            </a:xfrm>
            <a:custGeom>
              <a:avLst/>
              <a:gdLst>
                <a:gd name="T0" fmla="*/ 0 w 50"/>
                <a:gd name="T1" fmla="*/ 2 h 3"/>
                <a:gd name="T2" fmla="*/ 0 w 50"/>
                <a:gd name="T3" fmla="*/ 2 h 3"/>
                <a:gd name="T4" fmla="*/ 50 w 50"/>
                <a:gd name="T5" fmla="*/ 3 h 3"/>
                <a:gd name="T6" fmla="*/ 0 w 50"/>
                <a:gd name="T7" fmla="*/ 2 h 3"/>
              </a:gdLst>
              <a:ahLst/>
              <a:cxnLst>
                <a:cxn ang="0">
                  <a:pos x="T0" y="T1"/>
                </a:cxn>
                <a:cxn ang="0">
                  <a:pos x="T2" y="T3"/>
                </a:cxn>
                <a:cxn ang="0">
                  <a:pos x="T4" y="T5"/>
                </a:cxn>
                <a:cxn ang="0">
                  <a:pos x="T6" y="T7"/>
                </a:cxn>
              </a:cxnLst>
              <a:rect l="0" t="0" r="r" b="b"/>
              <a:pathLst>
                <a:path w="50" h="3">
                  <a:moveTo>
                    <a:pt x="0" y="2"/>
                  </a:moveTo>
                  <a:lnTo>
                    <a:pt x="0" y="2"/>
                  </a:lnTo>
                  <a:cubicBezTo>
                    <a:pt x="6" y="3"/>
                    <a:pt x="37" y="2"/>
                    <a:pt x="50" y="3"/>
                  </a:cubicBezTo>
                  <a:cubicBezTo>
                    <a:pt x="32" y="2"/>
                    <a:pt x="17" y="0"/>
                    <a:pt x="0" y="2"/>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338" name="Freeform 87"/>
            <p:cNvSpPr/>
            <p:nvPr/>
          </p:nvSpPr>
          <p:spPr bwMode="invGray">
            <a:xfrm>
              <a:off x="1237773" y="8254136"/>
              <a:ext cx="60738" cy="11641"/>
            </a:xfrm>
            <a:custGeom>
              <a:avLst/>
              <a:gdLst>
                <a:gd name="T0" fmla="*/ 0 w 49"/>
                <a:gd name="T1" fmla="*/ 1 h 4"/>
                <a:gd name="T2" fmla="*/ 0 w 49"/>
                <a:gd name="T3" fmla="*/ 1 h 4"/>
                <a:gd name="T4" fmla="*/ 18 w 49"/>
                <a:gd name="T5" fmla="*/ 4 h 4"/>
                <a:gd name="T6" fmla="*/ 0 w 49"/>
                <a:gd name="T7" fmla="*/ 1 h 4"/>
              </a:gdLst>
              <a:ahLst/>
              <a:cxnLst>
                <a:cxn ang="0">
                  <a:pos x="T0" y="T1"/>
                </a:cxn>
                <a:cxn ang="0">
                  <a:pos x="T2" y="T3"/>
                </a:cxn>
                <a:cxn ang="0">
                  <a:pos x="T4" y="T5"/>
                </a:cxn>
                <a:cxn ang="0">
                  <a:pos x="T6" y="T7"/>
                </a:cxn>
              </a:cxnLst>
              <a:rect l="0" t="0" r="r" b="b"/>
              <a:pathLst>
                <a:path w="49" h="4">
                  <a:moveTo>
                    <a:pt x="0" y="1"/>
                  </a:moveTo>
                  <a:lnTo>
                    <a:pt x="0" y="1"/>
                  </a:lnTo>
                  <a:cubicBezTo>
                    <a:pt x="10" y="2"/>
                    <a:pt x="24" y="2"/>
                    <a:pt x="18" y="4"/>
                  </a:cubicBezTo>
                  <a:cubicBezTo>
                    <a:pt x="31" y="3"/>
                    <a:pt x="49" y="0"/>
                    <a:pt x="0" y="1"/>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339" name="Freeform 88"/>
            <p:cNvSpPr/>
            <p:nvPr/>
          </p:nvSpPr>
          <p:spPr bwMode="invGray">
            <a:xfrm>
              <a:off x="1536399" y="8328644"/>
              <a:ext cx="51627" cy="4657"/>
            </a:xfrm>
            <a:custGeom>
              <a:avLst/>
              <a:gdLst>
                <a:gd name="T0" fmla="*/ 0 w 42"/>
                <a:gd name="T1" fmla="*/ 1 h 1"/>
                <a:gd name="T2" fmla="*/ 0 w 42"/>
                <a:gd name="T3" fmla="*/ 1 h 1"/>
                <a:gd name="T4" fmla="*/ 8 w 42"/>
                <a:gd name="T5" fmla="*/ 1 h 1"/>
                <a:gd name="T6" fmla="*/ 42 w 42"/>
                <a:gd name="T7" fmla="*/ 0 h 1"/>
                <a:gd name="T8" fmla="*/ 0 w 42"/>
                <a:gd name="T9" fmla="*/ 1 h 1"/>
              </a:gdLst>
              <a:ahLst/>
              <a:cxnLst>
                <a:cxn ang="0">
                  <a:pos x="T0" y="T1"/>
                </a:cxn>
                <a:cxn ang="0">
                  <a:pos x="T2" y="T3"/>
                </a:cxn>
                <a:cxn ang="0">
                  <a:pos x="T4" y="T5"/>
                </a:cxn>
                <a:cxn ang="0">
                  <a:pos x="T6" y="T7"/>
                </a:cxn>
                <a:cxn ang="0">
                  <a:pos x="T8" y="T9"/>
                </a:cxn>
              </a:cxnLst>
              <a:rect l="0" t="0" r="r" b="b"/>
              <a:pathLst>
                <a:path w="42" h="1">
                  <a:moveTo>
                    <a:pt x="0" y="1"/>
                  </a:moveTo>
                  <a:lnTo>
                    <a:pt x="0" y="1"/>
                  </a:lnTo>
                  <a:lnTo>
                    <a:pt x="8" y="1"/>
                  </a:lnTo>
                  <a:lnTo>
                    <a:pt x="42" y="0"/>
                  </a:lnTo>
                  <a:lnTo>
                    <a:pt x="0" y="1"/>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340" name="Freeform 89"/>
            <p:cNvSpPr/>
            <p:nvPr/>
          </p:nvSpPr>
          <p:spPr bwMode="invGray">
            <a:xfrm>
              <a:off x="1588027" y="8377539"/>
              <a:ext cx="144758" cy="23283"/>
            </a:xfrm>
            <a:custGeom>
              <a:avLst/>
              <a:gdLst>
                <a:gd name="T0" fmla="*/ 80 w 118"/>
                <a:gd name="T1" fmla="*/ 7 h 7"/>
                <a:gd name="T2" fmla="*/ 80 w 118"/>
                <a:gd name="T3" fmla="*/ 7 h 7"/>
                <a:gd name="T4" fmla="*/ 85 w 118"/>
                <a:gd name="T5" fmla="*/ 1 h 7"/>
                <a:gd name="T6" fmla="*/ 29 w 118"/>
                <a:gd name="T7" fmla="*/ 4 h 7"/>
                <a:gd name="T8" fmla="*/ 80 w 118"/>
                <a:gd name="T9" fmla="*/ 7 h 7"/>
              </a:gdLst>
              <a:ahLst/>
              <a:cxnLst>
                <a:cxn ang="0">
                  <a:pos x="T0" y="T1"/>
                </a:cxn>
                <a:cxn ang="0">
                  <a:pos x="T2" y="T3"/>
                </a:cxn>
                <a:cxn ang="0">
                  <a:pos x="T4" y="T5"/>
                </a:cxn>
                <a:cxn ang="0">
                  <a:pos x="T6" y="T7"/>
                </a:cxn>
                <a:cxn ang="0">
                  <a:pos x="T8" y="T9"/>
                </a:cxn>
              </a:cxnLst>
              <a:rect l="0" t="0" r="r" b="b"/>
              <a:pathLst>
                <a:path w="118" h="7">
                  <a:moveTo>
                    <a:pt x="80" y="7"/>
                  </a:moveTo>
                  <a:lnTo>
                    <a:pt x="80" y="7"/>
                  </a:lnTo>
                  <a:cubicBezTo>
                    <a:pt x="118" y="5"/>
                    <a:pt x="19" y="3"/>
                    <a:pt x="85" y="1"/>
                  </a:cubicBezTo>
                  <a:cubicBezTo>
                    <a:pt x="0" y="0"/>
                    <a:pt x="92" y="4"/>
                    <a:pt x="29" y="4"/>
                  </a:cubicBezTo>
                  <a:cubicBezTo>
                    <a:pt x="66" y="4"/>
                    <a:pt x="84" y="6"/>
                    <a:pt x="80" y="7"/>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341" name="Freeform 90"/>
            <p:cNvSpPr/>
            <p:nvPr/>
          </p:nvSpPr>
          <p:spPr bwMode="invGray">
            <a:xfrm>
              <a:off x="1601187" y="8389180"/>
              <a:ext cx="22270" cy="2328"/>
            </a:xfrm>
            <a:custGeom>
              <a:avLst/>
              <a:gdLst>
                <a:gd name="T0" fmla="*/ 18 w 18"/>
                <a:gd name="T1" fmla="*/ 1 h 1"/>
                <a:gd name="T2" fmla="*/ 18 w 18"/>
                <a:gd name="T3" fmla="*/ 1 h 1"/>
                <a:gd name="T4" fmla="*/ 0 w 18"/>
                <a:gd name="T5" fmla="*/ 0 h 1"/>
                <a:gd name="T6" fmla="*/ 18 w 18"/>
                <a:gd name="T7" fmla="*/ 1 h 1"/>
              </a:gdLst>
              <a:ahLst/>
              <a:cxnLst>
                <a:cxn ang="0">
                  <a:pos x="T0" y="T1"/>
                </a:cxn>
                <a:cxn ang="0">
                  <a:pos x="T2" y="T3"/>
                </a:cxn>
                <a:cxn ang="0">
                  <a:pos x="T4" y="T5"/>
                </a:cxn>
                <a:cxn ang="0">
                  <a:pos x="T6" y="T7"/>
                </a:cxn>
              </a:cxnLst>
              <a:rect l="0" t="0" r="r" b="b"/>
              <a:pathLst>
                <a:path w="18" h="1">
                  <a:moveTo>
                    <a:pt x="18" y="1"/>
                  </a:moveTo>
                  <a:lnTo>
                    <a:pt x="18" y="1"/>
                  </a:lnTo>
                  <a:lnTo>
                    <a:pt x="0" y="0"/>
                  </a:lnTo>
                  <a:lnTo>
                    <a:pt x="18" y="1"/>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342" name="Freeform 91"/>
            <p:cNvSpPr/>
            <p:nvPr/>
          </p:nvSpPr>
          <p:spPr bwMode="invGray">
            <a:xfrm>
              <a:off x="963441" y="8351927"/>
              <a:ext cx="15185" cy="2328"/>
            </a:xfrm>
            <a:custGeom>
              <a:avLst/>
              <a:gdLst>
                <a:gd name="T0" fmla="*/ 0 w 13"/>
                <a:gd name="T1" fmla="*/ 1 h 1"/>
                <a:gd name="T2" fmla="*/ 0 w 13"/>
                <a:gd name="T3" fmla="*/ 1 h 1"/>
                <a:gd name="T4" fmla="*/ 13 w 13"/>
                <a:gd name="T5" fmla="*/ 0 h 1"/>
                <a:gd name="T6" fmla="*/ 0 w 13"/>
                <a:gd name="T7" fmla="*/ 1 h 1"/>
              </a:gdLst>
              <a:ahLst/>
              <a:cxnLst>
                <a:cxn ang="0">
                  <a:pos x="T0" y="T1"/>
                </a:cxn>
                <a:cxn ang="0">
                  <a:pos x="T2" y="T3"/>
                </a:cxn>
                <a:cxn ang="0">
                  <a:pos x="T4" y="T5"/>
                </a:cxn>
                <a:cxn ang="0">
                  <a:pos x="T6" y="T7"/>
                </a:cxn>
              </a:cxnLst>
              <a:rect l="0" t="0" r="r" b="b"/>
              <a:pathLst>
                <a:path w="13" h="1">
                  <a:moveTo>
                    <a:pt x="0" y="1"/>
                  </a:moveTo>
                  <a:lnTo>
                    <a:pt x="0" y="1"/>
                  </a:lnTo>
                  <a:lnTo>
                    <a:pt x="13" y="0"/>
                  </a:lnTo>
                  <a:lnTo>
                    <a:pt x="0" y="1"/>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343" name="Freeform 92"/>
            <p:cNvSpPr/>
            <p:nvPr/>
          </p:nvSpPr>
          <p:spPr bwMode="invGray">
            <a:xfrm>
              <a:off x="1283326" y="8389182"/>
              <a:ext cx="165004" cy="11641"/>
            </a:xfrm>
            <a:custGeom>
              <a:avLst/>
              <a:gdLst>
                <a:gd name="T0" fmla="*/ 77 w 135"/>
                <a:gd name="T1" fmla="*/ 2 h 4"/>
                <a:gd name="T2" fmla="*/ 77 w 135"/>
                <a:gd name="T3" fmla="*/ 2 h 4"/>
                <a:gd name="T4" fmla="*/ 135 w 135"/>
                <a:gd name="T5" fmla="*/ 0 h 4"/>
                <a:gd name="T6" fmla="*/ 6 w 135"/>
                <a:gd name="T7" fmla="*/ 4 h 4"/>
                <a:gd name="T8" fmla="*/ 90 w 135"/>
                <a:gd name="T9" fmla="*/ 3 h 4"/>
                <a:gd name="T10" fmla="*/ 77 w 135"/>
                <a:gd name="T11" fmla="*/ 2 h 4"/>
              </a:gdLst>
              <a:ahLst/>
              <a:cxnLst>
                <a:cxn ang="0">
                  <a:pos x="T0" y="T1"/>
                </a:cxn>
                <a:cxn ang="0">
                  <a:pos x="T2" y="T3"/>
                </a:cxn>
                <a:cxn ang="0">
                  <a:pos x="T4" y="T5"/>
                </a:cxn>
                <a:cxn ang="0">
                  <a:pos x="T6" y="T7"/>
                </a:cxn>
                <a:cxn ang="0">
                  <a:pos x="T8" y="T9"/>
                </a:cxn>
                <a:cxn ang="0">
                  <a:pos x="T10" y="T11"/>
                </a:cxn>
              </a:cxnLst>
              <a:rect l="0" t="0" r="r" b="b"/>
              <a:pathLst>
                <a:path w="135" h="4">
                  <a:moveTo>
                    <a:pt x="77" y="2"/>
                  </a:moveTo>
                  <a:lnTo>
                    <a:pt x="77" y="2"/>
                  </a:lnTo>
                  <a:lnTo>
                    <a:pt x="135" y="0"/>
                  </a:lnTo>
                  <a:cubicBezTo>
                    <a:pt x="96" y="1"/>
                    <a:pt x="0" y="1"/>
                    <a:pt x="6" y="4"/>
                  </a:cubicBezTo>
                  <a:cubicBezTo>
                    <a:pt x="37" y="4"/>
                    <a:pt x="75" y="4"/>
                    <a:pt x="90" y="3"/>
                  </a:cubicBezTo>
                  <a:lnTo>
                    <a:pt x="77" y="2"/>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344" name="Freeform 93"/>
            <p:cNvSpPr/>
            <p:nvPr/>
          </p:nvSpPr>
          <p:spPr bwMode="invGray">
            <a:xfrm>
              <a:off x="554475" y="8240167"/>
              <a:ext cx="46566" cy="6984"/>
            </a:xfrm>
            <a:custGeom>
              <a:avLst/>
              <a:gdLst>
                <a:gd name="T0" fmla="*/ 13 w 38"/>
                <a:gd name="T1" fmla="*/ 1 h 2"/>
                <a:gd name="T2" fmla="*/ 13 w 38"/>
                <a:gd name="T3" fmla="*/ 1 h 2"/>
                <a:gd name="T4" fmla="*/ 38 w 38"/>
                <a:gd name="T5" fmla="*/ 0 h 2"/>
                <a:gd name="T6" fmla="*/ 7 w 38"/>
                <a:gd name="T7" fmla="*/ 0 h 2"/>
                <a:gd name="T8" fmla="*/ 13 w 38"/>
                <a:gd name="T9" fmla="*/ 1 h 2"/>
              </a:gdLst>
              <a:ahLst/>
              <a:cxnLst>
                <a:cxn ang="0">
                  <a:pos x="T0" y="T1"/>
                </a:cxn>
                <a:cxn ang="0">
                  <a:pos x="T2" y="T3"/>
                </a:cxn>
                <a:cxn ang="0">
                  <a:pos x="T4" y="T5"/>
                </a:cxn>
                <a:cxn ang="0">
                  <a:pos x="T6" y="T7"/>
                </a:cxn>
                <a:cxn ang="0">
                  <a:pos x="T8" y="T9"/>
                </a:cxn>
              </a:cxnLst>
              <a:rect l="0" t="0" r="r" b="b"/>
              <a:pathLst>
                <a:path w="38" h="2">
                  <a:moveTo>
                    <a:pt x="13" y="1"/>
                  </a:moveTo>
                  <a:lnTo>
                    <a:pt x="13" y="1"/>
                  </a:lnTo>
                  <a:lnTo>
                    <a:pt x="38" y="0"/>
                  </a:lnTo>
                  <a:lnTo>
                    <a:pt x="7" y="0"/>
                  </a:lnTo>
                  <a:cubicBezTo>
                    <a:pt x="16" y="0"/>
                    <a:pt x="0" y="2"/>
                    <a:pt x="13" y="1"/>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345" name="Freeform 94"/>
            <p:cNvSpPr/>
            <p:nvPr/>
          </p:nvSpPr>
          <p:spPr bwMode="invGray">
            <a:xfrm>
              <a:off x="555487" y="8240168"/>
              <a:ext cx="7086" cy="0"/>
            </a:xfrm>
            <a:custGeom>
              <a:avLst/>
              <a:gdLst>
                <a:gd name="T0" fmla="*/ 0 w 6"/>
                <a:gd name="T1" fmla="*/ 0 w 6"/>
                <a:gd name="T2" fmla="*/ 6 w 6"/>
                <a:gd name="T3" fmla="*/ 0 w 6"/>
              </a:gdLst>
              <a:ahLst/>
              <a:cxnLst>
                <a:cxn ang="0">
                  <a:pos x="T0" y="0"/>
                </a:cxn>
                <a:cxn ang="0">
                  <a:pos x="T1" y="0"/>
                </a:cxn>
                <a:cxn ang="0">
                  <a:pos x="T2" y="0"/>
                </a:cxn>
                <a:cxn ang="0">
                  <a:pos x="T3" y="0"/>
                </a:cxn>
              </a:cxnLst>
              <a:rect l="0" t="0" r="r" b="b"/>
              <a:pathLst>
                <a:path w="6">
                  <a:moveTo>
                    <a:pt x="0" y="0"/>
                  </a:moveTo>
                  <a:lnTo>
                    <a:pt x="0" y="0"/>
                  </a:lnTo>
                  <a:lnTo>
                    <a:pt x="6" y="0"/>
                  </a:lnTo>
                  <a:lnTo>
                    <a:pt x="0" y="0"/>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346" name="Freeform 95"/>
            <p:cNvSpPr/>
            <p:nvPr/>
          </p:nvSpPr>
          <p:spPr bwMode="invGray">
            <a:xfrm>
              <a:off x="1093015" y="8344940"/>
              <a:ext cx="64787" cy="6984"/>
            </a:xfrm>
            <a:custGeom>
              <a:avLst/>
              <a:gdLst>
                <a:gd name="T0" fmla="*/ 3 w 53"/>
                <a:gd name="T1" fmla="*/ 2 h 2"/>
                <a:gd name="T2" fmla="*/ 3 w 53"/>
                <a:gd name="T3" fmla="*/ 2 h 2"/>
                <a:gd name="T4" fmla="*/ 53 w 53"/>
                <a:gd name="T5" fmla="*/ 1 h 2"/>
                <a:gd name="T6" fmla="*/ 3 w 53"/>
                <a:gd name="T7" fmla="*/ 2 h 2"/>
              </a:gdLst>
              <a:ahLst/>
              <a:cxnLst>
                <a:cxn ang="0">
                  <a:pos x="T0" y="T1"/>
                </a:cxn>
                <a:cxn ang="0">
                  <a:pos x="T2" y="T3"/>
                </a:cxn>
                <a:cxn ang="0">
                  <a:pos x="T4" y="T5"/>
                </a:cxn>
                <a:cxn ang="0">
                  <a:pos x="T6" y="T7"/>
                </a:cxn>
              </a:cxnLst>
              <a:rect l="0" t="0" r="r" b="b"/>
              <a:pathLst>
                <a:path w="52" h="2">
                  <a:moveTo>
                    <a:pt x="3" y="2"/>
                  </a:moveTo>
                  <a:lnTo>
                    <a:pt x="3" y="2"/>
                  </a:lnTo>
                  <a:cubicBezTo>
                    <a:pt x="21" y="2"/>
                    <a:pt x="36" y="2"/>
                    <a:pt x="53" y="1"/>
                  </a:cubicBezTo>
                  <a:cubicBezTo>
                    <a:pt x="46" y="1"/>
                    <a:pt x="0" y="0"/>
                    <a:pt x="3" y="2"/>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347" name="Freeform 96"/>
            <p:cNvSpPr/>
            <p:nvPr/>
          </p:nvSpPr>
          <p:spPr bwMode="invGray">
            <a:xfrm>
              <a:off x="353027" y="8254137"/>
              <a:ext cx="53652" cy="2328"/>
            </a:xfrm>
            <a:custGeom>
              <a:avLst/>
              <a:gdLst>
                <a:gd name="T0" fmla="*/ 3 w 44"/>
                <a:gd name="T1" fmla="*/ 1 h 1"/>
                <a:gd name="T2" fmla="*/ 3 w 44"/>
                <a:gd name="T3" fmla="*/ 1 h 1"/>
                <a:gd name="T4" fmla="*/ 44 w 44"/>
                <a:gd name="T5" fmla="*/ 0 h 1"/>
                <a:gd name="T6" fmla="*/ 0 w 44"/>
                <a:gd name="T7" fmla="*/ 0 h 1"/>
                <a:gd name="T8" fmla="*/ 3 w 44"/>
                <a:gd name="T9" fmla="*/ 1 h 1"/>
              </a:gdLst>
              <a:ahLst/>
              <a:cxnLst>
                <a:cxn ang="0">
                  <a:pos x="T0" y="T1"/>
                </a:cxn>
                <a:cxn ang="0">
                  <a:pos x="T2" y="T3"/>
                </a:cxn>
                <a:cxn ang="0">
                  <a:pos x="T4" y="T5"/>
                </a:cxn>
                <a:cxn ang="0">
                  <a:pos x="T6" y="T7"/>
                </a:cxn>
                <a:cxn ang="0">
                  <a:pos x="T8" y="T9"/>
                </a:cxn>
              </a:cxnLst>
              <a:rect l="0" t="0" r="r" b="b"/>
              <a:pathLst>
                <a:path w="44" h="1">
                  <a:moveTo>
                    <a:pt x="3" y="1"/>
                  </a:moveTo>
                  <a:lnTo>
                    <a:pt x="3" y="1"/>
                  </a:lnTo>
                  <a:lnTo>
                    <a:pt x="44" y="0"/>
                  </a:lnTo>
                  <a:lnTo>
                    <a:pt x="0" y="0"/>
                  </a:lnTo>
                  <a:lnTo>
                    <a:pt x="3" y="1"/>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348" name="Freeform 97"/>
            <p:cNvSpPr/>
            <p:nvPr/>
          </p:nvSpPr>
          <p:spPr bwMode="invGray">
            <a:xfrm>
              <a:off x="72622" y="8240167"/>
              <a:ext cx="49603" cy="6984"/>
            </a:xfrm>
            <a:custGeom>
              <a:avLst/>
              <a:gdLst>
                <a:gd name="T0" fmla="*/ 41 w 41"/>
                <a:gd name="T1" fmla="*/ 1 h 2"/>
                <a:gd name="T2" fmla="*/ 41 w 41"/>
                <a:gd name="T3" fmla="*/ 1 h 2"/>
                <a:gd name="T4" fmla="*/ 34 w 41"/>
                <a:gd name="T5" fmla="*/ 0 h 2"/>
                <a:gd name="T6" fmla="*/ 0 w 41"/>
                <a:gd name="T7" fmla="*/ 1 h 2"/>
                <a:gd name="T8" fmla="*/ 7 w 41"/>
                <a:gd name="T9" fmla="*/ 2 h 2"/>
                <a:gd name="T10" fmla="*/ 41 w 41"/>
                <a:gd name="T11" fmla="*/ 1 h 2"/>
              </a:gdLst>
              <a:ahLst/>
              <a:cxnLst>
                <a:cxn ang="0">
                  <a:pos x="T0" y="T1"/>
                </a:cxn>
                <a:cxn ang="0">
                  <a:pos x="T2" y="T3"/>
                </a:cxn>
                <a:cxn ang="0">
                  <a:pos x="T4" y="T5"/>
                </a:cxn>
                <a:cxn ang="0">
                  <a:pos x="T6" y="T7"/>
                </a:cxn>
                <a:cxn ang="0">
                  <a:pos x="T8" y="T9"/>
                </a:cxn>
                <a:cxn ang="0">
                  <a:pos x="T10" y="T11"/>
                </a:cxn>
              </a:cxnLst>
              <a:rect l="0" t="0" r="r" b="b"/>
              <a:pathLst>
                <a:path w="41" h="2">
                  <a:moveTo>
                    <a:pt x="41" y="1"/>
                  </a:moveTo>
                  <a:lnTo>
                    <a:pt x="41" y="1"/>
                  </a:lnTo>
                  <a:lnTo>
                    <a:pt x="34" y="0"/>
                  </a:lnTo>
                  <a:lnTo>
                    <a:pt x="0" y="1"/>
                  </a:lnTo>
                  <a:lnTo>
                    <a:pt x="7" y="2"/>
                  </a:lnTo>
                  <a:lnTo>
                    <a:pt x="41" y="1"/>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349" name="Freeform 98"/>
            <p:cNvSpPr/>
            <p:nvPr/>
          </p:nvSpPr>
          <p:spPr bwMode="invGray">
            <a:xfrm>
              <a:off x="414777" y="8400822"/>
              <a:ext cx="74910" cy="11641"/>
            </a:xfrm>
            <a:custGeom>
              <a:avLst/>
              <a:gdLst>
                <a:gd name="T0" fmla="*/ 11 w 61"/>
                <a:gd name="T1" fmla="*/ 2 h 3"/>
                <a:gd name="T2" fmla="*/ 11 w 61"/>
                <a:gd name="T3" fmla="*/ 2 h 3"/>
                <a:gd name="T4" fmla="*/ 54 w 61"/>
                <a:gd name="T5" fmla="*/ 0 h 3"/>
                <a:gd name="T6" fmla="*/ 0 w 61"/>
                <a:gd name="T7" fmla="*/ 0 h 3"/>
                <a:gd name="T8" fmla="*/ 46 w 61"/>
                <a:gd name="T9" fmla="*/ 0 h 3"/>
                <a:gd name="T10" fmla="*/ 11 w 61"/>
                <a:gd name="T11" fmla="*/ 2 h 3"/>
              </a:gdLst>
              <a:ahLst/>
              <a:cxnLst>
                <a:cxn ang="0">
                  <a:pos x="T0" y="T1"/>
                </a:cxn>
                <a:cxn ang="0">
                  <a:pos x="T2" y="T3"/>
                </a:cxn>
                <a:cxn ang="0">
                  <a:pos x="T4" y="T5"/>
                </a:cxn>
                <a:cxn ang="0">
                  <a:pos x="T6" y="T7"/>
                </a:cxn>
                <a:cxn ang="0">
                  <a:pos x="T8" y="T9"/>
                </a:cxn>
                <a:cxn ang="0">
                  <a:pos x="T10" y="T11"/>
                </a:cxn>
              </a:cxnLst>
              <a:rect l="0" t="0" r="r" b="b"/>
              <a:pathLst>
                <a:path w="61" h="3">
                  <a:moveTo>
                    <a:pt x="11" y="2"/>
                  </a:moveTo>
                  <a:lnTo>
                    <a:pt x="11" y="2"/>
                  </a:lnTo>
                  <a:cubicBezTo>
                    <a:pt x="39" y="3"/>
                    <a:pt x="61" y="0"/>
                    <a:pt x="54" y="0"/>
                  </a:cubicBezTo>
                  <a:lnTo>
                    <a:pt x="0" y="0"/>
                  </a:lnTo>
                  <a:cubicBezTo>
                    <a:pt x="13" y="2"/>
                    <a:pt x="15" y="0"/>
                    <a:pt x="46" y="0"/>
                  </a:cubicBezTo>
                  <a:lnTo>
                    <a:pt x="11" y="2"/>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350" name="Freeform 99"/>
            <p:cNvSpPr/>
            <p:nvPr/>
          </p:nvSpPr>
          <p:spPr bwMode="invGray">
            <a:xfrm>
              <a:off x="-2526952" y="8242495"/>
              <a:ext cx="1227914" cy="46567"/>
            </a:xfrm>
            <a:custGeom>
              <a:avLst/>
              <a:gdLst>
                <a:gd name="T0" fmla="*/ 746 w 1004"/>
                <a:gd name="T1" fmla="*/ 6 h 14"/>
                <a:gd name="T2" fmla="*/ 746 w 1004"/>
                <a:gd name="T3" fmla="*/ 6 h 14"/>
                <a:gd name="T4" fmla="*/ 820 w 1004"/>
                <a:gd name="T5" fmla="*/ 7 h 14"/>
                <a:gd name="T6" fmla="*/ 800 w 1004"/>
                <a:gd name="T7" fmla="*/ 8 h 14"/>
                <a:gd name="T8" fmla="*/ 847 w 1004"/>
                <a:gd name="T9" fmla="*/ 5 h 14"/>
                <a:gd name="T10" fmla="*/ 769 w 1004"/>
                <a:gd name="T11" fmla="*/ 11 h 14"/>
                <a:gd name="T12" fmla="*/ 918 w 1004"/>
                <a:gd name="T13" fmla="*/ 9 h 14"/>
                <a:gd name="T14" fmla="*/ 876 w 1004"/>
                <a:gd name="T15" fmla="*/ 7 h 14"/>
                <a:gd name="T16" fmla="*/ 981 w 1004"/>
                <a:gd name="T17" fmla="*/ 5 h 14"/>
                <a:gd name="T18" fmla="*/ 989 w 1004"/>
                <a:gd name="T19" fmla="*/ 2 h 14"/>
                <a:gd name="T20" fmla="*/ 997 w 1004"/>
                <a:gd name="T21" fmla="*/ 2 h 14"/>
                <a:gd name="T22" fmla="*/ 1004 w 1004"/>
                <a:gd name="T23" fmla="*/ 2 h 14"/>
                <a:gd name="T24" fmla="*/ 999 w 1004"/>
                <a:gd name="T25" fmla="*/ 2 h 14"/>
                <a:gd name="T26" fmla="*/ 994 w 1004"/>
                <a:gd name="T27" fmla="*/ 1 h 14"/>
                <a:gd name="T28" fmla="*/ 904 w 1004"/>
                <a:gd name="T29" fmla="*/ 0 h 14"/>
                <a:gd name="T30" fmla="*/ 791 w 1004"/>
                <a:gd name="T31" fmla="*/ 2 h 14"/>
                <a:gd name="T32" fmla="*/ 756 w 1004"/>
                <a:gd name="T33" fmla="*/ 2 h 14"/>
                <a:gd name="T34" fmla="*/ 743 w 1004"/>
                <a:gd name="T35" fmla="*/ 2 h 14"/>
                <a:gd name="T36" fmla="*/ 764 w 1004"/>
                <a:gd name="T37" fmla="*/ 1 h 14"/>
                <a:gd name="T38" fmla="*/ 697 w 1004"/>
                <a:gd name="T39" fmla="*/ 2 h 14"/>
                <a:gd name="T40" fmla="*/ 570 w 1004"/>
                <a:gd name="T41" fmla="*/ 3 h 14"/>
                <a:gd name="T42" fmla="*/ 559 w 1004"/>
                <a:gd name="T43" fmla="*/ 2 h 14"/>
                <a:gd name="T44" fmla="*/ 554 w 1004"/>
                <a:gd name="T45" fmla="*/ 3 h 14"/>
                <a:gd name="T46" fmla="*/ 0 w 1004"/>
                <a:gd name="T47" fmla="*/ 4 h 14"/>
                <a:gd name="T48" fmla="*/ 79 w 1004"/>
                <a:gd name="T49" fmla="*/ 5 h 14"/>
                <a:gd name="T50" fmla="*/ 113 w 1004"/>
                <a:gd name="T51" fmla="*/ 8 h 14"/>
                <a:gd name="T52" fmla="*/ 49 w 1004"/>
                <a:gd name="T53" fmla="*/ 8 h 14"/>
                <a:gd name="T54" fmla="*/ 64 w 1004"/>
                <a:gd name="T55" fmla="*/ 12 h 14"/>
                <a:gd name="T56" fmla="*/ 213 w 1004"/>
                <a:gd name="T57" fmla="*/ 8 h 14"/>
                <a:gd name="T58" fmla="*/ 234 w 1004"/>
                <a:gd name="T59" fmla="*/ 11 h 14"/>
                <a:gd name="T60" fmla="*/ 223 w 1004"/>
                <a:gd name="T61" fmla="*/ 11 h 14"/>
                <a:gd name="T62" fmla="*/ 324 w 1004"/>
                <a:gd name="T63" fmla="*/ 10 h 14"/>
                <a:gd name="T64" fmla="*/ 322 w 1004"/>
                <a:gd name="T65" fmla="*/ 12 h 14"/>
                <a:gd name="T66" fmla="*/ 454 w 1004"/>
                <a:gd name="T67" fmla="*/ 10 h 14"/>
                <a:gd name="T68" fmla="*/ 452 w 1004"/>
                <a:gd name="T69" fmla="*/ 11 h 14"/>
                <a:gd name="T70" fmla="*/ 620 w 1004"/>
                <a:gd name="T71" fmla="*/ 9 h 14"/>
                <a:gd name="T72" fmla="*/ 568 w 1004"/>
                <a:gd name="T73" fmla="*/ 11 h 14"/>
                <a:gd name="T74" fmla="*/ 643 w 1004"/>
                <a:gd name="T75" fmla="*/ 10 h 14"/>
                <a:gd name="T76" fmla="*/ 622 w 1004"/>
                <a:gd name="T77" fmla="*/ 12 h 14"/>
                <a:gd name="T78" fmla="*/ 758 w 1004"/>
                <a:gd name="T79" fmla="*/ 8 h 14"/>
                <a:gd name="T80" fmla="*/ 746 w 1004"/>
                <a:gd name="T81" fmla="*/ 6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004" h="14">
                  <a:moveTo>
                    <a:pt x="746" y="6"/>
                  </a:moveTo>
                  <a:lnTo>
                    <a:pt x="746" y="6"/>
                  </a:lnTo>
                  <a:cubicBezTo>
                    <a:pt x="758" y="5"/>
                    <a:pt x="817" y="5"/>
                    <a:pt x="820" y="7"/>
                  </a:cubicBezTo>
                  <a:cubicBezTo>
                    <a:pt x="812" y="7"/>
                    <a:pt x="780" y="8"/>
                    <a:pt x="800" y="8"/>
                  </a:cubicBezTo>
                  <a:lnTo>
                    <a:pt x="847" y="5"/>
                  </a:lnTo>
                  <a:cubicBezTo>
                    <a:pt x="909" y="7"/>
                    <a:pt x="800" y="10"/>
                    <a:pt x="769" y="11"/>
                  </a:cubicBezTo>
                  <a:cubicBezTo>
                    <a:pt x="832" y="11"/>
                    <a:pt x="851" y="9"/>
                    <a:pt x="918" y="9"/>
                  </a:cubicBezTo>
                  <a:cubicBezTo>
                    <a:pt x="899" y="9"/>
                    <a:pt x="886" y="8"/>
                    <a:pt x="876" y="7"/>
                  </a:cubicBezTo>
                  <a:cubicBezTo>
                    <a:pt x="873" y="5"/>
                    <a:pt x="936" y="6"/>
                    <a:pt x="981" y="5"/>
                  </a:cubicBezTo>
                  <a:cubicBezTo>
                    <a:pt x="952" y="4"/>
                    <a:pt x="969" y="3"/>
                    <a:pt x="989" y="2"/>
                  </a:cubicBezTo>
                  <a:cubicBezTo>
                    <a:pt x="993" y="2"/>
                    <a:pt x="996" y="2"/>
                    <a:pt x="997" y="2"/>
                  </a:cubicBezTo>
                  <a:lnTo>
                    <a:pt x="1004" y="2"/>
                  </a:lnTo>
                  <a:lnTo>
                    <a:pt x="999" y="2"/>
                  </a:lnTo>
                  <a:cubicBezTo>
                    <a:pt x="999" y="1"/>
                    <a:pt x="998" y="1"/>
                    <a:pt x="994" y="1"/>
                  </a:cubicBezTo>
                  <a:cubicBezTo>
                    <a:pt x="957" y="1"/>
                    <a:pt x="928" y="0"/>
                    <a:pt x="904" y="0"/>
                  </a:cubicBezTo>
                  <a:cubicBezTo>
                    <a:pt x="928" y="3"/>
                    <a:pt x="822" y="1"/>
                    <a:pt x="791" y="2"/>
                  </a:cubicBezTo>
                  <a:lnTo>
                    <a:pt x="756" y="2"/>
                  </a:lnTo>
                  <a:lnTo>
                    <a:pt x="743" y="2"/>
                  </a:lnTo>
                  <a:cubicBezTo>
                    <a:pt x="740" y="2"/>
                    <a:pt x="744" y="1"/>
                    <a:pt x="764" y="1"/>
                  </a:cubicBezTo>
                  <a:cubicBezTo>
                    <a:pt x="747" y="1"/>
                    <a:pt x="692" y="1"/>
                    <a:pt x="697" y="2"/>
                  </a:cubicBezTo>
                  <a:lnTo>
                    <a:pt x="570" y="3"/>
                  </a:lnTo>
                  <a:cubicBezTo>
                    <a:pt x="566" y="3"/>
                    <a:pt x="562" y="2"/>
                    <a:pt x="559" y="2"/>
                  </a:cubicBezTo>
                  <a:cubicBezTo>
                    <a:pt x="554" y="2"/>
                    <a:pt x="554" y="3"/>
                    <a:pt x="554" y="3"/>
                  </a:cubicBezTo>
                  <a:lnTo>
                    <a:pt x="0" y="4"/>
                  </a:lnTo>
                  <a:lnTo>
                    <a:pt x="79" y="5"/>
                  </a:lnTo>
                  <a:cubicBezTo>
                    <a:pt x="37" y="8"/>
                    <a:pt x="125" y="6"/>
                    <a:pt x="113" y="8"/>
                  </a:cubicBezTo>
                  <a:cubicBezTo>
                    <a:pt x="94" y="9"/>
                    <a:pt x="66" y="9"/>
                    <a:pt x="49" y="8"/>
                  </a:cubicBezTo>
                  <a:cubicBezTo>
                    <a:pt x="43" y="9"/>
                    <a:pt x="67" y="10"/>
                    <a:pt x="64" y="12"/>
                  </a:cubicBezTo>
                  <a:cubicBezTo>
                    <a:pt x="134" y="13"/>
                    <a:pt x="145" y="7"/>
                    <a:pt x="213" y="8"/>
                  </a:cubicBezTo>
                  <a:cubicBezTo>
                    <a:pt x="210" y="10"/>
                    <a:pt x="189" y="11"/>
                    <a:pt x="234" y="11"/>
                  </a:cubicBezTo>
                  <a:lnTo>
                    <a:pt x="223" y="11"/>
                  </a:lnTo>
                  <a:cubicBezTo>
                    <a:pt x="294" y="9"/>
                    <a:pt x="278" y="14"/>
                    <a:pt x="324" y="10"/>
                  </a:cubicBezTo>
                  <a:lnTo>
                    <a:pt x="322" y="12"/>
                  </a:lnTo>
                  <a:cubicBezTo>
                    <a:pt x="355" y="11"/>
                    <a:pt x="418" y="11"/>
                    <a:pt x="454" y="10"/>
                  </a:cubicBezTo>
                  <a:lnTo>
                    <a:pt x="452" y="11"/>
                  </a:lnTo>
                  <a:cubicBezTo>
                    <a:pt x="551" y="8"/>
                    <a:pt x="508" y="10"/>
                    <a:pt x="620" y="9"/>
                  </a:cubicBezTo>
                  <a:lnTo>
                    <a:pt x="568" y="11"/>
                  </a:lnTo>
                  <a:cubicBezTo>
                    <a:pt x="607" y="12"/>
                    <a:pt x="616" y="10"/>
                    <a:pt x="643" y="10"/>
                  </a:cubicBezTo>
                  <a:cubicBezTo>
                    <a:pt x="641" y="10"/>
                    <a:pt x="648" y="12"/>
                    <a:pt x="622" y="12"/>
                  </a:cubicBezTo>
                  <a:lnTo>
                    <a:pt x="758" y="8"/>
                  </a:lnTo>
                  <a:cubicBezTo>
                    <a:pt x="790" y="7"/>
                    <a:pt x="751" y="7"/>
                    <a:pt x="746" y="6"/>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351" name="Freeform 100"/>
            <p:cNvSpPr/>
            <p:nvPr/>
          </p:nvSpPr>
          <p:spPr bwMode="invGray">
            <a:xfrm>
              <a:off x="-1404317" y="8272765"/>
              <a:ext cx="30369" cy="0"/>
            </a:xfrm>
            <a:custGeom>
              <a:avLst/>
              <a:gdLst>
                <a:gd name="T0" fmla="*/ 0 w 25"/>
                <a:gd name="T1" fmla="*/ 0 w 25"/>
                <a:gd name="T2" fmla="*/ 25 w 25"/>
                <a:gd name="T3" fmla="*/ 0 w 25"/>
              </a:gdLst>
              <a:ahLst/>
              <a:cxnLst>
                <a:cxn ang="0">
                  <a:pos x="T0" y="0"/>
                </a:cxn>
                <a:cxn ang="0">
                  <a:pos x="T1" y="0"/>
                </a:cxn>
                <a:cxn ang="0">
                  <a:pos x="T2" y="0"/>
                </a:cxn>
                <a:cxn ang="0">
                  <a:pos x="T3" y="0"/>
                </a:cxn>
              </a:cxnLst>
              <a:rect l="0" t="0" r="r" b="b"/>
              <a:pathLst>
                <a:path w="25">
                  <a:moveTo>
                    <a:pt x="0" y="0"/>
                  </a:moveTo>
                  <a:lnTo>
                    <a:pt x="0" y="0"/>
                  </a:lnTo>
                  <a:lnTo>
                    <a:pt x="25" y="0"/>
                  </a:lnTo>
                  <a:lnTo>
                    <a:pt x="0" y="0"/>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352" name="Freeform 101"/>
            <p:cNvSpPr/>
            <p:nvPr/>
          </p:nvSpPr>
          <p:spPr bwMode="invGray">
            <a:xfrm>
              <a:off x="-2574530" y="8256464"/>
              <a:ext cx="47578" cy="0"/>
            </a:xfrm>
            <a:custGeom>
              <a:avLst/>
              <a:gdLst>
                <a:gd name="T0" fmla="*/ 0 w 39"/>
                <a:gd name="T1" fmla="*/ 0 w 39"/>
                <a:gd name="T2" fmla="*/ 39 w 39"/>
                <a:gd name="T3" fmla="*/ 0 w 39"/>
              </a:gdLst>
              <a:ahLst/>
              <a:cxnLst>
                <a:cxn ang="0">
                  <a:pos x="T0" y="0"/>
                </a:cxn>
                <a:cxn ang="0">
                  <a:pos x="T1" y="0"/>
                </a:cxn>
                <a:cxn ang="0">
                  <a:pos x="T2" y="0"/>
                </a:cxn>
                <a:cxn ang="0">
                  <a:pos x="T3" y="0"/>
                </a:cxn>
              </a:cxnLst>
              <a:rect l="0" t="0" r="r" b="b"/>
              <a:pathLst>
                <a:path w="39">
                  <a:moveTo>
                    <a:pt x="0" y="0"/>
                  </a:moveTo>
                  <a:lnTo>
                    <a:pt x="0" y="0"/>
                  </a:lnTo>
                  <a:lnTo>
                    <a:pt x="39" y="0"/>
                  </a:lnTo>
                  <a:cubicBezTo>
                    <a:pt x="27" y="0"/>
                    <a:pt x="14" y="0"/>
                    <a:pt x="0" y="0"/>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353" name="Freeform 102"/>
            <p:cNvSpPr/>
            <p:nvPr/>
          </p:nvSpPr>
          <p:spPr bwMode="invGray">
            <a:xfrm>
              <a:off x="-1251460" y="8247152"/>
              <a:ext cx="112365" cy="9313"/>
            </a:xfrm>
            <a:custGeom>
              <a:avLst/>
              <a:gdLst>
                <a:gd name="T0" fmla="*/ 71 w 92"/>
                <a:gd name="T1" fmla="*/ 3 h 3"/>
                <a:gd name="T2" fmla="*/ 71 w 92"/>
                <a:gd name="T3" fmla="*/ 3 h 3"/>
                <a:gd name="T4" fmla="*/ 92 w 92"/>
                <a:gd name="T5" fmla="*/ 0 h 3"/>
                <a:gd name="T6" fmla="*/ 8 w 92"/>
                <a:gd name="T7" fmla="*/ 1 h 3"/>
                <a:gd name="T8" fmla="*/ 2 w 92"/>
                <a:gd name="T9" fmla="*/ 3 h 3"/>
                <a:gd name="T10" fmla="*/ 71 w 92"/>
                <a:gd name="T11" fmla="*/ 3 h 3"/>
              </a:gdLst>
              <a:ahLst/>
              <a:cxnLst>
                <a:cxn ang="0">
                  <a:pos x="T0" y="T1"/>
                </a:cxn>
                <a:cxn ang="0">
                  <a:pos x="T2" y="T3"/>
                </a:cxn>
                <a:cxn ang="0">
                  <a:pos x="T4" y="T5"/>
                </a:cxn>
                <a:cxn ang="0">
                  <a:pos x="T6" y="T7"/>
                </a:cxn>
                <a:cxn ang="0">
                  <a:pos x="T8" y="T9"/>
                </a:cxn>
                <a:cxn ang="0">
                  <a:pos x="T10" y="T11"/>
                </a:cxn>
              </a:cxnLst>
              <a:rect l="0" t="0" r="r" b="b"/>
              <a:pathLst>
                <a:path w="92" h="3">
                  <a:moveTo>
                    <a:pt x="71" y="3"/>
                  </a:moveTo>
                  <a:lnTo>
                    <a:pt x="71" y="3"/>
                  </a:lnTo>
                  <a:cubicBezTo>
                    <a:pt x="47" y="2"/>
                    <a:pt x="88" y="1"/>
                    <a:pt x="92" y="0"/>
                  </a:cubicBezTo>
                  <a:lnTo>
                    <a:pt x="8" y="1"/>
                  </a:lnTo>
                  <a:cubicBezTo>
                    <a:pt x="8" y="1"/>
                    <a:pt x="0" y="2"/>
                    <a:pt x="2" y="3"/>
                  </a:cubicBezTo>
                  <a:lnTo>
                    <a:pt x="71" y="3"/>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354" name="Freeform 103"/>
            <p:cNvSpPr/>
            <p:nvPr/>
          </p:nvSpPr>
          <p:spPr bwMode="invGray">
            <a:xfrm>
              <a:off x="-1299038" y="8242495"/>
              <a:ext cx="57701" cy="6984"/>
            </a:xfrm>
            <a:custGeom>
              <a:avLst/>
              <a:gdLst>
                <a:gd name="T0" fmla="*/ 22 w 47"/>
                <a:gd name="T1" fmla="*/ 0 h 2"/>
                <a:gd name="T2" fmla="*/ 22 w 47"/>
                <a:gd name="T3" fmla="*/ 0 h 2"/>
                <a:gd name="T4" fmla="*/ 0 w 47"/>
                <a:gd name="T5" fmla="*/ 2 h 2"/>
                <a:gd name="T6" fmla="*/ 47 w 47"/>
                <a:gd name="T7" fmla="*/ 2 h 2"/>
                <a:gd name="T8" fmla="*/ 22 w 47"/>
                <a:gd name="T9" fmla="*/ 0 h 2"/>
              </a:gdLst>
              <a:ahLst/>
              <a:cxnLst>
                <a:cxn ang="0">
                  <a:pos x="T0" y="T1"/>
                </a:cxn>
                <a:cxn ang="0">
                  <a:pos x="T2" y="T3"/>
                </a:cxn>
                <a:cxn ang="0">
                  <a:pos x="T4" y="T5"/>
                </a:cxn>
                <a:cxn ang="0">
                  <a:pos x="T6" y="T7"/>
                </a:cxn>
                <a:cxn ang="0">
                  <a:pos x="T8" y="T9"/>
                </a:cxn>
              </a:cxnLst>
              <a:rect l="0" t="0" r="r" b="b"/>
              <a:pathLst>
                <a:path w="47" h="2">
                  <a:moveTo>
                    <a:pt x="22" y="0"/>
                  </a:moveTo>
                  <a:lnTo>
                    <a:pt x="22" y="0"/>
                  </a:lnTo>
                  <a:cubicBezTo>
                    <a:pt x="19" y="1"/>
                    <a:pt x="11" y="1"/>
                    <a:pt x="0" y="2"/>
                  </a:cubicBezTo>
                  <a:lnTo>
                    <a:pt x="47" y="2"/>
                  </a:lnTo>
                  <a:cubicBezTo>
                    <a:pt x="47" y="1"/>
                    <a:pt x="41" y="0"/>
                    <a:pt x="22" y="0"/>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355" name="Freeform 104"/>
            <p:cNvSpPr/>
            <p:nvPr/>
          </p:nvSpPr>
          <p:spPr bwMode="invGray">
            <a:xfrm>
              <a:off x="-1306125" y="8384525"/>
              <a:ext cx="45554" cy="4657"/>
            </a:xfrm>
            <a:custGeom>
              <a:avLst/>
              <a:gdLst>
                <a:gd name="T0" fmla="*/ 37 w 37"/>
                <a:gd name="T1" fmla="*/ 0 h 1"/>
                <a:gd name="T2" fmla="*/ 37 w 37"/>
                <a:gd name="T3" fmla="*/ 0 h 1"/>
                <a:gd name="T4" fmla="*/ 22 w 37"/>
                <a:gd name="T5" fmla="*/ 1 h 1"/>
                <a:gd name="T6" fmla="*/ 0 w 37"/>
                <a:gd name="T7" fmla="*/ 1 h 1"/>
                <a:gd name="T8" fmla="*/ 37 w 37"/>
                <a:gd name="T9" fmla="*/ 0 h 1"/>
              </a:gdLst>
              <a:ahLst/>
              <a:cxnLst>
                <a:cxn ang="0">
                  <a:pos x="T0" y="T1"/>
                </a:cxn>
                <a:cxn ang="0">
                  <a:pos x="T2" y="T3"/>
                </a:cxn>
                <a:cxn ang="0">
                  <a:pos x="T4" y="T5"/>
                </a:cxn>
                <a:cxn ang="0">
                  <a:pos x="T6" y="T7"/>
                </a:cxn>
                <a:cxn ang="0">
                  <a:pos x="T8" y="T9"/>
                </a:cxn>
              </a:cxnLst>
              <a:rect l="0" t="0" r="r" b="b"/>
              <a:pathLst>
                <a:path w="37" h="1">
                  <a:moveTo>
                    <a:pt x="37" y="0"/>
                  </a:moveTo>
                  <a:lnTo>
                    <a:pt x="37" y="0"/>
                  </a:lnTo>
                  <a:lnTo>
                    <a:pt x="22" y="1"/>
                  </a:lnTo>
                  <a:lnTo>
                    <a:pt x="0" y="1"/>
                  </a:lnTo>
                  <a:lnTo>
                    <a:pt x="37" y="0"/>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356" name="Freeform 105"/>
            <p:cNvSpPr/>
            <p:nvPr/>
          </p:nvSpPr>
          <p:spPr bwMode="invGray">
            <a:xfrm>
              <a:off x="-1547050" y="8375210"/>
              <a:ext cx="76934" cy="6984"/>
            </a:xfrm>
            <a:custGeom>
              <a:avLst/>
              <a:gdLst>
                <a:gd name="T0" fmla="*/ 0 w 63"/>
                <a:gd name="T1" fmla="*/ 0 h 2"/>
                <a:gd name="T2" fmla="*/ 0 w 63"/>
                <a:gd name="T3" fmla="*/ 0 h 2"/>
                <a:gd name="T4" fmla="*/ 63 w 63"/>
                <a:gd name="T5" fmla="*/ 0 h 2"/>
                <a:gd name="T6" fmla="*/ 0 w 63"/>
                <a:gd name="T7" fmla="*/ 0 h 2"/>
              </a:gdLst>
              <a:ahLst/>
              <a:cxnLst>
                <a:cxn ang="0">
                  <a:pos x="T0" y="T1"/>
                </a:cxn>
                <a:cxn ang="0">
                  <a:pos x="T2" y="T3"/>
                </a:cxn>
                <a:cxn ang="0">
                  <a:pos x="T4" y="T5"/>
                </a:cxn>
                <a:cxn ang="0">
                  <a:pos x="T6" y="T7"/>
                </a:cxn>
              </a:cxnLst>
              <a:rect l="0" t="0" r="r" b="b"/>
              <a:pathLst>
                <a:path w="62" h="2">
                  <a:moveTo>
                    <a:pt x="0" y="0"/>
                  </a:moveTo>
                  <a:lnTo>
                    <a:pt x="0" y="0"/>
                  </a:lnTo>
                  <a:cubicBezTo>
                    <a:pt x="18" y="2"/>
                    <a:pt x="52" y="1"/>
                    <a:pt x="63" y="0"/>
                  </a:cubicBezTo>
                  <a:cubicBezTo>
                    <a:pt x="24" y="0"/>
                    <a:pt x="41" y="0"/>
                    <a:pt x="0" y="0"/>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357" name="Freeform 106"/>
            <p:cNvSpPr/>
            <p:nvPr/>
          </p:nvSpPr>
          <p:spPr bwMode="invGray">
            <a:xfrm>
              <a:off x="-1533891" y="8417120"/>
              <a:ext cx="46566" cy="4657"/>
            </a:xfrm>
            <a:custGeom>
              <a:avLst/>
              <a:gdLst>
                <a:gd name="T0" fmla="*/ 38 w 38"/>
                <a:gd name="T1" fmla="*/ 0 h 1"/>
                <a:gd name="T2" fmla="*/ 38 w 38"/>
                <a:gd name="T3" fmla="*/ 0 h 1"/>
                <a:gd name="T4" fmla="*/ 0 w 38"/>
                <a:gd name="T5" fmla="*/ 1 h 1"/>
                <a:gd name="T6" fmla="*/ 3 w 38"/>
                <a:gd name="T7" fmla="*/ 1 h 1"/>
                <a:gd name="T8" fmla="*/ 38 w 38"/>
                <a:gd name="T9" fmla="*/ 0 h 1"/>
              </a:gdLst>
              <a:ahLst/>
              <a:cxnLst>
                <a:cxn ang="0">
                  <a:pos x="T0" y="T1"/>
                </a:cxn>
                <a:cxn ang="0">
                  <a:pos x="T2" y="T3"/>
                </a:cxn>
                <a:cxn ang="0">
                  <a:pos x="T4" y="T5"/>
                </a:cxn>
                <a:cxn ang="0">
                  <a:pos x="T6" y="T7"/>
                </a:cxn>
                <a:cxn ang="0">
                  <a:pos x="T8" y="T9"/>
                </a:cxn>
              </a:cxnLst>
              <a:rect l="0" t="0" r="r" b="b"/>
              <a:pathLst>
                <a:path w="38" h="1">
                  <a:moveTo>
                    <a:pt x="38" y="0"/>
                  </a:moveTo>
                  <a:lnTo>
                    <a:pt x="38" y="0"/>
                  </a:lnTo>
                  <a:lnTo>
                    <a:pt x="0" y="1"/>
                  </a:lnTo>
                  <a:lnTo>
                    <a:pt x="3" y="1"/>
                  </a:lnTo>
                  <a:lnTo>
                    <a:pt x="38" y="0"/>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358" name="Freeform 107"/>
            <p:cNvSpPr/>
            <p:nvPr/>
          </p:nvSpPr>
          <p:spPr bwMode="invGray">
            <a:xfrm>
              <a:off x="-2949079" y="8282077"/>
              <a:ext cx="22270" cy="0"/>
            </a:xfrm>
            <a:custGeom>
              <a:avLst/>
              <a:gdLst>
                <a:gd name="T0" fmla="*/ 18 w 18"/>
                <a:gd name="T1" fmla="*/ 18 w 18"/>
                <a:gd name="T2" fmla="*/ 0 w 18"/>
                <a:gd name="T3" fmla="*/ 18 w 18"/>
              </a:gdLst>
              <a:ahLst/>
              <a:cxnLst>
                <a:cxn ang="0">
                  <a:pos x="T0" y="0"/>
                </a:cxn>
                <a:cxn ang="0">
                  <a:pos x="T1" y="0"/>
                </a:cxn>
                <a:cxn ang="0">
                  <a:pos x="T2" y="0"/>
                </a:cxn>
                <a:cxn ang="0">
                  <a:pos x="T3" y="0"/>
                </a:cxn>
              </a:cxnLst>
              <a:rect l="0" t="0" r="r" b="b"/>
              <a:pathLst>
                <a:path w="18">
                  <a:moveTo>
                    <a:pt x="18" y="0"/>
                  </a:moveTo>
                  <a:lnTo>
                    <a:pt x="18" y="0"/>
                  </a:lnTo>
                  <a:lnTo>
                    <a:pt x="0" y="0"/>
                  </a:lnTo>
                  <a:lnTo>
                    <a:pt x="18" y="0"/>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359" name="Freeform 108"/>
            <p:cNvSpPr/>
            <p:nvPr/>
          </p:nvSpPr>
          <p:spPr bwMode="invGray">
            <a:xfrm>
              <a:off x="-3250743" y="8258794"/>
              <a:ext cx="790603" cy="27940"/>
            </a:xfrm>
            <a:custGeom>
              <a:avLst/>
              <a:gdLst>
                <a:gd name="T0" fmla="*/ 588 w 647"/>
                <a:gd name="T1" fmla="*/ 5 h 8"/>
                <a:gd name="T2" fmla="*/ 588 w 647"/>
                <a:gd name="T3" fmla="*/ 5 h 8"/>
                <a:gd name="T4" fmla="*/ 619 w 647"/>
                <a:gd name="T5" fmla="*/ 0 h 8"/>
                <a:gd name="T6" fmla="*/ 570 w 647"/>
                <a:gd name="T7" fmla="*/ 1 h 8"/>
                <a:gd name="T8" fmla="*/ 574 w 647"/>
                <a:gd name="T9" fmla="*/ 0 h 8"/>
                <a:gd name="T10" fmla="*/ 515 w 647"/>
                <a:gd name="T11" fmla="*/ 1 h 8"/>
                <a:gd name="T12" fmla="*/ 533 w 647"/>
                <a:gd name="T13" fmla="*/ 3 h 8"/>
                <a:gd name="T14" fmla="*/ 450 w 647"/>
                <a:gd name="T15" fmla="*/ 0 h 8"/>
                <a:gd name="T16" fmla="*/ 361 w 647"/>
                <a:gd name="T17" fmla="*/ 0 h 8"/>
                <a:gd name="T18" fmla="*/ 368 w 647"/>
                <a:gd name="T19" fmla="*/ 0 h 8"/>
                <a:gd name="T20" fmla="*/ 355 w 647"/>
                <a:gd name="T21" fmla="*/ 0 h 8"/>
                <a:gd name="T22" fmla="*/ 55 w 647"/>
                <a:gd name="T23" fmla="*/ 1 h 8"/>
                <a:gd name="T24" fmla="*/ 45 w 647"/>
                <a:gd name="T25" fmla="*/ 6 h 8"/>
                <a:gd name="T26" fmla="*/ 207 w 647"/>
                <a:gd name="T27" fmla="*/ 5 h 8"/>
                <a:gd name="T28" fmla="*/ 214 w 647"/>
                <a:gd name="T29" fmla="*/ 6 h 8"/>
                <a:gd name="T30" fmla="*/ 250 w 647"/>
                <a:gd name="T31" fmla="*/ 4 h 8"/>
                <a:gd name="T32" fmla="*/ 216 w 647"/>
                <a:gd name="T33" fmla="*/ 3 h 8"/>
                <a:gd name="T34" fmla="*/ 393 w 647"/>
                <a:gd name="T35" fmla="*/ 3 h 8"/>
                <a:gd name="T36" fmla="*/ 265 w 647"/>
                <a:gd name="T37" fmla="*/ 5 h 8"/>
                <a:gd name="T38" fmla="*/ 265 w 647"/>
                <a:gd name="T39" fmla="*/ 7 h 8"/>
                <a:gd name="T40" fmla="*/ 588 w 647"/>
                <a:gd name="T41" fmla="*/ 5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647" h="8">
                  <a:moveTo>
                    <a:pt x="588" y="5"/>
                  </a:moveTo>
                  <a:lnTo>
                    <a:pt x="588" y="5"/>
                  </a:lnTo>
                  <a:cubicBezTo>
                    <a:pt x="499" y="3"/>
                    <a:pt x="647" y="3"/>
                    <a:pt x="619" y="0"/>
                  </a:cubicBezTo>
                  <a:lnTo>
                    <a:pt x="570" y="1"/>
                  </a:lnTo>
                  <a:lnTo>
                    <a:pt x="574" y="0"/>
                  </a:lnTo>
                  <a:lnTo>
                    <a:pt x="515" y="1"/>
                  </a:lnTo>
                  <a:cubicBezTo>
                    <a:pt x="527" y="2"/>
                    <a:pt x="536" y="2"/>
                    <a:pt x="533" y="3"/>
                  </a:cubicBezTo>
                  <a:cubicBezTo>
                    <a:pt x="454" y="3"/>
                    <a:pt x="508" y="2"/>
                    <a:pt x="450" y="0"/>
                  </a:cubicBezTo>
                  <a:lnTo>
                    <a:pt x="361" y="0"/>
                  </a:lnTo>
                  <a:lnTo>
                    <a:pt x="368" y="0"/>
                  </a:lnTo>
                  <a:cubicBezTo>
                    <a:pt x="361" y="0"/>
                    <a:pt x="357" y="0"/>
                    <a:pt x="355" y="0"/>
                  </a:cubicBezTo>
                  <a:lnTo>
                    <a:pt x="55" y="1"/>
                  </a:lnTo>
                  <a:cubicBezTo>
                    <a:pt x="0" y="3"/>
                    <a:pt x="85" y="4"/>
                    <a:pt x="45" y="6"/>
                  </a:cubicBezTo>
                  <a:cubicBezTo>
                    <a:pt x="108" y="6"/>
                    <a:pt x="202" y="8"/>
                    <a:pt x="207" y="5"/>
                  </a:cubicBezTo>
                  <a:cubicBezTo>
                    <a:pt x="205" y="5"/>
                    <a:pt x="201" y="6"/>
                    <a:pt x="214" y="6"/>
                  </a:cubicBezTo>
                  <a:lnTo>
                    <a:pt x="250" y="4"/>
                  </a:lnTo>
                  <a:lnTo>
                    <a:pt x="216" y="3"/>
                  </a:lnTo>
                  <a:cubicBezTo>
                    <a:pt x="252" y="1"/>
                    <a:pt x="371" y="1"/>
                    <a:pt x="393" y="3"/>
                  </a:cubicBezTo>
                  <a:cubicBezTo>
                    <a:pt x="325" y="4"/>
                    <a:pt x="359" y="6"/>
                    <a:pt x="265" y="5"/>
                  </a:cubicBezTo>
                  <a:cubicBezTo>
                    <a:pt x="269" y="6"/>
                    <a:pt x="286" y="7"/>
                    <a:pt x="265" y="7"/>
                  </a:cubicBezTo>
                  <a:cubicBezTo>
                    <a:pt x="375" y="6"/>
                    <a:pt x="474" y="8"/>
                    <a:pt x="588" y="5"/>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360" name="Freeform 109"/>
            <p:cNvSpPr/>
            <p:nvPr/>
          </p:nvSpPr>
          <p:spPr bwMode="invGray">
            <a:xfrm>
              <a:off x="-3886464" y="8282078"/>
              <a:ext cx="3037" cy="0"/>
            </a:xfrm>
            <a:custGeom>
              <a:avLst/>
              <a:gdLst>
                <a:gd name="T0" fmla="*/ 1 w 2"/>
                <a:gd name="T1" fmla="*/ 1 w 2"/>
                <a:gd name="T2" fmla="*/ 2 w 2"/>
                <a:gd name="T3" fmla="*/ 1 w 2"/>
              </a:gdLst>
              <a:ahLst/>
              <a:cxnLst>
                <a:cxn ang="0">
                  <a:pos x="T0" y="0"/>
                </a:cxn>
                <a:cxn ang="0">
                  <a:pos x="T1" y="0"/>
                </a:cxn>
                <a:cxn ang="0">
                  <a:pos x="T2" y="0"/>
                </a:cxn>
                <a:cxn ang="0">
                  <a:pos x="T3" y="0"/>
                </a:cxn>
              </a:cxnLst>
              <a:rect l="0" t="0" r="r" b="b"/>
              <a:pathLst>
                <a:path w="2">
                  <a:moveTo>
                    <a:pt x="1" y="0"/>
                  </a:moveTo>
                  <a:lnTo>
                    <a:pt x="1" y="0"/>
                  </a:lnTo>
                  <a:lnTo>
                    <a:pt x="2" y="0"/>
                  </a:lnTo>
                  <a:cubicBezTo>
                    <a:pt x="0" y="0"/>
                    <a:pt x="0" y="0"/>
                    <a:pt x="1" y="0"/>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361" name="Freeform 110"/>
            <p:cNvSpPr/>
            <p:nvPr/>
          </p:nvSpPr>
          <p:spPr bwMode="invGray">
            <a:xfrm>
              <a:off x="-3883427" y="8272765"/>
              <a:ext cx="110340" cy="9313"/>
            </a:xfrm>
            <a:custGeom>
              <a:avLst/>
              <a:gdLst>
                <a:gd name="T0" fmla="*/ 36 w 90"/>
                <a:gd name="T1" fmla="*/ 3 h 3"/>
                <a:gd name="T2" fmla="*/ 36 w 90"/>
                <a:gd name="T3" fmla="*/ 3 h 3"/>
                <a:gd name="T4" fmla="*/ 90 w 90"/>
                <a:gd name="T5" fmla="*/ 0 h 3"/>
                <a:gd name="T6" fmla="*/ 6 w 90"/>
                <a:gd name="T7" fmla="*/ 1 h 3"/>
                <a:gd name="T8" fmla="*/ 0 w 90"/>
                <a:gd name="T9" fmla="*/ 3 h 3"/>
                <a:gd name="T10" fmla="*/ 48 w 90"/>
                <a:gd name="T11" fmla="*/ 2 h 3"/>
                <a:gd name="T12" fmla="*/ 36 w 90"/>
                <a:gd name="T13" fmla="*/ 3 h 3"/>
              </a:gdLst>
              <a:ahLst/>
              <a:cxnLst>
                <a:cxn ang="0">
                  <a:pos x="T0" y="T1"/>
                </a:cxn>
                <a:cxn ang="0">
                  <a:pos x="T2" y="T3"/>
                </a:cxn>
                <a:cxn ang="0">
                  <a:pos x="T4" y="T5"/>
                </a:cxn>
                <a:cxn ang="0">
                  <a:pos x="T6" y="T7"/>
                </a:cxn>
                <a:cxn ang="0">
                  <a:pos x="T8" y="T9"/>
                </a:cxn>
                <a:cxn ang="0">
                  <a:pos x="T10" y="T11"/>
                </a:cxn>
                <a:cxn ang="0">
                  <a:pos x="T12" y="T13"/>
                </a:cxn>
              </a:cxnLst>
              <a:rect l="0" t="0" r="r" b="b"/>
              <a:pathLst>
                <a:path w="90" h="3">
                  <a:moveTo>
                    <a:pt x="36" y="3"/>
                  </a:moveTo>
                  <a:lnTo>
                    <a:pt x="36" y="3"/>
                  </a:lnTo>
                  <a:lnTo>
                    <a:pt x="90" y="0"/>
                  </a:lnTo>
                  <a:lnTo>
                    <a:pt x="6" y="1"/>
                  </a:lnTo>
                  <a:lnTo>
                    <a:pt x="0" y="3"/>
                  </a:lnTo>
                  <a:cubicBezTo>
                    <a:pt x="8" y="2"/>
                    <a:pt x="37" y="1"/>
                    <a:pt x="48" y="2"/>
                  </a:cubicBezTo>
                  <a:lnTo>
                    <a:pt x="36" y="3"/>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362" name="Freeform 111"/>
            <p:cNvSpPr/>
            <p:nvPr/>
          </p:nvSpPr>
          <p:spPr bwMode="invGray">
            <a:xfrm>
              <a:off x="-3777137" y="8270435"/>
              <a:ext cx="78959" cy="18627"/>
            </a:xfrm>
            <a:custGeom>
              <a:avLst/>
              <a:gdLst>
                <a:gd name="T0" fmla="*/ 65 w 65"/>
                <a:gd name="T1" fmla="*/ 0 h 6"/>
                <a:gd name="T2" fmla="*/ 65 w 65"/>
                <a:gd name="T3" fmla="*/ 0 h 6"/>
                <a:gd name="T4" fmla="*/ 48 w 65"/>
                <a:gd name="T5" fmla="*/ 4 h 6"/>
                <a:gd name="T6" fmla="*/ 0 w 65"/>
                <a:gd name="T7" fmla="*/ 4 h 6"/>
                <a:gd name="T8" fmla="*/ 61 w 65"/>
                <a:gd name="T9" fmla="*/ 4 h 6"/>
                <a:gd name="T10" fmla="*/ 65 w 65"/>
                <a:gd name="T11" fmla="*/ 0 h 6"/>
              </a:gdLst>
              <a:ahLst/>
              <a:cxnLst>
                <a:cxn ang="0">
                  <a:pos x="T0" y="T1"/>
                </a:cxn>
                <a:cxn ang="0">
                  <a:pos x="T2" y="T3"/>
                </a:cxn>
                <a:cxn ang="0">
                  <a:pos x="T4" y="T5"/>
                </a:cxn>
                <a:cxn ang="0">
                  <a:pos x="T6" y="T7"/>
                </a:cxn>
                <a:cxn ang="0">
                  <a:pos x="T8" y="T9"/>
                </a:cxn>
                <a:cxn ang="0">
                  <a:pos x="T10" y="T11"/>
                </a:cxn>
              </a:cxnLst>
              <a:rect l="0" t="0" r="r" b="b"/>
              <a:pathLst>
                <a:path w="65" h="6">
                  <a:moveTo>
                    <a:pt x="65" y="0"/>
                  </a:moveTo>
                  <a:lnTo>
                    <a:pt x="65" y="0"/>
                  </a:lnTo>
                  <a:cubicBezTo>
                    <a:pt x="22" y="1"/>
                    <a:pt x="25" y="3"/>
                    <a:pt x="48" y="4"/>
                  </a:cubicBezTo>
                  <a:cubicBezTo>
                    <a:pt x="8" y="5"/>
                    <a:pt x="27" y="1"/>
                    <a:pt x="0" y="4"/>
                  </a:cubicBezTo>
                  <a:cubicBezTo>
                    <a:pt x="1" y="6"/>
                    <a:pt x="50" y="5"/>
                    <a:pt x="61" y="4"/>
                  </a:cubicBezTo>
                  <a:lnTo>
                    <a:pt x="65" y="0"/>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363" name="Freeform 112"/>
            <p:cNvSpPr/>
            <p:nvPr/>
          </p:nvSpPr>
          <p:spPr bwMode="invGray">
            <a:xfrm>
              <a:off x="-3320591" y="8272763"/>
              <a:ext cx="36443" cy="4657"/>
            </a:xfrm>
            <a:custGeom>
              <a:avLst/>
              <a:gdLst>
                <a:gd name="T0" fmla="*/ 12 w 30"/>
                <a:gd name="T1" fmla="*/ 0 h 1"/>
                <a:gd name="T2" fmla="*/ 12 w 30"/>
                <a:gd name="T3" fmla="*/ 0 h 1"/>
                <a:gd name="T4" fmla="*/ 0 w 30"/>
                <a:gd name="T5" fmla="*/ 1 h 1"/>
                <a:gd name="T6" fmla="*/ 30 w 30"/>
                <a:gd name="T7" fmla="*/ 1 h 1"/>
                <a:gd name="T8" fmla="*/ 12 w 30"/>
                <a:gd name="T9" fmla="*/ 0 h 1"/>
              </a:gdLst>
              <a:ahLst/>
              <a:cxnLst>
                <a:cxn ang="0">
                  <a:pos x="T0" y="T1"/>
                </a:cxn>
                <a:cxn ang="0">
                  <a:pos x="T2" y="T3"/>
                </a:cxn>
                <a:cxn ang="0">
                  <a:pos x="T4" y="T5"/>
                </a:cxn>
                <a:cxn ang="0">
                  <a:pos x="T6" y="T7"/>
                </a:cxn>
                <a:cxn ang="0">
                  <a:pos x="T8" y="T9"/>
                </a:cxn>
              </a:cxnLst>
              <a:rect l="0" t="0" r="r" b="b"/>
              <a:pathLst>
                <a:path w="30" h="1">
                  <a:moveTo>
                    <a:pt x="12" y="0"/>
                  </a:moveTo>
                  <a:lnTo>
                    <a:pt x="12" y="0"/>
                  </a:lnTo>
                  <a:lnTo>
                    <a:pt x="0" y="1"/>
                  </a:lnTo>
                  <a:lnTo>
                    <a:pt x="30" y="1"/>
                  </a:lnTo>
                  <a:lnTo>
                    <a:pt x="12" y="0"/>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364" name="Freeform 113"/>
            <p:cNvSpPr/>
            <p:nvPr/>
          </p:nvSpPr>
          <p:spPr bwMode="invGray">
            <a:xfrm>
              <a:off x="-3358045" y="8277421"/>
              <a:ext cx="37455" cy="4657"/>
            </a:xfrm>
            <a:custGeom>
              <a:avLst/>
              <a:gdLst>
                <a:gd name="T0" fmla="*/ 30 w 30"/>
                <a:gd name="T1" fmla="*/ 0 h 2"/>
                <a:gd name="T2" fmla="*/ 30 w 30"/>
                <a:gd name="T3" fmla="*/ 0 h 2"/>
                <a:gd name="T4" fmla="*/ 0 w 30"/>
                <a:gd name="T5" fmla="*/ 0 h 2"/>
                <a:gd name="T6" fmla="*/ 9 w 30"/>
                <a:gd name="T7" fmla="*/ 2 h 2"/>
                <a:gd name="T8" fmla="*/ 30 w 30"/>
                <a:gd name="T9" fmla="*/ 0 h 2"/>
              </a:gdLst>
              <a:ahLst/>
              <a:cxnLst>
                <a:cxn ang="0">
                  <a:pos x="T0" y="T1"/>
                </a:cxn>
                <a:cxn ang="0">
                  <a:pos x="T2" y="T3"/>
                </a:cxn>
                <a:cxn ang="0">
                  <a:pos x="T4" y="T5"/>
                </a:cxn>
                <a:cxn ang="0">
                  <a:pos x="T6" y="T7"/>
                </a:cxn>
                <a:cxn ang="0">
                  <a:pos x="T8" y="T9"/>
                </a:cxn>
              </a:cxnLst>
              <a:rect l="0" t="0" r="r" b="b"/>
              <a:pathLst>
                <a:path w="30" h="2">
                  <a:moveTo>
                    <a:pt x="30" y="0"/>
                  </a:moveTo>
                  <a:lnTo>
                    <a:pt x="30" y="0"/>
                  </a:lnTo>
                  <a:lnTo>
                    <a:pt x="0" y="0"/>
                  </a:lnTo>
                  <a:cubicBezTo>
                    <a:pt x="2" y="0"/>
                    <a:pt x="4" y="1"/>
                    <a:pt x="9" y="2"/>
                  </a:cubicBezTo>
                  <a:lnTo>
                    <a:pt x="30" y="0"/>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365" name="Freeform 114"/>
            <p:cNvSpPr/>
            <p:nvPr/>
          </p:nvSpPr>
          <p:spPr bwMode="invGray">
            <a:xfrm>
              <a:off x="-3506853" y="8272763"/>
              <a:ext cx="53652" cy="0"/>
            </a:xfrm>
            <a:custGeom>
              <a:avLst/>
              <a:gdLst>
                <a:gd name="T0" fmla="*/ 44 w 44"/>
                <a:gd name="T1" fmla="*/ 44 w 44"/>
                <a:gd name="T2" fmla="*/ 0 w 44"/>
                <a:gd name="T3" fmla="*/ 44 w 44"/>
              </a:gdLst>
              <a:ahLst/>
              <a:cxnLst>
                <a:cxn ang="0">
                  <a:pos x="T0" y="0"/>
                </a:cxn>
                <a:cxn ang="0">
                  <a:pos x="T1" y="0"/>
                </a:cxn>
                <a:cxn ang="0">
                  <a:pos x="T2" y="0"/>
                </a:cxn>
                <a:cxn ang="0">
                  <a:pos x="T3" y="0"/>
                </a:cxn>
              </a:cxnLst>
              <a:rect l="0" t="0" r="r" b="b"/>
              <a:pathLst>
                <a:path w="44">
                  <a:moveTo>
                    <a:pt x="44" y="0"/>
                  </a:moveTo>
                  <a:lnTo>
                    <a:pt x="44" y="0"/>
                  </a:lnTo>
                  <a:lnTo>
                    <a:pt x="0" y="0"/>
                  </a:lnTo>
                  <a:lnTo>
                    <a:pt x="44" y="0"/>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366" name="Freeform 115"/>
            <p:cNvSpPr/>
            <p:nvPr/>
          </p:nvSpPr>
          <p:spPr bwMode="invGray">
            <a:xfrm>
              <a:off x="-3453202" y="8272763"/>
              <a:ext cx="41504" cy="4657"/>
            </a:xfrm>
            <a:custGeom>
              <a:avLst/>
              <a:gdLst>
                <a:gd name="T0" fmla="*/ 34 w 34"/>
                <a:gd name="T1" fmla="*/ 1 h 1"/>
                <a:gd name="T2" fmla="*/ 34 w 34"/>
                <a:gd name="T3" fmla="*/ 1 h 1"/>
                <a:gd name="T4" fmla="*/ 33 w 34"/>
                <a:gd name="T5" fmla="*/ 0 h 1"/>
                <a:gd name="T6" fmla="*/ 0 w 34"/>
                <a:gd name="T7" fmla="*/ 0 h 1"/>
                <a:gd name="T8" fmla="*/ 34 w 34"/>
                <a:gd name="T9" fmla="*/ 1 h 1"/>
              </a:gdLst>
              <a:ahLst/>
              <a:cxnLst>
                <a:cxn ang="0">
                  <a:pos x="T0" y="T1"/>
                </a:cxn>
                <a:cxn ang="0">
                  <a:pos x="T2" y="T3"/>
                </a:cxn>
                <a:cxn ang="0">
                  <a:pos x="T4" y="T5"/>
                </a:cxn>
                <a:cxn ang="0">
                  <a:pos x="T6" y="T7"/>
                </a:cxn>
                <a:cxn ang="0">
                  <a:pos x="T8" y="T9"/>
                </a:cxn>
              </a:cxnLst>
              <a:rect l="0" t="0" r="r" b="b"/>
              <a:pathLst>
                <a:path w="34" h="1">
                  <a:moveTo>
                    <a:pt x="34" y="1"/>
                  </a:moveTo>
                  <a:lnTo>
                    <a:pt x="34" y="1"/>
                  </a:lnTo>
                  <a:lnTo>
                    <a:pt x="33" y="0"/>
                  </a:lnTo>
                  <a:lnTo>
                    <a:pt x="0" y="0"/>
                  </a:lnTo>
                  <a:lnTo>
                    <a:pt x="34" y="1"/>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367" name="Freeform 116"/>
            <p:cNvSpPr/>
            <p:nvPr/>
          </p:nvSpPr>
          <p:spPr bwMode="invGray">
            <a:xfrm>
              <a:off x="-3423844" y="8263449"/>
              <a:ext cx="65799" cy="13970"/>
            </a:xfrm>
            <a:custGeom>
              <a:avLst/>
              <a:gdLst>
                <a:gd name="T0" fmla="*/ 54 w 54"/>
                <a:gd name="T1" fmla="*/ 4 h 4"/>
                <a:gd name="T2" fmla="*/ 54 w 54"/>
                <a:gd name="T3" fmla="*/ 4 h 4"/>
                <a:gd name="T4" fmla="*/ 0 w 54"/>
                <a:gd name="T5" fmla="*/ 1 h 4"/>
                <a:gd name="T6" fmla="*/ 9 w 54"/>
                <a:gd name="T7" fmla="*/ 3 h 4"/>
                <a:gd name="T8" fmla="*/ 54 w 54"/>
                <a:gd name="T9" fmla="*/ 4 h 4"/>
              </a:gdLst>
              <a:ahLst/>
              <a:cxnLst>
                <a:cxn ang="0">
                  <a:pos x="T0" y="T1"/>
                </a:cxn>
                <a:cxn ang="0">
                  <a:pos x="T2" y="T3"/>
                </a:cxn>
                <a:cxn ang="0">
                  <a:pos x="T4" y="T5"/>
                </a:cxn>
                <a:cxn ang="0">
                  <a:pos x="T6" y="T7"/>
                </a:cxn>
                <a:cxn ang="0">
                  <a:pos x="T8" y="T9"/>
                </a:cxn>
              </a:cxnLst>
              <a:rect l="0" t="0" r="r" b="b"/>
              <a:pathLst>
                <a:path w="54" h="4">
                  <a:moveTo>
                    <a:pt x="54" y="4"/>
                  </a:moveTo>
                  <a:lnTo>
                    <a:pt x="54" y="4"/>
                  </a:lnTo>
                  <a:cubicBezTo>
                    <a:pt x="49" y="2"/>
                    <a:pt x="43" y="0"/>
                    <a:pt x="0" y="1"/>
                  </a:cubicBezTo>
                  <a:lnTo>
                    <a:pt x="9" y="3"/>
                  </a:lnTo>
                  <a:lnTo>
                    <a:pt x="54" y="4"/>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368" name="Freeform 117"/>
            <p:cNvSpPr/>
            <p:nvPr/>
          </p:nvSpPr>
          <p:spPr bwMode="invGray">
            <a:xfrm>
              <a:off x="-1864911" y="8412462"/>
              <a:ext cx="46566" cy="4657"/>
            </a:xfrm>
            <a:custGeom>
              <a:avLst/>
              <a:gdLst>
                <a:gd name="T0" fmla="*/ 34 w 38"/>
                <a:gd name="T1" fmla="*/ 0 h 2"/>
                <a:gd name="T2" fmla="*/ 34 w 38"/>
                <a:gd name="T3" fmla="*/ 0 h 2"/>
                <a:gd name="T4" fmla="*/ 0 w 38"/>
                <a:gd name="T5" fmla="*/ 1 h 2"/>
                <a:gd name="T6" fmla="*/ 4 w 38"/>
                <a:gd name="T7" fmla="*/ 2 h 2"/>
                <a:gd name="T8" fmla="*/ 38 w 38"/>
                <a:gd name="T9" fmla="*/ 1 h 2"/>
                <a:gd name="T10" fmla="*/ 34 w 38"/>
                <a:gd name="T11" fmla="*/ 0 h 2"/>
              </a:gdLst>
              <a:ahLst/>
              <a:cxnLst>
                <a:cxn ang="0">
                  <a:pos x="T0" y="T1"/>
                </a:cxn>
                <a:cxn ang="0">
                  <a:pos x="T2" y="T3"/>
                </a:cxn>
                <a:cxn ang="0">
                  <a:pos x="T4" y="T5"/>
                </a:cxn>
                <a:cxn ang="0">
                  <a:pos x="T6" y="T7"/>
                </a:cxn>
                <a:cxn ang="0">
                  <a:pos x="T8" y="T9"/>
                </a:cxn>
                <a:cxn ang="0">
                  <a:pos x="T10" y="T11"/>
                </a:cxn>
              </a:cxnLst>
              <a:rect l="0" t="0" r="r" b="b"/>
              <a:pathLst>
                <a:path w="38" h="2">
                  <a:moveTo>
                    <a:pt x="34" y="0"/>
                  </a:moveTo>
                  <a:lnTo>
                    <a:pt x="34" y="0"/>
                  </a:lnTo>
                  <a:lnTo>
                    <a:pt x="0" y="1"/>
                  </a:lnTo>
                  <a:lnTo>
                    <a:pt x="4" y="2"/>
                  </a:lnTo>
                  <a:lnTo>
                    <a:pt x="38" y="1"/>
                  </a:lnTo>
                  <a:lnTo>
                    <a:pt x="34" y="0"/>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369" name="Freeform 118"/>
            <p:cNvSpPr/>
            <p:nvPr/>
          </p:nvSpPr>
          <p:spPr bwMode="invGray">
            <a:xfrm>
              <a:off x="-2088628" y="8407806"/>
              <a:ext cx="25308" cy="4657"/>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9" y="1"/>
                    <a:pt x="16" y="1"/>
                    <a:pt x="21" y="0"/>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370" name="Freeform 119"/>
            <p:cNvSpPr/>
            <p:nvPr/>
          </p:nvSpPr>
          <p:spPr bwMode="invGray">
            <a:xfrm>
              <a:off x="-2380169" y="8407806"/>
              <a:ext cx="291541" cy="46567"/>
            </a:xfrm>
            <a:custGeom>
              <a:avLst/>
              <a:gdLst>
                <a:gd name="T0" fmla="*/ 113 w 238"/>
                <a:gd name="T1" fmla="*/ 12 h 14"/>
                <a:gd name="T2" fmla="*/ 113 w 238"/>
                <a:gd name="T3" fmla="*/ 12 h 14"/>
                <a:gd name="T4" fmla="*/ 94 w 238"/>
                <a:gd name="T5" fmla="*/ 9 h 14"/>
                <a:gd name="T6" fmla="*/ 157 w 238"/>
                <a:gd name="T7" fmla="*/ 6 h 14"/>
                <a:gd name="T8" fmla="*/ 145 w 238"/>
                <a:gd name="T9" fmla="*/ 8 h 14"/>
                <a:gd name="T10" fmla="*/ 169 w 238"/>
                <a:gd name="T11" fmla="*/ 6 h 14"/>
                <a:gd name="T12" fmla="*/ 238 w 238"/>
                <a:gd name="T13" fmla="*/ 1 h 14"/>
                <a:gd name="T14" fmla="*/ 32 w 238"/>
                <a:gd name="T15" fmla="*/ 3 h 14"/>
                <a:gd name="T16" fmla="*/ 19 w 238"/>
                <a:gd name="T17" fmla="*/ 13 h 14"/>
                <a:gd name="T18" fmla="*/ 113 w 238"/>
                <a:gd name="T19" fmla="*/ 12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8" h="14">
                  <a:moveTo>
                    <a:pt x="113" y="12"/>
                  </a:moveTo>
                  <a:lnTo>
                    <a:pt x="113" y="12"/>
                  </a:lnTo>
                  <a:cubicBezTo>
                    <a:pt x="73" y="10"/>
                    <a:pt x="168" y="9"/>
                    <a:pt x="94" y="9"/>
                  </a:cubicBezTo>
                  <a:cubicBezTo>
                    <a:pt x="88" y="7"/>
                    <a:pt x="122" y="5"/>
                    <a:pt x="157" y="6"/>
                  </a:cubicBezTo>
                  <a:cubicBezTo>
                    <a:pt x="155" y="7"/>
                    <a:pt x="123" y="7"/>
                    <a:pt x="145" y="8"/>
                  </a:cubicBezTo>
                  <a:cubicBezTo>
                    <a:pt x="168" y="7"/>
                    <a:pt x="177" y="8"/>
                    <a:pt x="169" y="6"/>
                  </a:cubicBezTo>
                  <a:cubicBezTo>
                    <a:pt x="208" y="4"/>
                    <a:pt x="212" y="3"/>
                    <a:pt x="238" y="1"/>
                  </a:cubicBezTo>
                  <a:cubicBezTo>
                    <a:pt x="191" y="2"/>
                    <a:pt x="92" y="0"/>
                    <a:pt x="32" y="3"/>
                  </a:cubicBezTo>
                  <a:cubicBezTo>
                    <a:pt x="0" y="6"/>
                    <a:pt x="20" y="9"/>
                    <a:pt x="19" y="13"/>
                  </a:cubicBezTo>
                  <a:cubicBezTo>
                    <a:pt x="24" y="14"/>
                    <a:pt x="110" y="14"/>
                    <a:pt x="113" y="12"/>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371" name="Freeform 120"/>
            <p:cNvSpPr/>
            <p:nvPr/>
          </p:nvSpPr>
          <p:spPr bwMode="invGray">
            <a:xfrm>
              <a:off x="-2164550" y="8454372"/>
              <a:ext cx="43529" cy="6984"/>
            </a:xfrm>
            <a:custGeom>
              <a:avLst/>
              <a:gdLst>
                <a:gd name="T0" fmla="*/ 0 w 36"/>
                <a:gd name="T1" fmla="*/ 1 h 2"/>
                <a:gd name="T2" fmla="*/ 0 w 36"/>
                <a:gd name="T3" fmla="*/ 1 h 2"/>
                <a:gd name="T4" fmla="*/ 36 w 36"/>
                <a:gd name="T5" fmla="*/ 1 h 2"/>
                <a:gd name="T6" fmla="*/ 0 w 36"/>
                <a:gd name="T7" fmla="*/ 1 h 2"/>
              </a:gdLst>
              <a:ahLst/>
              <a:cxnLst>
                <a:cxn ang="0">
                  <a:pos x="T0" y="T1"/>
                </a:cxn>
                <a:cxn ang="0">
                  <a:pos x="T2" y="T3"/>
                </a:cxn>
                <a:cxn ang="0">
                  <a:pos x="T4" y="T5"/>
                </a:cxn>
                <a:cxn ang="0">
                  <a:pos x="T6" y="T7"/>
                </a:cxn>
              </a:cxnLst>
              <a:rect l="0" t="0" r="r" b="b"/>
              <a:pathLst>
                <a:path w="36" h="2">
                  <a:moveTo>
                    <a:pt x="0" y="1"/>
                  </a:moveTo>
                  <a:lnTo>
                    <a:pt x="0" y="1"/>
                  </a:lnTo>
                  <a:cubicBezTo>
                    <a:pt x="19" y="2"/>
                    <a:pt x="24" y="1"/>
                    <a:pt x="36" y="1"/>
                  </a:cubicBezTo>
                  <a:cubicBezTo>
                    <a:pt x="33" y="0"/>
                    <a:pt x="15" y="1"/>
                    <a:pt x="0" y="1"/>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372" name="Freeform 121"/>
            <p:cNvSpPr/>
            <p:nvPr/>
          </p:nvSpPr>
          <p:spPr bwMode="invGray">
            <a:xfrm>
              <a:off x="-2731436" y="8365896"/>
              <a:ext cx="70861" cy="6984"/>
            </a:xfrm>
            <a:custGeom>
              <a:avLst/>
              <a:gdLst>
                <a:gd name="T0" fmla="*/ 37 w 58"/>
                <a:gd name="T1" fmla="*/ 0 h 2"/>
                <a:gd name="T2" fmla="*/ 37 w 58"/>
                <a:gd name="T3" fmla="*/ 0 h 2"/>
                <a:gd name="T4" fmla="*/ 7 w 58"/>
                <a:gd name="T5" fmla="*/ 2 h 2"/>
                <a:gd name="T6" fmla="*/ 58 w 58"/>
                <a:gd name="T7" fmla="*/ 2 h 2"/>
                <a:gd name="T8" fmla="*/ 37 w 58"/>
                <a:gd name="T9" fmla="*/ 0 h 2"/>
              </a:gdLst>
              <a:ahLst/>
              <a:cxnLst>
                <a:cxn ang="0">
                  <a:pos x="T0" y="T1"/>
                </a:cxn>
                <a:cxn ang="0">
                  <a:pos x="T2" y="T3"/>
                </a:cxn>
                <a:cxn ang="0">
                  <a:pos x="T4" y="T5"/>
                </a:cxn>
                <a:cxn ang="0">
                  <a:pos x="T6" y="T7"/>
                </a:cxn>
                <a:cxn ang="0">
                  <a:pos x="T8" y="T9"/>
                </a:cxn>
              </a:cxnLst>
              <a:rect l="0" t="0" r="r" b="b"/>
              <a:pathLst>
                <a:path w="57" h="2">
                  <a:moveTo>
                    <a:pt x="37" y="0"/>
                  </a:moveTo>
                  <a:lnTo>
                    <a:pt x="37" y="0"/>
                  </a:lnTo>
                  <a:cubicBezTo>
                    <a:pt x="34" y="1"/>
                    <a:pt x="0" y="1"/>
                    <a:pt x="7" y="2"/>
                  </a:cubicBezTo>
                  <a:lnTo>
                    <a:pt x="58" y="2"/>
                  </a:lnTo>
                  <a:cubicBezTo>
                    <a:pt x="46" y="2"/>
                    <a:pt x="42" y="1"/>
                    <a:pt x="37" y="0"/>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373" name="Freeform 122"/>
            <p:cNvSpPr/>
            <p:nvPr/>
          </p:nvSpPr>
          <p:spPr bwMode="invGray">
            <a:xfrm>
              <a:off x="-2660575" y="8368223"/>
              <a:ext cx="28344" cy="4657"/>
            </a:xfrm>
            <a:custGeom>
              <a:avLst/>
              <a:gdLst>
                <a:gd name="T0" fmla="*/ 23 w 23"/>
                <a:gd name="T1" fmla="*/ 0 h 1"/>
                <a:gd name="T2" fmla="*/ 23 w 23"/>
                <a:gd name="T3" fmla="*/ 0 h 1"/>
                <a:gd name="T4" fmla="*/ 0 w 23"/>
                <a:gd name="T5" fmla="*/ 1 h 1"/>
                <a:gd name="T6" fmla="*/ 23 w 23"/>
                <a:gd name="T7" fmla="*/ 0 h 1"/>
              </a:gdLst>
              <a:ahLst/>
              <a:cxnLst>
                <a:cxn ang="0">
                  <a:pos x="T0" y="T1"/>
                </a:cxn>
                <a:cxn ang="0">
                  <a:pos x="T2" y="T3"/>
                </a:cxn>
                <a:cxn ang="0">
                  <a:pos x="T4" y="T5"/>
                </a:cxn>
                <a:cxn ang="0">
                  <a:pos x="T6" y="T7"/>
                </a:cxn>
              </a:cxnLst>
              <a:rect l="0" t="0" r="r" b="b"/>
              <a:pathLst>
                <a:path w="23" h="1">
                  <a:moveTo>
                    <a:pt x="23" y="0"/>
                  </a:moveTo>
                  <a:lnTo>
                    <a:pt x="23" y="0"/>
                  </a:lnTo>
                  <a:lnTo>
                    <a:pt x="0" y="1"/>
                  </a:lnTo>
                  <a:cubicBezTo>
                    <a:pt x="6" y="1"/>
                    <a:pt x="13" y="1"/>
                    <a:pt x="23" y="0"/>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374" name="Freeform 123"/>
            <p:cNvSpPr/>
            <p:nvPr/>
          </p:nvSpPr>
          <p:spPr bwMode="invGray">
            <a:xfrm>
              <a:off x="-2688919" y="8365896"/>
              <a:ext cx="4049" cy="0"/>
            </a:xfrm>
            <a:custGeom>
              <a:avLst/>
              <a:gdLst>
                <a:gd name="T0" fmla="*/ 0 w 3"/>
                <a:gd name="T1" fmla="*/ 0 w 3"/>
                <a:gd name="T2" fmla="*/ 2 w 3"/>
                <a:gd name="T3" fmla="*/ 0 w 3"/>
              </a:gdLst>
              <a:ahLst/>
              <a:cxnLst>
                <a:cxn ang="0">
                  <a:pos x="T0" y="0"/>
                </a:cxn>
                <a:cxn ang="0">
                  <a:pos x="T1" y="0"/>
                </a:cxn>
                <a:cxn ang="0">
                  <a:pos x="T2" y="0"/>
                </a:cxn>
                <a:cxn ang="0">
                  <a:pos x="T3" y="0"/>
                </a:cxn>
              </a:cxnLst>
              <a:rect l="0" t="0" r="r" b="b"/>
              <a:pathLst>
                <a:path w="3">
                  <a:moveTo>
                    <a:pt x="0" y="0"/>
                  </a:moveTo>
                  <a:lnTo>
                    <a:pt x="0" y="0"/>
                  </a:lnTo>
                  <a:lnTo>
                    <a:pt x="2" y="0"/>
                  </a:lnTo>
                  <a:cubicBezTo>
                    <a:pt x="3" y="0"/>
                    <a:pt x="3" y="0"/>
                    <a:pt x="0" y="0"/>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375" name="Freeform 124"/>
            <p:cNvSpPr/>
            <p:nvPr/>
          </p:nvSpPr>
          <p:spPr bwMode="invGray">
            <a:xfrm>
              <a:off x="-3645538" y="8265778"/>
              <a:ext cx="41504" cy="4657"/>
            </a:xfrm>
            <a:custGeom>
              <a:avLst/>
              <a:gdLst>
                <a:gd name="T0" fmla="*/ 33 w 34"/>
                <a:gd name="T1" fmla="*/ 1 h 1"/>
                <a:gd name="T2" fmla="*/ 33 w 34"/>
                <a:gd name="T3" fmla="*/ 1 h 1"/>
                <a:gd name="T4" fmla="*/ 0 w 34"/>
                <a:gd name="T5" fmla="*/ 1 h 1"/>
                <a:gd name="T6" fmla="*/ 33 w 34"/>
                <a:gd name="T7" fmla="*/ 1 h 1"/>
              </a:gdLst>
              <a:ahLst/>
              <a:cxnLst>
                <a:cxn ang="0">
                  <a:pos x="T0" y="T1"/>
                </a:cxn>
                <a:cxn ang="0">
                  <a:pos x="T2" y="T3"/>
                </a:cxn>
                <a:cxn ang="0">
                  <a:pos x="T4" y="T5"/>
                </a:cxn>
                <a:cxn ang="0">
                  <a:pos x="T6" y="T7"/>
                </a:cxn>
              </a:cxnLst>
              <a:rect l="0" t="0" r="r" b="b"/>
              <a:pathLst>
                <a:path w="34" h="1">
                  <a:moveTo>
                    <a:pt x="33" y="1"/>
                  </a:moveTo>
                  <a:lnTo>
                    <a:pt x="33" y="1"/>
                  </a:lnTo>
                  <a:cubicBezTo>
                    <a:pt x="34" y="0"/>
                    <a:pt x="12" y="1"/>
                    <a:pt x="0" y="1"/>
                  </a:cubicBezTo>
                  <a:cubicBezTo>
                    <a:pt x="9" y="1"/>
                    <a:pt x="22" y="1"/>
                    <a:pt x="33" y="1"/>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376" name="Freeform 125"/>
            <p:cNvSpPr/>
            <p:nvPr/>
          </p:nvSpPr>
          <p:spPr bwMode="invGray">
            <a:xfrm>
              <a:off x="-4670992" y="8279748"/>
              <a:ext cx="24295" cy="0"/>
            </a:xfrm>
            <a:custGeom>
              <a:avLst/>
              <a:gdLst>
                <a:gd name="T0" fmla="*/ 20 w 20"/>
                <a:gd name="T1" fmla="*/ 20 w 20"/>
                <a:gd name="T2" fmla="*/ 0 w 20"/>
                <a:gd name="T3" fmla="*/ 20 w 20"/>
              </a:gdLst>
              <a:ahLst/>
              <a:cxnLst>
                <a:cxn ang="0">
                  <a:pos x="T0" y="0"/>
                </a:cxn>
                <a:cxn ang="0">
                  <a:pos x="T1" y="0"/>
                </a:cxn>
                <a:cxn ang="0">
                  <a:pos x="T2" y="0"/>
                </a:cxn>
                <a:cxn ang="0">
                  <a:pos x="T3" y="0"/>
                </a:cxn>
              </a:cxnLst>
              <a:rect l="0" t="0" r="r" b="b"/>
              <a:pathLst>
                <a:path w="20">
                  <a:moveTo>
                    <a:pt x="20" y="0"/>
                  </a:moveTo>
                  <a:lnTo>
                    <a:pt x="20" y="0"/>
                  </a:lnTo>
                  <a:lnTo>
                    <a:pt x="0" y="0"/>
                  </a:lnTo>
                  <a:cubicBezTo>
                    <a:pt x="7" y="0"/>
                    <a:pt x="11" y="0"/>
                    <a:pt x="20" y="0"/>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377" name="Freeform 126"/>
            <p:cNvSpPr/>
            <p:nvPr/>
          </p:nvSpPr>
          <p:spPr bwMode="invGray">
            <a:xfrm>
              <a:off x="-5028333" y="8372881"/>
              <a:ext cx="4049" cy="2328"/>
            </a:xfrm>
            <a:custGeom>
              <a:avLst/>
              <a:gdLst>
                <a:gd name="T0" fmla="*/ 4 w 4"/>
                <a:gd name="T1" fmla="*/ 0 h 1"/>
                <a:gd name="T2" fmla="*/ 4 w 4"/>
                <a:gd name="T3" fmla="*/ 0 h 1"/>
                <a:gd name="T4" fmla="*/ 0 w 4"/>
                <a:gd name="T5" fmla="*/ 1 h 1"/>
                <a:gd name="T6" fmla="*/ 4 w 4"/>
                <a:gd name="T7" fmla="*/ 0 h 1"/>
              </a:gdLst>
              <a:ahLst/>
              <a:cxnLst>
                <a:cxn ang="0">
                  <a:pos x="T0" y="T1"/>
                </a:cxn>
                <a:cxn ang="0">
                  <a:pos x="T2" y="T3"/>
                </a:cxn>
                <a:cxn ang="0">
                  <a:pos x="T4" y="T5"/>
                </a:cxn>
                <a:cxn ang="0">
                  <a:pos x="T6" y="T7"/>
                </a:cxn>
              </a:cxnLst>
              <a:rect l="0" t="0" r="r" b="b"/>
              <a:pathLst>
                <a:path w="4" h="1">
                  <a:moveTo>
                    <a:pt x="4" y="0"/>
                  </a:moveTo>
                  <a:lnTo>
                    <a:pt x="4" y="0"/>
                  </a:lnTo>
                  <a:cubicBezTo>
                    <a:pt x="3" y="0"/>
                    <a:pt x="2" y="1"/>
                    <a:pt x="0" y="1"/>
                  </a:cubicBezTo>
                  <a:cubicBezTo>
                    <a:pt x="2" y="1"/>
                    <a:pt x="3" y="1"/>
                    <a:pt x="4" y="0"/>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sp>
          <p:nvSpPr>
            <p:cNvPr id="378" name="Freeform 127"/>
            <p:cNvSpPr/>
            <p:nvPr/>
          </p:nvSpPr>
          <p:spPr bwMode="invGray">
            <a:xfrm>
              <a:off x="-5148795" y="8372881"/>
              <a:ext cx="120463" cy="4657"/>
            </a:xfrm>
            <a:custGeom>
              <a:avLst/>
              <a:gdLst>
                <a:gd name="T0" fmla="*/ 98 w 98"/>
                <a:gd name="T1" fmla="*/ 1 h 2"/>
                <a:gd name="T2" fmla="*/ 98 w 98"/>
                <a:gd name="T3" fmla="*/ 1 h 2"/>
                <a:gd name="T4" fmla="*/ 26 w 98"/>
                <a:gd name="T5" fmla="*/ 1 h 2"/>
                <a:gd name="T6" fmla="*/ 28 w 98"/>
                <a:gd name="T7" fmla="*/ 1 h 2"/>
                <a:gd name="T8" fmla="*/ 0 w 98"/>
                <a:gd name="T9" fmla="*/ 2 h 2"/>
                <a:gd name="T10" fmla="*/ 98 w 98"/>
                <a:gd name="T11" fmla="*/ 1 h 2"/>
              </a:gdLst>
              <a:ahLst/>
              <a:cxnLst>
                <a:cxn ang="0">
                  <a:pos x="T0" y="T1"/>
                </a:cxn>
                <a:cxn ang="0">
                  <a:pos x="T2" y="T3"/>
                </a:cxn>
                <a:cxn ang="0">
                  <a:pos x="T4" y="T5"/>
                </a:cxn>
                <a:cxn ang="0">
                  <a:pos x="T6" y="T7"/>
                </a:cxn>
                <a:cxn ang="0">
                  <a:pos x="T8" y="T9"/>
                </a:cxn>
                <a:cxn ang="0">
                  <a:pos x="T10" y="T11"/>
                </a:cxn>
              </a:cxnLst>
              <a:rect l="0" t="0" r="r" b="b"/>
              <a:pathLst>
                <a:path w="98" h="2">
                  <a:moveTo>
                    <a:pt x="98" y="1"/>
                  </a:moveTo>
                  <a:lnTo>
                    <a:pt x="98" y="1"/>
                  </a:lnTo>
                  <a:cubicBezTo>
                    <a:pt x="84" y="2"/>
                    <a:pt x="42" y="0"/>
                    <a:pt x="26" y="1"/>
                  </a:cubicBezTo>
                  <a:lnTo>
                    <a:pt x="28" y="1"/>
                  </a:lnTo>
                  <a:lnTo>
                    <a:pt x="0" y="2"/>
                  </a:lnTo>
                  <a:cubicBezTo>
                    <a:pt x="27" y="2"/>
                    <a:pt x="82" y="2"/>
                    <a:pt x="98" y="1"/>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p>
          </p:txBody>
        </p:sp>
      </p:grpSp>
      <p:sp>
        <p:nvSpPr>
          <p:cNvPr id="2" name="Title 1"/>
          <p:cNvSpPr>
            <a:spLocks noGrp="1"/>
          </p:cNvSpPr>
          <p:nvPr>
            <p:ph type="title"/>
          </p:nvPr>
        </p:nvSpPr>
        <p:spPr>
          <a:xfrm>
            <a:off x="970791" y="2794000"/>
            <a:ext cx="5830819" cy="3911600"/>
          </a:xfrm>
        </p:spPr>
        <p:txBody>
          <a:bodyPr anchor="b">
            <a:noAutofit/>
          </a:bodyPr>
          <a:lstStyle>
            <a:lvl1pPr algn="l">
              <a:defRPr sz="2806" b="0" cap="none" baseline="0"/>
            </a:lvl1pPr>
          </a:lstStyle>
          <a:p>
            <a:r>
              <a:rPr lang="en-US"/>
              <a:t>Click to edit Master title style</a:t>
            </a:r>
            <a:endParaRPr/>
          </a:p>
        </p:txBody>
      </p:sp>
      <p:sp>
        <p:nvSpPr>
          <p:cNvPr id="3" name="Text Placeholder 2"/>
          <p:cNvSpPr>
            <a:spLocks noGrp="1"/>
          </p:cNvSpPr>
          <p:nvPr>
            <p:ph type="body" idx="1"/>
          </p:nvPr>
        </p:nvSpPr>
        <p:spPr>
          <a:xfrm>
            <a:off x="970791" y="7483704"/>
            <a:ext cx="5830818" cy="1568857"/>
          </a:xfrm>
        </p:spPr>
        <p:txBody>
          <a:bodyPr anchor="t">
            <a:normAutofit/>
          </a:bodyPr>
          <a:lstStyle>
            <a:lvl1pPr marL="0" indent="0">
              <a:spcBef>
                <a:spcPct val="0"/>
              </a:spcBef>
              <a:buNone/>
              <a:defRPr sz="1530">
                <a:solidFill>
                  <a:schemeClr val="tx1">
                    <a:tint val="75000"/>
                  </a:schemeClr>
                </a:solidFill>
              </a:defRPr>
            </a:lvl1pPr>
            <a:lvl2pPr marL="291541" indent="0">
              <a:buNone/>
              <a:defRPr sz="1148">
                <a:solidFill>
                  <a:schemeClr val="tx1">
                    <a:tint val="75000"/>
                  </a:schemeClr>
                </a:solidFill>
              </a:defRPr>
            </a:lvl2pPr>
            <a:lvl3pPr marL="583082" indent="0">
              <a:buNone/>
              <a:defRPr sz="1020">
                <a:solidFill>
                  <a:schemeClr val="tx1">
                    <a:tint val="75000"/>
                  </a:schemeClr>
                </a:solidFill>
              </a:defRPr>
            </a:lvl3pPr>
            <a:lvl4pPr marL="874623" indent="0">
              <a:buNone/>
              <a:defRPr sz="893">
                <a:solidFill>
                  <a:schemeClr val="tx1">
                    <a:tint val="75000"/>
                  </a:schemeClr>
                </a:solidFill>
              </a:defRPr>
            </a:lvl4pPr>
            <a:lvl5pPr marL="1166164" indent="0">
              <a:buNone/>
              <a:defRPr sz="893">
                <a:solidFill>
                  <a:schemeClr val="tx1">
                    <a:tint val="75000"/>
                  </a:schemeClr>
                </a:solidFill>
              </a:defRPr>
            </a:lvl5pPr>
            <a:lvl6pPr marL="1457705" indent="0">
              <a:buNone/>
              <a:defRPr sz="893">
                <a:solidFill>
                  <a:schemeClr val="tx1">
                    <a:tint val="75000"/>
                  </a:schemeClr>
                </a:solidFill>
              </a:defRPr>
            </a:lvl6pPr>
            <a:lvl7pPr marL="1749246" indent="0">
              <a:buNone/>
              <a:defRPr sz="893">
                <a:solidFill>
                  <a:schemeClr val="tx1">
                    <a:tint val="75000"/>
                  </a:schemeClr>
                </a:solidFill>
              </a:defRPr>
            </a:lvl7pPr>
            <a:lvl8pPr marL="2040786" indent="0">
              <a:buNone/>
              <a:defRPr sz="893">
                <a:solidFill>
                  <a:schemeClr val="tx1">
                    <a:tint val="75000"/>
                  </a:schemeClr>
                </a:solidFill>
              </a:defRPr>
            </a:lvl8pPr>
            <a:lvl9pPr marL="2332327" indent="0">
              <a:buNone/>
              <a:defRPr sz="893">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AFE8FB1-0A7A-443E-AAF7-31D4FA1AA312}" type="datetimeFigureOut">
              <a:rPr lang="en-US" smtClean="0"/>
              <a:t>4/23/2024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5BA54BD-C84D-46CE-8B72-31BFB26ABA43}" type="slidenum">
              <a:rPr lang="en-US" smtClean="0"/>
              <a:t>‹#›</a:t>
            </a:fld>
            <a:endParaRPr lang="en-US"/>
          </a:p>
        </p:txBody>
      </p:sp>
    </p:spTree>
    <p:extLst>
      <p:ext uri="{BB962C8B-B14F-4D97-AF65-F5344CB8AC3E}">
        <p14:creationId xmlns:p14="http://schemas.microsoft.com/office/powerpoint/2010/main" val="8710085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grpSp>
        <p:nvGrpSpPr>
          <p:cNvPr id="158" name="line"/>
          <p:cNvGrpSpPr/>
          <p:nvPr/>
        </p:nvGrpSpPr>
        <p:grpSpPr>
          <a:xfrm>
            <a:off x="970791" y="2221231"/>
            <a:ext cx="6739859" cy="93878"/>
            <a:chOff x="970791" y="2221231"/>
            <a:chExt cx="6739859" cy="93878"/>
          </a:xfrm>
        </p:grpSpPr>
        <p:sp>
          <p:nvSpPr>
            <p:cNvPr id="159" name="Freeform 10"/>
            <p:cNvSpPr/>
            <p:nvPr/>
          </p:nvSpPr>
          <p:spPr bwMode="invGray">
            <a:xfrm>
              <a:off x="7670158" y="2237480"/>
              <a:ext cx="40492" cy="7222"/>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160" name="Freeform 11"/>
            <p:cNvSpPr/>
            <p:nvPr/>
          </p:nvSpPr>
          <p:spPr bwMode="invGray">
            <a:xfrm>
              <a:off x="7666110" y="2248310"/>
              <a:ext cx="12148" cy="1805"/>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161" name="Freeform 12"/>
            <p:cNvSpPr/>
            <p:nvPr/>
          </p:nvSpPr>
          <p:spPr bwMode="invGray">
            <a:xfrm>
              <a:off x="7678257" y="2246506"/>
              <a:ext cx="25307" cy="9027"/>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162" name="Freeform 15"/>
            <p:cNvSpPr/>
            <p:nvPr/>
          </p:nvSpPr>
          <p:spPr bwMode="invGray">
            <a:xfrm>
              <a:off x="7544634" y="2239283"/>
              <a:ext cx="27332" cy="7222"/>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163" name="Freeform 16"/>
            <p:cNvSpPr/>
            <p:nvPr/>
          </p:nvSpPr>
          <p:spPr bwMode="invGray">
            <a:xfrm>
              <a:off x="7530462" y="2246505"/>
              <a:ext cx="26320" cy="3611"/>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164" name="Freeform 17"/>
            <p:cNvSpPr/>
            <p:nvPr/>
          </p:nvSpPr>
          <p:spPr bwMode="invGray">
            <a:xfrm>
              <a:off x="7653961" y="2255533"/>
              <a:ext cx="49602" cy="5416"/>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165" name="Freeform 18"/>
            <p:cNvSpPr/>
            <p:nvPr/>
          </p:nvSpPr>
          <p:spPr bwMode="invGray">
            <a:xfrm>
              <a:off x="7438343" y="2233869"/>
              <a:ext cx="25307" cy="7222"/>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166" name="Freeform 19"/>
            <p:cNvSpPr/>
            <p:nvPr/>
          </p:nvSpPr>
          <p:spPr bwMode="invGray">
            <a:xfrm>
              <a:off x="7337113" y="2232063"/>
              <a:ext cx="58713" cy="7222"/>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167" name="Freeform 20"/>
            <p:cNvSpPr/>
            <p:nvPr/>
          </p:nvSpPr>
          <p:spPr bwMode="invGray">
            <a:xfrm>
              <a:off x="7314843" y="2237480"/>
              <a:ext cx="22270" cy="5416"/>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168" name="Freeform 21"/>
            <p:cNvSpPr/>
            <p:nvPr/>
          </p:nvSpPr>
          <p:spPr bwMode="invGray">
            <a:xfrm>
              <a:off x="7467699" y="2242894"/>
              <a:ext cx="19233" cy="7222"/>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169" name="Freeform 22"/>
            <p:cNvSpPr/>
            <p:nvPr/>
          </p:nvSpPr>
          <p:spPr bwMode="invGray">
            <a:xfrm>
              <a:off x="7455552" y="2248310"/>
              <a:ext cx="22270" cy="1805"/>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170" name="Freeform 23"/>
            <p:cNvSpPr/>
            <p:nvPr/>
          </p:nvSpPr>
          <p:spPr bwMode="invGray">
            <a:xfrm>
              <a:off x="7486933" y="2250116"/>
              <a:ext cx="3037"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171" name="Freeform 24"/>
            <p:cNvSpPr/>
            <p:nvPr/>
          </p:nvSpPr>
          <p:spPr bwMode="invGray">
            <a:xfrm>
              <a:off x="7550706" y="2255532"/>
              <a:ext cx="45553" cy="12638"/>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172" name="Freeform 25"/>
            <p:cNvSpPr/>
            <p:nvPr/>
          </p:nvSpPr>
          <p:spPr bwMode="invGray">
            <a:xfrm>
              <a:off x="7502115" y="2251922"/>
              <a:ext cx="28344" cy="5416"/>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173" name="Freeform 26"/>
            <p:cNvSpPr/>
            <p:nvPr/>
          </p:nvSpPr>
          <p:spPr bwMode="invGray">
            <a:xfrm>
              <a:off x="7488955" y="2255533"/>
              <a:ext cx="13160" cy="3611"/>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174" name="Freeform 27"/>
            <p:cNvSpPr/>
            <p:nvPr/>
          </p:nvSpPr>
          <p:spPr bwMode="invGray">
            <a:xfrm>
              <a:off x="7321927" y="2246505"/>
              <a:ext cx="54664" cy="5416"/>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175" name="Freeform 28"/>
            <p:cNvSpPr/>
            <p:nvPr/>
          </p:nvSpPr>
          <p:spPr bwMode="invGray">
            <a:xfrm>
              <a:off x="7414047" y="2248311"/>
              <a:ext cx="3037" cy="1805"/>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176" name="Freeform 29"/>
            <p:cNvSpPr/>
            <p:nvPr/>
          </p:nvSpPr>
          <p:spPr bwMode="invGray">
            <a:xfrm>
              <a:off x="7181220" y="2250116"/>
              <a:ext cx="3037"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177" name="Freeform 30"/>
            <p:cNvSpPr/>
            <p:nvPr/>
          </p:nvSpPr>
          <p:spPr bwMode="invGray">
            <a:xfrm>
              <a:off x="7367480" y="2250116"/>
              <a:ext cx="28344" cy="3611"/>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178" name="Freeform 31"/>
            <p:cNvSpPr/>
            <p:nvPr/>
          </p:nvSpPr>
          <p:spPr bwMode="invGray">
            <a:xfrm>
              <a:off x="7275361" y="2242894"/>
              <a:ext cx="20246" cy="3611"/>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179" name="Freeform 32"/>
            <p:cNvSpPr/>
            <p:nvPr/>
          </p:nvSpPr>
          <p:spPr bwMode="invGray">
            <a:xfrm>
              <a:off x="7408987" y="2246505"/>
              <a:ext cx="4049"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180" name="Freeform 33"/>
            <p:cNvSpPr/>
            <p:nvPr/>
          </p:nvSpPr>
          <p:spPr bwMode="invGray">
            <a:xfrm>
              <a:off x="7395824" y="2246505"/>
              <a:ext cx="18221" cy="3611"/>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181" name="Freeform 34"/>
            <p:cNvSpPr/>
            <p:nvPr/>
          </p:nvSpPr>
          <p:spPr bwMode="invGray">
            <a:xfrm>
              <a:off x="7102258" y="2250116"/>
              <a:ext cx="120463" cy="34302"/>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182" name="Freeform 35"/>
            <p:cNvSpPr/>
            <p:nvPr/>
          </p:nvSpPr>
          <p:spPr bwMode="invGray">
            <a:xfrm>
              <a:off x="7184255" y="2242894"/>
              <a:ext cx="60738" cy="7222"/>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183" name="Freeform 36"/>
            <p:cNvSpPr/>
            <p:nvPr/>
          </p:nvSpPr>
          <p:spPr bwMode="invGray">
            <a:xfrm>
              <a:off x="7244993" y="2246505"/>
              <a:ext cx="86045" cy="18053"/>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184" name="Freeform 37"/>
            <p:cNvSpPr/>
            <p:nvPr/>
          </p:nvSpPr>
          <p:spPr bwMode="invGray">
            <a:xfrm>
              <a:off x="7546659" y="2277197"/>
              <a:ext cx="6074" cy="1805"/>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185" name="Freeform 38"/>
            <p:cNvSpPr/>
            <p:nvPr/>
          </p:nvSpPr>
          <p:spPr bwMode="invGray">
            <a:xfrm>
              <a:off x="7502117" y="2262755"/>
              <a:ext cx="74910" cy="14442"/>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186" name="Freeform 39"/>
            <p:cNvSpPr/>
            <p:nvPr/>
          </p:nvSpPr>
          <p:spPr bwMode="invGray">
            <a:xfrm>
              <a:off x="7368494" y="2264559"/>
              <a:ext cx="44541" cy="7222"/>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187" name="Freeform 40"/>
            <p:cNvSpPr/>
            <p:nvPr/>
          </p:nvSpPr>
          <p:spPr bwMode="invGray">
            <a:xfrm>
              <a:off x="7156922" y="2241091"/>
              <a:ext cx="24295" cy="9027"/>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188" name="Freeform 41"/>
            <p:cNvSpPr/>
            <p:nvPr/>
          </p:nvSpPr>
          <p:spPr bwMode="invGray">
            <a:xfrm>
              <a:off x="7107323" y="2242894"/>
              <a:ext cx="14172" cy="3611"/>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189" name="Freeform 42"/>
            <p:cNvSpPr/>
            <p:nvPr/>
          </p:nvSpPr>
          <p:spPr bwMode="invGray">
            <a:xfrm>
              <a:off x="3951999" y="2297056"/>
              <a:ext cx="13160" cy="1805"/>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190" name="Freeform 43"/>
            <p:cNvSpPr/>
            <p:nvPr/>
          </p:nvSpPr>
          <p:spPr bwMode="invGray">
            <a:xfrm>
              <a:off x="4053230" y="2295250"/>
              <a:ext cx="6074" cy="1805"/>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191" name="Freeform 44"/>
            <p:cNvSpPr/>
            <p:nvPr/>
          </p:nvSpPr>
          <p:spPr bwMode="invGray">
            <a:xfrm>
              <a:off x="5707318" y="2232063"/>
              <a:ext cx="39479" cy="10833"/>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192" name="Freeform 45"/>
            <p:cNvSpPr/>
            <p:nvPr/>
          </p:nvSpPr>
          <p:spPr bwMode="invGray">
            <a:xfrm>
              <a:off x="4806376" y="2268169"/>
              <a:ext cx="18221" cy="5416"/>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8" h="4">
                  <a:moveTo>
                    <a:pt x="0" y="3"/>
                  </a:moveTo>
                  <a:lnTo>
                    <a:pt x="0" y="3"/>
                  </a:lnTo>
                  <a:lnTo>
                    <a:pt x="9" y="4"/>
                  </a:lnTo>
                  <a:lnTo>
                    <a:pt x="29" y="0"/>
                  </a:lnTo>
                  <a:lnTo>
                    <a:pt x="0" y="3"/>
                  </a:ln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193" name="Freeform 46"/>
            <p:cNvSpPr/>
            <p:nvPr/>
          </p:nvSpPr>
          <p:spPr bwMode="invGray">
            <a:xfrm>
              <a:off x="4768922" y="2291639"/>
              <a:ext cx="24295" cy="3611"/>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194" name="Freeform 47"/>
            <p:cNvSpPr/>
            <p:nvPr/>
          </p:nvSpPr>
          <p:spPr bwMode="invGray">
            <a:xfrm>
              <a:off x="3449901" y="2300667"/>
              <a:ext cx="23282" cy="5416"/>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195" name="Freeform 48"/>
            <p:cNvSpPr/>
            <p:nvPr/>
          </p:nvSpPr>
          <p:spPr bwMode="invGray">
            <a:xfrm>
              <a:off x="6508044" y="2244700"/>
              <a:ext cx="39479" cy="7222"/>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196" name="Freeform 49"/>
            <p:cNvSpPr/>
            <p:nvPr/>
          </p:nvSpPr>
          <p:spPr bwMode="invGray">
            <a:xfrm>
              <a:off x="3990466" y="2237480"/>
              <a:ext cx="12148" cy="3611"/>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197" name="Freeform 50"/>
            <p:cNvSpPr/>
            <p:nvPr/>
          </p:nvSpPr>
          <p:spPr bwMode="invGray">
            <a:xfrm>
              <a:off x="6462490" y="2241091"/>
              <a:ext cx="45553" cy="5416"/>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198" name="Freeform 51"/>
            <p:cNvSpPr/>
            <p:nvPr/>
          </p:nvSpPr>
          <p:spPr bwMode="invGray">
            <a:xfrm>
              <a:off x="1647004" y="2288029"/>
              <a:ext cx="5061" cy="1805"/>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199" name="Freeform 52"/>
            <p:cNvSpPr/>
            <p:nvPr/>
          </p:nvSpPr>
          <p:spPr bwMode="invGray">
            <a:xfrm>
              <a:off x="1123647" y="2232063"/>
              <a:ext cx="22270" cy="1805"/>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200" name="Freeform 53"/>
            <p:cNvSpPr/>
            <p:nvPr/>
          </p:nvSpPr>
          <p:spPr bwMode="invGray">
            <a:xfrm>
              <a:off x="6894743" y="2242894"/>
              <a:ext cx="12148" cy="1805"/>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201" name="Freeform 54"/>
            <p:cNvSpPr/>
            <p:nvPr/>
          </p:nvSpPr>
          <p:spPr bwMode="invGray">
            <a:xfrm>
              <a:off x="6948394" y="2266364"/>
              <a:ext cx="5061" cy="3611"/>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202" name="Freeform 55"/>
            <p:cNvSpPr/>
            <p:nvPr/>
          </p:nvSpPr>
          <p:spPr bwMode="invGray">
            <a:xfrm>
              <a:off x="6343038" y="2279002"/>
              <a:ext cx="3037" cy="1805"/>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203" name="Freeform 56"/>
            <p:cNvSpPr/>
            <p:nvPr/>
          </p:nvSpPr>
          <p:spPr bwMode="invGray">
            <a:xfrm>
              <a:off x="6897777" y="2246506"/>
              <a:ext cx="15184"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204" name="Freeform 57"/>
            <p:cNvSpPr/>
            <p:nvPr/>
          </p:nvSpPr>
          <p:spPr bwMode="invGray">
            <a:xfrm>
              <a:off x="6909927" y="2242894"/>
              <a:ext cx="12148" cy="1805"/>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205" name="Freeform 58"/>
            <p:cNvSpPr/>
            <p:nvPr/>
          </p:nvSpPr>
          <p:spPr bwMode="invGray">
            <a:xfrm>
              <a:off x="6878544" y="2244700"/>
              <a:ext cx="19233" cy="1805"/>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206" name="Freeform 59"/>
            <p:cNvSpPr/>
            <p:nvPr/>
          </p:nvSpPr>
          <p:spPr bwMode="invGray">
            <a:xfrm>
              <a:off x="2609696" y="2277197"/>
              <a:ext cx="13160" cy="3611"/>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207" name="Freeform 60"/>
            <p:cNvSpPr/>
            <p:nvPr/>
          </p:nvSpPr>
          <p:spPr bwMode="invGray">
            <a:xfrm>
              <a:off x="5438048" y="2298861"/>
              <a:ext cx="2025" cy="1805"/>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208" name="Freeform 61"/>
            <p:cNvSpPr/>
            <p:nvPr/>
          </p:nvSpPr>
          <p:spPr bwMode="invGray">
            <a:xfrm>
              <a:off x="5395530" y="2282612"/>
              <a:ext cx="42516" cy="21664"/>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209" name="Freeform 62"/>
            <p:cNvSpPr>
              <a:spLocks noEditPoints="1"/>
            </p:cNvSpPr>
            <p:nvPr/>
          </p:nvSpPr>
          <p:spPr bwMode="invGray">
            <a:xfrm>
              <a:off x="996098" y="2221231"/>
              <a:ext cx="6098064" cy="9387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210" name="Freeform 63"/>
            <p:cNvSpPr/>
            <p:nvPr/>
          </p:nvSpPr>
          <p:spPr bwMode="invGray">
            <a:xfrm>
              <a:off x="4788154" y="2288030"/>
              <a:ext cx="7086" cy="5416"/>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211" name="Freeform 64"/>
            <p:cNvSpPr/>
            <p:nvPr/>
          </p:nvSpPr>
          <p:spPr bwMode="invGray">
            <a:xfrm>
              <a:off x="3465084" y="2298861"/>
              <a:ext cx="3037" cy="1805"/>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212" name="Freeform 65"/>
            <p:cNvSpPr/>
            <p:nvPr/>
          </p:nvSpPr>
          <p:spPr bwMode="invGray">
            <a:xfrm>
              <a:off x="6167913" y="2298861"/>
              <a:ext cx="16197" cy="3611"/>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213" name="Freeform 66"/>
            <p:cNvSpPr/>
            <p:nvPr/>
          </p:nvSpPr>
          <p:spPr bwMode="invGray">
            <a:xfrm>
              <a:off x="6992934" y="2242894"/>
              <a:ext cx="25307" cy="3611"/>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214" name="Freeform 67"/>
            <p:cNvSpPr/>
            <p:nvPr/>
          </p:nvSpPr>
          <p:spPr bwMode="invGray">
            <a:xfrm>
              <a:off x="7224749" y="2277197"/>
              <a:ext cx="28344" cy="3611"/>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215" name="Freeform 68"/>
            <p:cNvSpPr/>
            <p:nvPr/>
          </p:nvSpPr>
          <p:spPr bwMode="invGray">
            <a:xfrm>
              <a:off x="7041525" y="2259144"/>
              <a:ext cx="38467" cy="9027"/>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2" h="7">
                  <a:moveTo>
                    <a:pt x="0" y="3"/>
                  </a:moveTo>
                  <a:lnTo>
                    <a:pt x="0" y="3"/>
                  </a:lnTo>
                  <a:cubicBezTo>
                    <a:pt x="3" y="7"/>
                    <a:pt x="30" y="6"/>
                    <a:pt x="60" y="5"/>
                  </a:cubicBezTo>
                  <a:lnTo>
                    <a:pt x="54" y="5"/>
                  </a:lnTo>
                  <a:cubicBezTo>
                    <a:pt x="63" y="0"/>
                    <a:pt x="31" y="1"/>
                    <a:pt x="0" y="3"/>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216" name="Freeform 69"/>
            <p:cNvSpPr/>
            <p:nvPr/>
          </p:nvSpPr>
          <p:spPr bwMode="invGray">
            <a:xfrm>
              <a:off x="7082014" y="2262755"/>
              <a:ext cx="18221" cy="1805"/>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217" name="Freeform 70"/>
            <p:cNvSpPr/>
            <p:nvPr/>
          </p:nvSpPr>
          <p:spPr bwMode="invGray">
            <a:xfrm>
              <a:off x="6809711" y="2237479"/>
              <a:ext cx="65799" cy="14442"/>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218" name="Freeform 71"/>
            <p:cNvSpPr/>
            <p:nvPr/>
          </p:nvSpPr>
          <p:spPr bwMode="invGray">
            <a:xfrm>
              <a:off x="7039499" y="2273586"/>
              <a:ext cx="17209" cy="7222"/>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219" name="Freeform 72"/>
            <p:cNvSpPr/>
            <p:nvPr/>
          </p:nvSpPr>
          <p:spPr bwMode="invGray">
            <a:xfrm>
              <a:off x="6912965" y="2271780"/>
              <a:ext cx="37455" cy="3611"/>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220" name="Freeform 73"/>
            <p:cNvSpPr/>
            <p:nvPr/>
          </p:nvSpPr>
          <p:spPr bwMode="invGray">
            <a:xfrm>
              <a:off x="6950417" y="2273586"/>
              <a:ext cx="23282" cy="1805"/>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221" name="Freeform 74"/>
            <p:cNvSpPr/>
            <p:nvPr/>
          </p:nvSpPr>
          <p:spPr bwMode="invGray">
            <a:xfrm>
              <a:off x="6987873" y="2280808"/>
              <a:ext cx="29356"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222" name="Freeform 75"/>
            <p:cNvSpPr/>
            <p:nvPr/>
          </p:nvSpPr>
          <p:spPr bwMode="invGray">
            <a:xfrm>
              <a:off x="6570809" y="2271781"/>
              <a:ext cx="39479" cy="5416"/>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223" name="Freeform 76"/>
            <p:cNvSpPr/>
            <p:nvPr/>
          </p:nvSpPr>
          <p:spPr bwMode="invGray">
            <a:xfrm>
              <a:off x="6685196" y="2284419"/>
              <a:ext cx="15184" cy="9027"/>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224" name="Freeform 77"/>
            <p:cNvSpPr/>
            <p:nvPr/>
          </p:nvSpPr>
          <p:spPr bwMode="invGray">
            <a:xfrm>
              <a:off x="6562710" y="2293445"/>
              <a:ext cx="74910" cy="3611"/>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225" name="Freeform 78"/>
            <p:cNvSpPr/>
            <p:nvPr/>
          </p:nvSpPr>
          <p:spPr bwMode="invGray">
            <a:xfrm>
              <a:off x="6135519" y="2268170"/>
              <a:ext cx="7086" cy="12638"/>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226" name="Freeform 79"/>
            <p:cNvSpPr/>
            <p:nvPr/>
          </p:nvSpPr>
          <p:spPr bwMode="invGray">
            <a:xfrm>
              <a:off x="5708331" y="2300667"/>
              <a:ext cx="61750" cy="12638"/>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0" h="10">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227" name="Freeform 80"/>
            <p:cNvSpPr/>
            <p:nvPr/>
          </p:nvSpPr>
          <p:spPr bwMode="invGray">
            <a:xfrm>
              <a:off x="5742749" y="2297056"/>
              <a:ext cx="11135" cy="3611"/>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228" name="Freeform 81"/>
            <p:cNvSpPr/>
            <p:nvPr/>
          </p:nvSpPr>
          <p:spPr bwMode="invGray">
            <a:xfrm>
              <a:off x="1012295" y="2224841"/>
              <a:ext cx="24295" cy="5416"/>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229" name="Freeform 82"/>
            <p:cNvSpPr/>
            <p:nvPr/>
          </p:nvSpPr>
          <p:spPr bwMode="invGray">
            <a:xfrm>
              <a:off x="970791" y="2228453"/>
              <a:ext cx="19233" cy="7222"/>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230" name="Freeform 83"/>
            <p:cNvSpPr/>
            <p:nvPr/>
          </p:nvSpPr>
          <p:spPr bwMode="invGray">
            <a:xfrm>
              <a:off x="4240503" y="2307887"/>
              <a:ext cx="21258" cy="5416"/>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231" name="Freeform 84"/>
            <p:cNvSpPr/>
            <p:nvPr/>
          </p:nvSpPr>
          <p:spPr bwMode="invGray">
            <a:xfrm>
              <a:off x="3929729" y="2297056"/>
              <a:ext cx="10123" cy="7222"/>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232" name="Freeform 85"/>
            <p:cNvSpPr/>
            <p:nvPr/>
          </p:nvSpPr>
          <p:spPr bwMode="invGray">
            <a:xfrm>
              <a:off x="3659447" y="2304276"/>
              <a:ext cx="38467" cy="9027"/>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2" h="8">
                  <a:moveTo>
                    <a:pt x="5" y="7"/>
                  </a:moveTo>
                  <a:lnTo>
                    <a:pt x="5" y="7"/>
                  </a:lnTo>
                  <a:cubicBezTo>
                    <a:pt x="23" y="8"/>
                    <a:pt x="45" y="6"/>
                    <a:pt x="63" y="7"/>
                  </a:cubicBezTo>
                  <a:cubicBezTo>
                    <a:pt x="23" y="8"/>
                    <a:pt x="0" y="0"/>
                    <a:pt x="5" y="7"/>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grpSp>
      <p:sp>
        <p:nvSpPr>
          <p:cNvPr id="2" name="Title 1"/>
          <p:cNvSpPr>
            <a:spLocks noGrp="1"/>
          </p:cNvSpPr>
          <p:nvPr>
            <p:ph type="title"/>
          </p:nvPr>
        </p:nvSpPr>
        <p:spPr>
          <a:xfrm>
            <a:off x="1522414" y="274638"/>
            <a:ext cx="9143998" cy="1020762"/>
          </a:xfrm>
        </p:spPr>
        <p:txBody>
          <a:bodyPr/>
          <a:lstStyle/>
          <a:p>
            <a:r>
              <a:rPr lang="en-US"/>
              <a:t>Click to edit Master title style</a:t>
            </a:r>
            <a:endParaRPr/>
          </a:p>
        </p:txBody>
      </p:sp>
      <p:sp>
        <p:nvSpPr>
          <p:cNvPr id="3" name="Content Placeholder 2"/>
          <p:cNvSpPr>
            <a:spLocks noGrp="1"/>
          </p:cNvSpPr>
          <p:nvPr>
            <p:ph sz="half" idx="1"/>
          </p:nvPr>
        </p:nvSpPr>
        <p:spPr>
          <a:xfrm>
            <a:off x="970791" y="2794000"/>
            <a:ext cx="2818228" cy="6258560"/>
          </a:xfrm>
        </p:spPr>
        <p:txBody>
          <a:bodyPr>
            <a:normAutofit/>
          </a:bodyPr>
          <a:lstStyle>
            <a:lvl1pPr>
              <a:defRPr sz="1530"/>
            </a:lvl1pPr>
            <a:lvl2pPr>
              <a:defRPr sz="1275"/>
            </a:lvl2pPr>
            <a:lvl3pPr>
              <a:defRPr sz="1148"/>
            </a:lvl3pPr>
            <a:lvl4pPr>
              <a:defRPr sz="1020"/>
            </a:lvl4pPr>
            <a:lvl5pPr>
              <a:defRPr sz="1020"/>
            </a:lvl5pPr>
            <a:lvl6pPr marL="1247795">
              <a:defRPr sz="1020"/>
            </a:lvl6pPr>
            <a:lvl7pPr marL="1247795">
              <a:defRPr sz="1020" baseline="0"/>
            </a:lvl7pPr>
            <a:lvl8pPr marL="1247795">
              <a:defRPr sz="1020" baseline="0"/>
            </a:lvl8pPr>
            <a:lvl9pPr marL="1247795">
              <a:defRPr sz="102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3983382" y="2794000"/>
            <a:ext cx="2818228" cy="6258560"/>
          </a:xfrm>
        </p:spPr>
        <p:txBody>
          <a:bodyPr>
            <a:normAutofit/>
          </a:bodyPr>
          <a:lstStyle>
            <a:lvl1pPr>
              <a:defRPr sz="1530"/>
            </a:lvl1pPr>
            <a:lvl2pPr>
              <a:defRPr sz="1275"/>
            </a:lvl2pPr>
            <a:lvl3pPr>
              <a:defRPr sz="1148"/>
            </a:lvl3pPr>
            <a:lvl4pPr>
              <a:defRPr sz="1020"/>
            </a:lvl4pPr>
            <a:lvl5pPr>
              <a:defRPr sz="1020"/>
            </a:lvl5pPr>
            <a:lvl6pPr marL="1247795">
              <a:defRPr sz="1020"/>
            </a:lvl6pPr>
            <a:lvl7pPr marL="1247795">
              <a:defRPr sz="1020"/>
            </a:lvl7pPr>
            <a:lvl8pPr marL="1247795">
              <a:defRPr sz="1020" baseline="0"/>
            </a:lvl8pPr>
            <a:lvl9pPr marL="1247795">
              <a:defRPr sz="102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fld id="{9AFE8FB1-0A7A-443E-AAF7-31D4FA1AA312}" type="datetimeFigureOut">
              <a:rPr lang="en-US" smtClean="0"/>
              <a:t>4/23/2024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5BA54BD-C84D-46CE-8B72-31BFB26ABA43}" type="slidenum">
              <a:rPr lang="en-US" smtClean="0"/>
              <a:t>‹#›</a:t>
            </a:fld>
            <a:endParaRPr lang="en-US"/>
          </a:p>
        </p:txBody>
      </p:sp>
    </p:spTree>
    <p:extLst>
      <p:ext uri="{BB962C8B-B14F-4D97-AF65-F5344CB8AC3E}">
        <p14:creationId xmlns:p14="http://schemas.microsoft.com/office/powerpoint/2010/main" val="18682655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grpSp>
        <p:nvGrpSpPr>
          <p:cNvPr id="160" name="line"/>
          <p:cNvGrpSpPr/>
          <p:nvPr/>
        </p:nvGrpSpPr>
        <p:grpSpPr>
          <a:xfrm>
            <a:off x="970791" y="2221231"/>
            <a:ext cx="6739859" cy="93878"/>
            <a:chOff x="970791" y="2221231"/>
            <a:chExt cx="6739859" cy="93878"/>
          </a:xfrm>
        </p:grpSpPr>
        <p:sp>
          <p:nvSpPr>
            <p:cNvPr id="161" name="Freeform 160"/>
            <p:cNvSpPr/>
            <p:nvPr/>
          </p:nvSpPr>
          <p:spPr bwMode="invGray">
            <a:xfrm>
              <a:off x="7670158" y="2237480"/>
              <a:ext cx="40492" cy="7222"/>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162" name="Freeform 161"/>
            <p:cNvSpPr/>
            <p:nvPr/>
          </p:nvSpPr>
          <p:spPr bwMode="invGray">
            <a:xfrm>
              <a:off x="7666110" y="2248310"/>
              <a:ext cx="12148" cy="1805"/>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163" name="Freeform 162"/>
            <p:cNvSpPr/>
            <p:nvPr/>
          </p:nvSpPr>
          <p:spPr bwMode="invGray">
            <a:xfrm>
              <a:off x="7678257" y="2246506"/>
              <a:ext cx="25307" cy="9027"/>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164" name="Freeform 15"/>
            <p:cNvSpPr/>
            <p:nvPr/>
          </p:nvSpPr>
          <p:spPr bwMode="invGray">
            <a:xfrm>
              <a:off x="7544634" y="2239283"/>
              <a:ext cx="27332" cy="7222"/>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165" name="Freeform 16"/>
            <p:cNvSpPr/>
            <p:nvPr/>
          </p:nvSpPr>
          <p:spPr bwMode="invGray">
            <a:xfrm>
              <a:off x="7530462" y="2246505"/>
              <a:ext cx="26320" cy="3611"/>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166" name="Freeform 17"/>
            <p:cNvSpPr/>
            <p:nvPr/>
          </p:nvSpPr>
          <p:spPr bwMode="invGray">
            <a:xfrm>
              <a:off x="7653961" y="2255533"/>
              <a:ext cx="49602" cy="5416"/>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167" name="Freeform 18"/>
            <p:cNvSpPr/>
            <p:nvPr/>
          </p:nvSpPr>
          <p:spPr bwMode="invGray">
            <a:xfrm>
              <a:off x="7438343" y="2233869"/>
              <a:ext cx="25307" cy="7222"/>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168" name="Freeform 19"/>
            <p:cNvSpPr/>
            <p:nvPr/>
          </p:nvSpPr>
          <p:spPr bwMode="invGray">
            <a:xfrm>
              <a:off x="7337113" y="2232063"/>
              <a:ext cx="58713" cy="7222"/>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169" name="Freeform 20"/>
            <p:cNvSpPr/>
            <p:nvPr/>
          </p:nvSpPr>
          <p:spPr bwMode="invGray">
            <a:xfrm>
              <a:off x="7314843" y="2237480"/>
              <a:ext cx="22270" cy="5416"/>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170" name="Freeform 21"/>
            <p:cNvSpPr/>
            <p:nvPr/>
          </p:nvSpPr>
          <p:spPr bwMode="invGray">
            <a:xfrm>
              <a:off x="7467699" y="2242894"/>
              <a:ext cx="19233" cy="7222"/>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171" name="Freeform 22"/>
            <p:cNvSpPr/>
            <p:nvPr/>
          </p:nvSpPr>
          <p:spPr bwMode="invGray">
            <a:xfrm>
              <a:off x="7455552" y="2248310"/>
              <a:ext cx="22270" cy="1805"/>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172" name="Freeform 23"/>
            <p:cNvSpPr/>
            <p:nvPr/>
          </p:nvSpPr>
          <p:spPr bwMode="invGray">
            <a:xfrm>
              <a:off x="7486933" y="2250116"/>
              <a:ext cx="3037"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173" name="Freeform 24"/>
            <p:cNvSpPr/>
            <p:nvPr/>
          </p:nvSpPr>
          <p:spPr bwMode="invGray">
            <a:xfrm>
              <a:off x="7550706" y="2255532"/>
              <a:ext cx="45553" cy="12638"/>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174" name="Freeform 25"/>
            <p:cNvSpPr/>
            <p:nvPr/>
          </p:nvSpPr>
          <p:spPr bwMode="invGray">
            <a:xfrm>
              <a:off x="7502115" y="2251922"/>
              <a:ext cx="28344" cy="5416"/>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175" name="Freeform 26"/>
            <p:cNvSpPr/>
            <p:nvPr/>
          </p:nvSpPr>
          <p:spPr bwMode="invGray">
            <a:xfrm>
              <a:off x="7488955" y="2255533"/>
              <a:ext cx="13160" cy="3611"/>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176" name="Freeform 27"/>
            <p:cNvSpPr/>
            <p:nvPr/>
          </p:nvSpPr>
          <p:spPr bwMode="invGray">
            <a:xfrm>
              <a:off x="7321927" y="2246505"/>
              <a:ext cx="54664" cy="5416"/>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177" name="Freeform 28"/>
            <p:cNvSpPr/>
            <p:nvPr/>
          </p:nvSpPr>
          <p:spPr bwMode="invGray">
            <a:xfrm>
              <a:off x="7414047" y="2248311"/>
              <a:ext cx="3037" cy="1805"/>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178" name="Freeform 29"/>
            <p:cNvSpPr/>
            <p:nvPr/>
          </p:nvSpPr>
          <p:spPr bwMode="invGray">
            <a:xfrm>
              <a:off x="7181220" y="2250116"/>
              <a:ext cx="3037"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179" name="Freeform 30"/>
            <p:cNvSpPr/>
            <p:nvPr/>
          </p:nvSpPr>
          <p:spPr bwMode="invGray">
            <a:xfrm>
              <a:off x="7367480" y="2250116"/>
              <a:ext cx="28344" cy="3611"/>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180" name="Freeform 31"/>
            <p:cNvSpPr/>
            <p:nvPr/>
          </p:nvSpPr>
          <p:spPr bwMode="invGray">
            <a:xfrm>
              <a:off x="7275361" y="2242894"/>
              <a:ext cx="20246" cy="3611"/>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181" name="Freeform 32"/>
            <p:cNvSpPr/>
            <p:nvPr/>
          </p:nvSpPr>
          <p:spPr bwMode="invGray">
            <a:xfrm>
              <a:off x="7408987" y="2246505"/>
              <a:ext cx="4049"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182" name="Freeform 33"/>
            <p:cNvSpPr/>
            <p:nvPr/>
          </p:nvSpPr>
          <p:spPr bwMode="invGray">
            <a:xfrm>
              <a:off x="7395824" y="2246505"/>
              <a:ext cx="18221" cy="3611"/>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183" name="Freeform 34"/>
            <p:cNvSpPr/>
            <p:nvPr/>
          </p:nvSpPr>
          <p:spPr bwMode="invGray">
            <a:xfrm>
              <a:off x="7102258" y="2250116"/>
              <a:ext cx="120463" cy="34302"/>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184" name="Freeform 35"/>
            <p:cNvSpPr/>
            <p:nvPr/>
          </p:nvSpPr>
          <p:spPr bwMode="invGray">
            <a:xfrm>
              <a:off x="7184255" y="2242894"/>
              <a:ext cx="60738" cy="7222"/>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185" name="Freeform 36"/>
            <p:cNvSpPr/>
            <p:nvPr/>
          </p:nvSpPr>
          <p:spPr bwMode="invGray">
            <a:xfrm>
              <a:off x="7244993" y="2246505"/>
              <a:ext cx="86045" cy="18053"/>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186" name="Freeform 37"/>
            <p:cNvSpPr/>
            <p:nvPr/>
          </p:nvSpPr>
          <p:spPr bwMode="invGray">
            <a:xfrm>
              <a:off x="7546659" y="2277197"/>
              <a:ext cx="6074" cy="1805"/>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187" name="Freeform 38"/>
            <p:cNvSpPr/>
            <p:nvPr/>
          </p:nvSpPr>
          <p:spPr bwMode="invGray">
            <a:xfrm>
              <a:off x="7502117" y="2262755"/>
              <a:ext cx="74910" cy="14442"/>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188" name="Freeform 39"/>
            <p:cNvSpPr/>
            <p:nvPr/>
          </p:nvSpPr>
          <p:spPr bwMode="invGray">
            <a:xfrm>
              <a:off x="7368494" y="2264559"/>
              <a:ext cx="44541" cy="7222"/>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189" name="Freeform 40"/>
            <p:cNvSpPr/>
            <p:nvPr/>
          </p:nvSpPr>
          <p:spPr bwMode="invGray">
            <a:xfrm>
              <a:off x="7156922" y="2241091"/>
              <a:ext cx="24295" cy="9027"/>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190" name="Freeform 41"/>
            <p:cNvSpPr/>
            <p:nvPr/>
          </p:nvSpPr>
          <p:spPr bwMode="invGray">
            <a:xfrm>
              <a:off x="7107323" y="2242894"/>
              <a:ext cx="14172" cy="3611"/>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191" name="Freeform 42"/>
            <p:cNvSpPr/>
            <p:nvPr/>
          </p:nvSpPr>
          <p:spPr bwMode="invGray">
            <a:xfrm>
              <a:off x="3951999" y="2297056"/>
              <a:ext cx="13160" cy="1805"/>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192" name="Freeform 43"/>
            <p:cNvSpPr/>
            <p:nvPr/>
          </p:nvSpPr>
          <p:spPr bwMode="invGray">
            <a:xfrm>
              <a:off x="4053230" y="2295250"/>
              <a:ext cx="6074" cy="1805"/>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193" name="Freeform 44"/>
            <p:cNvSpPr/>
            <p:nvPr/>
          </p:nvSpPr>
          <p:spPr bwMode="invGray">
            <a:xfrm>
              <a:off x="5707318" y="2232063"/>
              <a:ext cx="39479" cy="10833"/>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194" name="Freeform 45"/>
            <p:cNvSpPr/>
            <p:nvPr/>
          </p:nvSpPr>
          <p:spPr bwMode="invGray">
            <a:xfrm>
              <a:off x="4806376" y="2268169"/>
              <a:ext cx="18221" cy="5416"/>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8" h="4">
                  <a:moveTo>
                    <a:pt x="0" y="3"/>
                  </a:moveTo>
                  <a:lnTo>
                    <a:pt x="0" y="3"/>
                  </a:lnTo>
                  <a:lnTo>
                    <a:pt x="9" y="4"/>
                  </a:lnTo>
                  <a:lnTo>
                    <a:pt x="29" y="0"/>
                  </a:lnTo>
                  <a:lnTo>
                    <a:pt x="0" y="3"/>
                  </a:ln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195" name="Freeform 46"/>
            <p:cNvSpPr/>
            <p:nvPr/>
          </p:nvSpPr>
          <p:spPr bwMode="invGray">
            <a:xfrm>
              <a:off x="4768922" y="2291639"/>
              <a:ext cx="24295" cy="3611"/>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196" name="Freeform 47"/>
            <p:cNvSpPr/>
            <p:nvPr/>
          </p:nvSpPr>
          <p:spPr bwMode="invGray">
            <a:xfrm>
              <a:off x="3449901" y="2300667"/>
              <a:ext cx="23282" cy="5416"/>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197" name="Freeform 48"/>
            <p:cNvSpPr/>
            <p:nvPr/>
          </p:nvSpPr>
          <p:spPr bwMode="invGray">
            <a:xfrm>
              <a:off x="6508044" y="2244700"/>
              <a:ext cx="39479" cy="7222"/>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198" name="Freeform 49"/>
            <p:cNvSpPr/>
            <p:nvPr/>
          </p:nvSpPr>
          <p:spPr bwMode="invGray">
            <a:xfrm>
              <a:off x="3990466" y="2237480"/>
              <a:ext cx="12148" cy="3611"/>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199" name="Freeform 50"/>
            <p:cNvSpPr/>
            <p:nvPr/>
          </p:nvSpPr>
          <p:spPr bwMode="invGray">
            <a:xfrm>
              <a:off x="6462490" y="2241091"/>
              <a:ext cx="45553" cy="5416"/>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200" name="Freeform 51"/>
            <p:cNvSpPr/>
            <p:nvPr/>
          </p:nvSpPr>
          <p:spPr bwMode="invGray">
            <a:xfrm>
              <a:off x="1647004" y="2288029"/>
              <a:ext cx="5061" cy="1805"/>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201" name="Freeform 52"/>
            <p:cNvSpPr/>
            <p:nvPr/>
          </p:nvSpPr>
          <p:spPr bwMode="invGray">
            <a:xfrm>
              <a:off x="1123647" y="2232063"/>
              <a:ext cx="22270" cy="1805"/>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202" name="Freeform 53"/>
            <p:cNvSpPr/>
            <p:nvPr/>
          </p:nvSpPr>
          <p:spPr bwMode="invGray">
            <a:xfrm>
              <a:off x="6894743" y="2242894"/>
              <a:ext cx="12148" cy="1805"/>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203" name="Freeform 54"/>
            <p:cNvSpPr/>
            <p:nvPr/>
          </p:nvSpPr>
          <p:spPr bwMode="invGray">
            <a:xfrm>
              <a:off x="6948394" y="2266364"/>
              <a:ext cx="5061" cy="3611"/>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204" name="Freeform 55"/>
            <p:cNvSpPr/>
            <p:nvPr/>
          </p:nvSpPr>
          <p:spPr bwMode="invGray">
            <a:xfrm>
              <a:off x="6343038" y="2279002"/>
              <a:ext cx="3037" cy="1805"/>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205" name="Freeform 56"/>
            <p:cNvSpPr/>
            <p:nvPr/>
          </p:nvSpPr>
          <p:spPr bwMode="invGray">
            <a:xfrm>
              <a:off x="6897777" y="2246506"/>
              <a:ext cx="15184"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206" name="Freeform 57"/>
            <p:cNvSpPr/>
            <p:nvPr/>
          </p:nvSpPr>
          <p:spPr bwMode="invGray">
            <a:xfrm>
              <a:off x="6909927" y="2242894"/>
              <a:ext cx="12148" cy="1805"/>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207" name="Freeform 58"/>
            <p:cNvSpPr/>
            <p:nvPr/>
          </p:nvSpPr>
          <p:spPr bwMode="invGray">
            <a:xfrm>
              <a:off x="6878544" y="2244700"/>
              <a:ext cx="19233" cy="1805"/>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208" name="Freeform 59"/>
            <p:cNvSpPr/>
            <p:nvPr/>
          </p:nvSpPr>
          <p:spPr bwMode="invGray">
            <a:xfrm>
              <a:off x="2609696" y="2277197"/>
              <a:ext cx="13160" cy="3611"/>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209" name="Freeform 60"/>
            <p:cNvSpPr/>
            <p:nvPr/>
          </p:nvSpPr>
          <p:spPr bwMode="invGray">
            <a:xfrm>
              <a:off x="5438048" y="2298861"/>
              <a:ext cx="2025" cy="1805"/>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210" name="Freeform 61"/>
            <p:cNvSpPr/>
            <p:nvPr/>
          </p:nvSpPr>
          <p:spPr bwMode="invGray">
            <a:xfrm>
              <a:off x="5395530" y="2282612"/>
              <a:ext cx="42516" cy="21664"/>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211" name="Freeform 62"/>
            <p:cNvSpPr>
              <a:spLocks noEditPoints="1"/>
            </p:cNvSpPr>
            <p:nvPr/>
          </p:nvSpPr>
          <p:spPr bwMode="invGray">
            <a:xfrm>
              <a:off x="996098" y="2221231"/>
              <a:ext cx="6098064" cy="9387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212" name="Freeform 63"/>
            <p:cNvSpPr/>
            <p:nvPr/>
          </p:nvSpPr>
          <p:spPr bwMode="invGray">
            <a:xfrm>
              <a:off x="4788154" y="2288030"/>
              <a:ext cx="7086" cy="5416"/>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213" name="Freeform 64"/>
            <p:cNvSpPr/>
            <p:nvPr/>
          </p:nvSpPr>
          <p:spPr bwMode="invGray">
            <a:xfrm>
              <a:off x="3465084" y="2298861"/>
              <a:ext cx="3037" cy="1805"/>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214" name="Freeform 65"/>
            <p:cNvSpPr/>
            <p:nvPr/>
          </p:nvSpPr>
          <p:spPr bwMode="invGray">
            <a:xfrm>
              <a:off x="6167913" y="2298861"/>
              <a:ext cx="16197" cy="3611"/>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215" name="Freeform 66"/>
            <p:cNvSpPr/>
            <p:nvPr/>
          </p:nvSpPr>
          <p:spPr bwMode="invGray">
            <a:xfrm>
              <a:off x="6992934" y="2242894"/>
              <a:ext cx="25307" cy="3611"/>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216" name="Freeform 67"/>
            <p:cNvSpPr/>
            <p:nvPr/>
          </p:nvSpPr>
          <p:spPr bwMode="invGray">
            <a:xfrm>
              <a:off x="7224749" y="2277197"/>
              <a:ext cx="28344" cy="3611"/>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217" name="Freeform 68"/>
            <p:cNvSpPr/>
            <p:nvPr/>
          </p:nvSpPr>
          <p:spPr bwMode="invGray">
            <a:xfrm>
              <a:off x="7041525" y="2259144"/>
              <a:ext cx="38467" cy="9027"/>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2" h="7">
                  <a:moveTo>
                    <a:pt x="0" y="3"/>
                  </a:moveTo>
                  <a:lnTo>
                    <a:pt x="0" y="3"/>
                  </a:lnTo>
                  <a:cubicBezTo>
                    <a:pt x="3" y="7"/>
                    <a:pt x="30" y="6"/>
                    <a:pt x="60" y="5"/>
                  </a:cubicBezTo>
                  <a:lnTo>
                    <a:pt x="54" y="5"/>
                  </a:lnTo>
                  <a:cubicBezTo>
                    <a:pt x="63" y="0"/>
                    <a:pt x="31" y="1"/>
                    <a:pt x="0" y="3"/>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218" name="Freeform 69"/>
            <p:cNvSpPr/>
            <p:nvPr/>
          </p:nvSpPr>
          <p:spPr bwMode="invGray">
            <a:xfrm>
              <a:off x="7082014" y="2262755"/>
              <a:ext cx="18221" cy="1805"/>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219" name="Freeform 70"/>
            <p:cNvSpPr/>
            <p:nvPr/>
          </p:nvSpPr>
          <p:spPr bwMode="invGray">
            <a:xfrm>
              <a:off x="6809711" y="2237479"/>
              <a:ext cx="65799" cy="14442"/>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220" name="Freeform 71"/>
            <p:cNvSpPr/>
            <p:nvPr/>
          </p:nvSpPr>
          <p:spPr bwMode="invGray">
            <a:xfrm>
              <a:off x="7039499" y="2273586"/>
              <a:ext cx="17209" cy="7222"/>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221" name="Freeform 72"/>
            <p:cNvSpPr/>
            <p:nvPr/>
          </p:nvSpPr>
          <p:spPr bwMode="invGray">
            <a:xfrm>
              <a:off x="6912965" y="2271780"/>
              <a:ext cx="37455" cy="3611"/>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222" name="Freeform 73"/>
            <p:cNvSpPr/>
            <p:nvPr/>
          </p:nvSpPr>
          <p:spPr bwMode="invGray">
            <a:xfrm>
              <a:off x="6950417" y="2273586"/>
              <a:ext cx="23282" cy="1805"/>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223" name="Freeform 74"/>
            <p:cNvSpPr/>
            <p:nvPr/>
          </p:nvSpPr>
          <p:spPr bwMode="invGray">
            <a:xfrm>
              <a:off x="6987873" y="2280808"/>
              <a:ext cx="29356"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224" name="Freeform 75"/>
            <p:cNvSpPr/>
            <p:nvPr/>
          </p:nvSpPr>
          <p:spPr bwMode="invGray">
            <a:xfrm>
              <a:off x="6570809" y="2271781"/>
              <a:ext cx="39479" cy="5416"/>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225" name="Freeform 76"/>
            <p:cNvSpPr/>
            <p:nvPr/>
          </p:nvSpPr>
          <p:spPr bwMode="invGray">
            <a:xfrm>
              <a:off x="6685196" y="2284419"/>
              <a:ext cx="15184" cy="9027"/>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226" name="Freeform 77"/>
            <p:cNvSpPr/>
            <p:nvPr/>
          </p:nvSpPr>
          <p:spPr bwMode="invGray">
            <a:xfrm>
              <a:off x="6562710" y="2293445"/>
              <a:ext cx="74910" cy="3611"/>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227" name="Freeform 78"/>
            <p:cNvSpPr/>
            <p:nvPr/>
          </p:nvSpPr>
          <p:spPr bwMode="invGray">
            <a:xfrm>
              <a:off x="6135519" y="2268170"/>
              <a:ext cx="7086" cy="12638"/>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228" name="Freeform 79"/>
            <p:cNvSpPr/>
            <p:nvPr/>
          </p:nvSpPr>
          <p:spPr bwMode="invGray">
            <a:xfrm>
              <a:off x="5708331" y="2300667"/>
              <a:ext cx="61750" cy="12638"/>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0" h="10">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229" name="Freeform 80"/>
            <p:cNvSpPr/>
            <p:nvPr/>
          </p:nvSpPr>
          <p:spPr bwMode="invGray">
            <a:xfrm>
              <a:off x="5742749" y="2297056"/>
              <a:ext cx="11135" cy="3611"/>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230" name="Freeform 81"/>
            <p:cNvSpPr/>
            <p:nvPr/>
          </p:nvSpPr>
          <p:spPr bwMode="invGray">
            <a:xfrm>
              <a:off x="1012295" y="2224841"/>
              <a:ext cx="24295" cy="5416"/>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231" name="Freeform 82"/>
            <p:cNvSpPr/>
            <p:nvPr/>
          </p:nvSpPr>
          <p:spPr bwMode="invGray">
            <a:xfrm>
              <a:off x="970791" y="2228453"/>
              <a:ext cx="19233" cy="7222"/>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232" name="Freeform 83"/>
            <p:cNvSpPr/>
            <p:nvPr/>
          </p:nvSpPr>
          <p:spPr bwMode="invGray">
            <a:xfrm>
              <a:off x="4240503" y="2307887"/>
              <a:ext cx="21258" cy="5416"/>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233" name="Freeform 84"/>
            <p:cNvSpPr/>
            <p:nvPr/>
          </p:nvSpPr>
          <p:spPr bwMode="invGray">
            <a:xfrm>
              <a:off x="3929729" y="2297056"/>
              <a:ext cx="10123" cy="7222"/>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234" name="Freeform 85"/>
            <p:cNvSpPr/>
            <p:nvPr/>
          </p:nvSpPr>
          <p:spPr bwMode="invGray">
            <a:xfrm>
              <a:off x="3659447" y="2304276"/>
              <a:ext cx="38467" cy="9027"/>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2" h="8">
                  <a:moveTo>
                    <a:pt x="5" y="7"/>
                  </a:moveTo>
                  <a:lnTo>
                    <a:pt x="5" y="7"/>
                  </a:lnTo>
                  <a:cubicBezTo>
                    <a:pt x="23" y="8"/>
                    <a:pt x="45" y="6"/>
                    <a:pt x="63" y="7"/>
                  </a:cubicBezTo>
                  <a:cubicBezTo>
                    <a:pt x="23" y="8"/>
                    <a:pt x="0" y="0"/>
                    <a:pt x="5" y="7"/>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grpSp>
      <p:sp>
        <p:nvSpPr>
          <p:cNvPr id="2" name="Title 1"/>
          <p:cNvSpPr>
            <a:spLocks noGrp="1"/>
          </p:cNvSpPr>
          <p:nvPr>
            <p:ph type="title"/>
          </p:nvPr>
        </p:nvSpPr>
        <p:spPr>
          <a:xfrm>
            <a:off x="1522414" y="274638"/>
            <a:ext cx="9143998" cy="1020762"/>
          </a:xfrm>
        </p:spPr>
        <p:txBody>
          <a:bodyPr/>
          <a:lstStyle>
            <a:lvl1pPr>
              <a:defRPr/>
            </a:lvl1pPr>
          </a:lstStyle>
          <a:p>
            <a:r>
              <a:rPr lang="en-US"/>
              <a:t>Click to edit Master title style</a:t>
            </a:r>
            <a:endParaRPr/>
          </a:p>
        </p:txBody>
      </p:sp>
      <p:sp>
        <p:nvSpPr>
          <p:cNvPr id="3" name="Text Placeholder 2"/>
          <p:cNvSpPr>
            <a:spLocks noGrp="1"/>
          </p:cNvSpPr>
          <p:nvPr>
            <p:ph type="body" idx="1"/>
          </p:nvPr>
        </p:nvSpPr>
        <p:spPr>
          <a:xfrm>
            <a:off x="970791" y="2794000"/>
            <a:ext cx="2816285" cy="1117600"/>
          </a:xfrm>
        </p:spPr>
        <p:txBody>
          <a:bodyPr anchor="ctr"/>
          <a:lstStyle>
            <a:lvl1pPr marL="0" indent="0">
              <a:spcBef>
                <a:spcPct val="0"/>
              </a:spcBef>
              <a:buNone/>
              <a:defRPr sz="1530" b="0"/>
            </a:lvl1pPr>
            <a:lvl2pPr marL="291541" indent="0">
              <a:buNone/>
              <a:defRPr sz="1275" b="1"/>
            </a:lvl2pPr>
            <a:lvl3pPr marL="583082" indent="0">
              <a:buNone/>
              <a:defRPr sz="1148" b="1"/>
            </a:lvl3pPr>
            <a:lvl4pPr marL="874623" indent="0">
              <a:buNone/>
              <a:defRPr sz="1020" b="1"/>
            </a:lvl4pPr>
            <a:lvl5pPr marL="1166164" indent="0">
              <a:buNone/>
              <a:defRPr sz="1020" b="1"/>
            </a:lvl5pPr>
            <a:lvl6pPr marL="1457705" indent="0">
              <a:buNone/>
              <a:defRPr sz="1020" b="1"/>
            </a:lvl6pPr>
            <a:lvl7pPr marL="1749246" indent="0">
              <a:buNone/>
              <a:defRPr sz="1020" b="1"/>
            </a:lvl7pPr>
            <a:lvl8pPr marL="2040786" indent="0">
              <a:buNone/>
              <a:defRPr sz="1020" b="1"/>
            </a:lvl8pPr>
            <a:lvl9pPr marL="2332327" indent="0">
              <a:buNone/>
              <a:defRPr sz="1020" b="1"/>
            </a:lvl9pPr>
          </a:lstStyle>
          <a:p>
            <a:pPr lvl="0"/>
            <a:r>
              <a:rPr lang="en-US"/>
              <a:t>Click to edit Master text styles</a:t>
            </a:r>
          </a:p>
        </p:txBody>
      </p:sp>
      <p:sp>
        <p:nvSpPr>
          <p:cNvPr id="4" name="Content Placeholder 3"/>
          <p:cNvSpPr>
            <a:spLocks noGrp="1"/>
          </p:cNvSpPr>
          <p:nvPr>
            <p:ph sz="half" idx="2"/>
          </p:nvPr>
        </p:nvSpPr>
        <p:spPr>
          <a:xfrm>
            <a:off x="970791" y="4135119"/>
            <a:ext cx="2816285" cy="4917442"/>
          </a:xfrm>
        </p:spPr>
        <p:txBody>
          <a:bodyPr/>
          <a:lstStyle>
            <a:lvl1pPr>
              <a:defRPr sz="1530"/>
            </a:lvl1pPr>
            <a:lvl2pPr>
              <a:defRPr sz="1275"/>
            </a:lvl2pPr>
            <a:lvl3pPr>
              <a:defRPr sz="1148"/>
            </a:lvl3pPr>
            <a:lvl4pPr>
              <a:defRPr sz="1020"/>
            </a:lvl4pPr>
            <a:lvl5pPr>
              <a:defRPr sz="1020"/>
            </a:lvl5pPr>
            <a:lvl6pPr marL="1247795">
              <a:defRPr sz="1020"/>
            </a:lvl6pPr>
            <a:lvl7pPr marL="1247795">
              <a:defRPr sz="1020" baseline="0"/>
            </a:lvl7pPr>
            <a:lvl8pPr marL="1247795">
              <a:defRPr sz="1020" baseline="0"/>
            </a:lvl8pPr>
            <a:lvl9pPr marL="1247795">
              <a:defRPr sz="102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3985324" y="2794000"/>
            <a:ext cx="2816285" cy="1117600"/>
          </a:xfrm>
        </p:spPr>
        <p:txBody>
          <a:bodyPr anchor="ctr"/>
          <a:lstStyle>
            <a:lvl1pPr marL="0" indent="0">
              <a:spcBef>
                <a:spcPct val="0"/>
              </a:spcBef>
              <a:buNone/>
              <a:defRPr sz="1530" b="0"/>
            </a:lvl1pPr>
            <a:lvl2pPr marL="291541" indent="0">
              <a:buNone/>
              <a:defRPr sz="1275" b="1"/>
            </a:lvl2pPr>
            <a:lvl3pPr marL="583082" indent="0">
              <a:buNone/>
              <a:defRPr sz="1148" b="1"/>
            </a:lvl3pPr>
            <a:lvl4pPr marL="874623" indent="0">
              <a:buNone/>
              <a:defRPr sz="1020" b="1"/>
            </a:lvl4pPr>
            <a:lvl5pPr marL="1166164" indent="0">
              <a:buNone/>
              <a:defRPr sz="1020" b="1"/>
            </a:lvl5pPr>
            <a:lvl6pPr marL="1457705" indent="0">
              <a:buNone/>
              <a:defRPr sz="1020" b="1"/>
            </a:lvl6pPr>
            <a:lvl7pPr marL="1749246" indent="0">
              <a:buNone/>
              <a:defRPr sz="1020" b="1"/>
            </a:lvl7pPr>
            <a:lvl8pPr marL="2040786" indent="0">
              <a:buNone/>
              <a:defRPr sz="1020" b="1"/>
            </a:lvl8pPr>
            <a:lvl9pPr marL="2332327" indent="0">
              <a:buNone/>
              <a:defRPr sz="1020" b="1"/>
            </a:lvl9pPr>
          </a:lstStyle>
          <a:p>
            <a:pPr lvl="0"/>
            <a:r>
              <a:rPr lang="en-US"/>
              <a:t>Click to edit Master text styles</a:t>
            </a:r>
          </a:p>
        </p:txBody>
      </p:sp>
      <p:sp>
        <p:nvSpPr>
          <p:cNvPr id="6" name="Content Placeholder 5"/>
          <p:cNvSpPr>
            <a:spLocks noGrp="1"/>
          </p:cNvSpPr>
          <p:nvPr>
            <p:ph sz="quarter" idx="4"/>
          </p:nvPr>
        </p:nvSpPr>
        <p:spPr>
          <a:xfrm>
            <a:off x="3985324" y="4135119"/>
            <a:ext cx="2816285" cy="4917442"/>
          </a:xfrm>
        </p:spPr>
        <p:txBody>
          <a:bodyPr/>
          <a:lstStyle>
            <a:lvl1pPr>
              <a:defRPr sz="1530"/>
            </a:lvl1pPr>
            <a:lvl2pPr>
              <a:defRPr sz="1275"/>
            </a:lvl2pPr>
            <a:lvl3pPr>
              <a:defRPr sz="1148"/>
            </a:lvl3pPr>
            <a:lvl4pPr>
              <a:defRPr sz="1020"/>
            </a:lvl4pPr>
            <a:lvl5pPr marL="1247795">
              <a:defRPr sz="1020"/>
            </a:lvl5pPr>
            <a:lvl6pPr marL="1247795">
              <a:defRPr sz="1020"/>
            </a:lvl6pPr>
            <a:lvl7pPr marL="1247795">
              <a:defRPr sz="1020"/>
            </a:lvl7pPr>
            <a:lvl8pPr marL="1247795">
              <a:defRPr sz="1020"/>
            </a:lvl8pPr>
            <a:lvl9pPr marL="1247795">
              <a:defRPr sz="102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7" name="Date Placeholder 6"/>
          <p:cNvSpPr>
            <a:spLocks noGrp="1"/>
          </p:cNvSpPr>
          <p:nvPr>
            <p:ph type="dt" sz="half" idx="10"/>
          </p:nvPr>
        </p:nvSpPr>
        <p:spPr/>
        <p:txBody>
          <a:bodyPr/>
          <a:lstStyle/>
          <a:p>
            <a:fld id="{9AFE8FB1-0A7A-443E-AAF7-31D4FA1AA312}" type="datetimeFigureOut">
              <a:rPr lang="en-US" smtClean="0"/>
              <a:t>4/23/2024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5BA54BD-C84D-46CE-8B72-31BFB26ABA43}" type="slidenum">
              <a:rPr lang="en-US" smtClean="0"/>
              <a:t>‹#›</a:t>
            </a:fld>
            <a:endParaRPr lang="en-US"/>
          </a:p>
        </p:txBody>
      </p:sp>
    </p:spTree>
    <p:extLst>
      <p:ext uri="{BB962C8B-B14F-4D97-AF65-F5344CB8AC3E}">
        <p14:creationId xmlns:p14="http://schemas.microsoft.com/office/powerpoint/2010/main" val="2675428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grpSp>
        <p:nvGrpSpPr>
          <p:cNvPr id="156" name="line"/>
          <p:cNvGrpSpPr/>
          <p:nvPr/>
        </p:nvGrpSpPr>
        <p:grpSpPr>
          <a:xfrm>
            <a:off x="970791" y="2221231"/>
            <a:ext cx="6739859" cy="93878"/>
            <a:chOff x="970791" y="2221231"/>
            <a:chExt cx="6739859" cy="93878"/>
          </a:xfrm>
        </p:grpSpPr>
        <p:sp>
          <p:nvSpPr>
            <p:cNvPr id="157" name="Freeform 10"/>
            <p:cNvSpPr/>
            <p:nvPr/>
          </p:nvSpPr>
          <p:spPr bwMode="invGray">
            <a:xfrm>
              <a:off x="7670158" y="2237480"/>
              <a:ext cx="40492" cy="7222"/>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158" name="Freeform 11"/>
            <p:cNvSpPr/>
            <p:nvPr/>
          </p:nvSpPr>
          <p:spPr bwMode="invGray">
            <a:xfrm>
              <a:off x="7666110" y="2248310"/>
              <a:ext cx="12148" cy="1805"/>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159" name="Freeform 12"/>
            <p:cNvSpPr/>
            <p:nvPr/>
          </p:nvSpPr>
          <p:spPr bwMode="invGray">
            <a:xfrm>
              <a:off x="7678257" y="2246506"/>
              <a:ext cx="25307" cy="9027"/>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160" name="Freeform 15"/>
            <p:cNvSpPr/>
            <p:nvPr/>
          </p:nvSpPr>
          <p:spPr bwMode="invGray">
            <a:xfrm>
              <a:off x="7544634" y="2239283"/>
              <a:ext cx="27332" cy="7222"/>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161" name="Freeform 16"/>
            <p:cNvSpPr/>
            <p:nvPr/>
          </p:nvSpPr>
          <p:spPr bwMode="invGray">
            <a:xfrm>
              <a:off x="7530462" y="2246505"/>
              <a:ext cx="26320" cy="3611"/>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162" name="Freeform 17"/>
            <p:cNvSpPr/>
            <p:nvPr/>
          </p:nvSpPr>
          <p:spPr bwMode="invGray">
            <a:xfrm>
              <a:off x="7653961" y="2255533"/>
              <a:ext cx="49602" cy="5416"/>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163" name="Freeform 18"/>
            <p:cNvSpPr/>
            <p:nvPr/>
          </p:nvSpPr>
          <p:spPr bwMode="invGray">
            <a:xfrm>
              <a:off x="7438343" y="2233869"/>
              <a:ext cx="25307" cy="7222"/>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164" name="Freeform 19"/>
            <p:cNvSpPr/>
            <p:nvPr/>
          </p:nvSpPr>
          <p:spPr bwMode="invGray">
            <a:xfrm>
              <a:off x="7337113" y="2232063"/>
              <a:ext cx="58713" cy="7222"/>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165" name="Freeform 20"/>
            <p:cNvSpPr/>
            <p:nvPr/>
          </p:nvSpPr>
          <p:spPr bwMode="invGray">
            <a:xfrm>
              <a:off x="7314843" y="2237480"/>
              <a:ext cx="22270" cy="5416"/>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166" name="Freeform 21"/>
            <p:cNvSpPr/>
            <p:nvPr/>
          </p:nvSpPr>
          <p:spPr bwMode="invGray">
            <a:xfrm>
              <a:off x="7467699" y="2242894"/>
              <a:ext cx="19233" cy="7222"/>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167" name="Freeform 22"/>
            <p:cNvSpPr/>
            <p:nvPr/>
          </p:nvSpPr>
          <p:spPr bwMode="invGray">
            <a:xfrm>
              <a:off x="7455552" y="2248310"/>
              <a:ext cx="22270" cy="1805"/>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168" name="Freeform 23"/>
            <p:cNvSpPr/>
            <p:nvPr/>
          </p:nvSpPr>
          <p:spPr bwMode="invGray">
            <a:xfrm>
              <a:off x="7486933" y="2250116"/>
              <a:ext cx="3037"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169" name="Freeform 24"/>
            <p:cNvSpPr/>
            <p:nvPr/>
          </p:nvSpPr>
          <p:spPr bwMode="invGray">
            <a:xfrm>
              <a:off x="7550706" y="2255532"/>
              <a:ext cx="45553" cy="12638"/>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170" name="Freeform 25"/>
            <p:cNvSpPr/>
            <p:nvPr/>
          </p:nvSpPr>
          <p:spPr bwMode="invGray">
            <a:xfrm>
              <a:off x="7502115" y="2251922"/>
              <a:ext cx="28344" cy="5416"/>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171" name="Freeform 26"/>
            <p:cNvSpPr/>
            <p:nvPr/>
          </p:nvSpPr>
          <p:spPr bwMode="invGray">
            <a:xfrm>
              <a:off x="7488955" y="2255533"/>
              <a:ext cx="13160" cy="3611"/>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172" name="Freeform 27"/>
            <p:cNvSpPr/>
            <p:nvPr/>
          </p:nvSpPr>
          <p:spPr bwMode="invGray">
            <a:xfrm>
              <a:off x="7321927" y="2246505"/>
              <a:ext cx="54664" cy="5416"/>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173" name="Freeform 28"/>
            <p:cNvSpPr/>
            <p:nvPr/>
          </p:nvSpPr>
          <p:spPr bwMode="invGray">
            <a:xfrm>
              <a:off x="7414047" y="2248311"/>
              <a:ext cx="3037" cy="1805"/>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174" name="Freeform 29"/>
            <p:cNvSpPr/>
            <p:nvPr/>
          </p:nvSpPr>
          <p:spPr bwMode="invGray">
            <a:xfrm>
              <a:off x="7181220" y="2250116"/>
              <a:ext cx="3037"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175" name="Freeform 30"/>
            <p:cNvSpPr/>
            <p:nvPr/>
          </p:nvSpPr>
          <p:spPr bwMode="invGray">
            <a:xfrm>
              <a:off x="7367480" y="2250116"/>
              <a:ext cx="28344" cy="3611"/>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176" name="Freeform 31"/>
            <p:cNvSpPr/>
            <p:nvPr/>
          </p:nvSpPr>
          <p:spPr bwMode="invGray">
            <a:xfrm>
              <a:off x="7275361" y="2242894"/>
              <a:ext cx="20246" cy="3611"/>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177" name="Freeform 32"/>
            <p:cNvSpPr/>
            <p:nvPr/>
          </p:nvSpPr>
          <p:spPr bwMode="invGray">
            <a:xfrm>
              <a:off x="7408987" y="2246505"/>
              <a:ext cx="4049"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178" name="Freeform 33"/>
            <p:cNvSpPr/>
            <p:nvPr/>
          </p:nvSpPr>
          <p:spPr bwMode="invGray">
            <a:xfrm>
              <a:off x="7395824" y="2246505"/>
              <a:ext cx="18221" cy="3611"/>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179" name="Freeform 34"/>
            <p:cNvSpPr/>
            <p:nvPr/>
          </p:nvSpPr>
          <p:spPr bwMode="invGray">
            <a:xfrm>
              <a:off x="7102258" y="2250116"/>
              <a:ext cx="120463" cy="34302"/>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180" name="Freeform 35"/>
            <p:cNvSpPr/>
            <p:nvPr/>
          </p:nvSpPr>
          <p:spPr bwMode="invGray">
            <a:xfrm>
              <a:off x="7184255" y="2242894"/>
              <a:ext cx="60738" cy="7222"/>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181" name="Freeform 36"/>
            <p:cNvSpPr/>
            <p:nvPr/>
          </p:nvSpPr>
          <p:spPr bwMode="invGray">
            <a:xfrm>
              <a:off x="7244993" y="2246505"/>
              <a:ext cx="86045" cy="18053"/>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182" name="Freeform 37"/>
            <p:cNvSpPr/>
            <p:nvPr/>
          </p:nvSpPr>
          <p:spPr bwMode="invGray">
            <a:xfrm>
              <a:off x="7546659" y="2277197"/>
              <a:ext cx="6074" cy="1805"/>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183" name="Freeform 38"/>
            <p:cNvSpPr/>
            <p:nvPr/>
          </p:nvSpPr>
          <p:spPr bwMode="invGray">
            <a:xfrm>
              <a:off x="7502117" y="2262755"/>
              <a:ext cx="74910" cy="14442"/>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184" name="Freeform 39"/>
            <p:cNvSpPr/>
            <p:nvPr/>
          </p:nvSpPr>
          <p:spPr bwMode="invGray">
            <a:xfrm>
              <a:off x="7368494" y="2264559"/>
              <a:ext cx="44541" cy="7222"/>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185" name="Freeform 40"/>
            <p:cNvSpPr/>
            <p:nvPr/>
          </p:nvSpPr>
          <p:spPr bwMode="invGray">
            <a:xfrm>
              <a:off x="7156922" y="2241091"/>
              <a:ext cx="24295" cy="9027"/>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186" name="Freeform 41"/>
            <p:cNvSpPr/>
            <p:nvPr/>
          </p:nvSpPr>
          <p:spPr bwMode="invGray">
            <a:xfrm>
              <a:off x="7107323" y="2242894"/>
              <a:ext cx="14172" cy="3611"/>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187" name="Freeform 42"/>
            <p:cNvSpPr/>
            <p:nvPr/>
          </p:nvSpPr>
          <p:spPr bwMode="invGray">
            <a:xfrm>
              <a:off x="3951999" y="2297056"/>
              <a:ext cx="13160" cy="1805"/>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188" name="Freeform 43"/>
            <p:cNvSpPr/>
            <p:nvPr/>
          </p:nvSpPr>
          <p:spPr bwMode="invGray">
            <a:xfrm>
              <a:off x="4053230" y="2295250"/>
              <a:ext cx="6074" cy="1805"/>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189" name="Freeform 44"/>
            <p:cNvSpPr/>
            <p:nvPr/>
          </p:nvSpPr>
          <p:spPr bwMode="invGray">
            <a:xfrm>
              <a:off x="5707318" y="2232063"/>
              <a:ext cx="39479" cy="10833"/>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190" name="Freeform 45"/>
            <p:cNvSpPr/>
            <p:nvPr/>
          </p:nvSpPr>
          <p:spPr bwMode="invGray">
            <a:xfrm>
              <a:off x="4806376" y="2268169"/>
              <a:ext cx="18221" cy="5416"/>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8" h="4">
                  <a:moveTo>
                    <a:pt x="0" y="3"/>
                  </a:moveTo>
                  <a:lnTo>
                    <a:pt x="0" y="3"/>
                  </a:lnTo>
                  <a:lnTo>
                    <a:pt x="9" y="4"/>
                  </a:lnTo>
                  <a:lnTo>
                    <a:pt x="29" y="0"/>
                  </a:lnTo>
                  <a:lnTo>
                    <a:pt x="0" y="3"/>
                  </a:ln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191" name="Freeform 46"/>
            <p:cNvSpPr/>
            <p:nvPr/>
          </p:nvSpPr>
          <p:spPr bwMode="invGray">
            <a:xfrm>
              <a:off x="4768922" y="2291639"/>
              <a:ext cx="24295" cy="3611"/>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192" name="Freeform 47"/>
            <p:cNvSpPr/>
            <p:nvPr/>
          </p:nvSpPr>
          <p:spPr bwMode="invGray">
            <a:xfrm>
              <a:off x="3449901" y="2300667"/>
              <a:ext cx="23282" cy="5416"/>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193" name="Freeform 48"/>
            <p:cNvSpPr/>
            <p:nvPr/>
          </p:nvSpPr>
          <p:spPr bwMode="invGray">
            <a:xfrm>
              <a:off x="6508044" y="2244700"/>
              <a:ext cx="39479" cy="7222"/>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194" name="Freeform 49"/>
            <p:cNvSpPr/>
            <p:nvPr/>
          </p:nvSpPr>
          <p:spPr bwMode="invGray">
            <a:xfrm>
              <a:off x="3990466" y="2237480"/>
              <a:ext cx="12148" cy="3611"/>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195" name="Freeform 50"/>
            <p:cNvSpPr/>
            <p:nvPr/>
          </p:nvSpPr>
          <p:spPr bwMode="invGray">
            <a:xfrm>
              <a:off x="6462490" y="2241091"/>
              <a:ext cx="45553" cy="5416"/>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196" name="Freeform 51"/>
            <p:cNvSpPr/>
            <p:nvPr/>
          </p:nvSpPr>
          <p:spPr bwMode="invGray">
            <a:xfrm>
              <a:off x="1647004" y="2288029"/>
              <a:ext cx="5061" cy="1805"/>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197" name="Freeform 52"/>
            <p:cNvSpPr/>
            <p:nvPr/>
          </p:nvSpPr>
          <p:spPr bwMode="invGray">
            <a:xfrm>
              <a:off x="1123647" y="2232063"/>
              <a:ext cx="22270" cy="1805"/>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198" name="Freeform 53"/>
            <p:cNvSpPr/>
            <p:nvPr/>
          </p:nvSpPr>
          <p:spPr bwMode="invGray">
            <a:xfrm>
              <a:off x="6894743" y="2242894"/>
              <a:ext cx="12148" cy="1805"/>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199" name="Freeform 54"/>
            <p:cNvSpPr/>
            <p:nvPr/>
          </p:nvSpPr>
          <p:spPr bwMode="invGray">
            <a:xfrm>
              <a:off x="6948394" y="2266364"/>
              <a:ext cx="5061" cy="3611"/>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200" name="Freeform 55"/>
            <p:cNvSpPr/>
            <p:nvPr/>
          </p:nvSpPr>
          <p:spPr bwMode="invGray">
            <a:xfrm>
              <a:off x="6343038" y="2279002"/>
              <a:ext cx="3037" cy="1805"/>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201" name="Freeform 56"/>
            <p:cNvSpPr/>
            <p:nvPr/>
          </p:nvSpPr>
          <p:spPr bwMode="invGray">
            <a:xfrm>
              <a:off x="6897777" y="2246506"/>
              <a:ext cx="15184"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202" name="Freeform 57"/>
            <p:cNvSpPr/>
            <p:nvPr/>
          </p:nvSpPr>
          <p:spPr bwMode="invGray">
            <a:xfrm>
              <a:off x="6909927" y="2242894"/>
              <a:ext cx="12148" cy="1805"/>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203" name="Freeform 58"/>
            <p:cNvSpPr/>
            <p:nvPr/>
          </p:nvSpPr>
          <p:spPr bwMode="invGray">
            <a:xfrm>
              <a:off x="6878544" y="2244700"/>
              <a:ext cx="19233" cy="1805"/>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204" name="Freeform 59"/>
            <p:cNvSpPr/>
            <p:nvPr/>
          </p:nvSpPr>
          <p:spPr bwMode="invGray">
            <a:xfrm>
              <a:off x="2609696" y="2277197"/>
              <a:ext cx="13160" cy="3611"/>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205" name="Freeform 60"/>
            <p:cNvSpPr/>
            <p:nvPr/>
          </p:nvSpPr>
          <p:spPr bwMode="invGray">
            <a:xfrm>
              <a:off x="5438048" y="2298861"/>
              <a:ext cx="2025" cy="1805"/>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206" name="Freeform 61"/>
            <p:cNvSpPr/>
            <p:nvPr/>
          </p:nvSpPr>
          <p:spPr bwMode="invGray">
            <a:xfrm>
              <a:off x="5395530" y="2282612"/>
              <a:ext cx="42516" cy="21664"/>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207" name="Freeform 62"/>
            <p:cNvSpPr>
              <a:spLocks noEditPoints="1"/>
            </p:cNvSpPr>
            <p:nvPr/>
          </p:nvSpPr>
          <p:spPr bwMode="invGray">
            <a:xfrm>
              <a:off x="996098" y="2221231"/>
              <a:ext cx="6098064" cy="9387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208" name="Freeform 63"/>
            <p:cNvSpPr/>
            <p:nvPr/>
          </p:nvSpPr>
          <p:spPr bwMode="invGray">
            <a:xfrm>
              <a:off x="4788154" y="2288030"/>
              <a:ext cx="7086" cy="5416"/>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209" name="Freeform 64"/>
            <p:cNvSpPr/>
            <p:nvPr/>
          </p:nvSpPr>
          <p:spPr bwMode="invGray">
            <a:xfrm>
              <a:off x="3465084" y="2298861"/>
              <a:ext cx="3037" cy="1805"/>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210" name="Freeform 65"/>
            <p:cNvSpPr/>
            <p:nvPr/>
          </p:nvSpPr>
          <p:spPr bwMode="invGray">
            <a:xfrm>
              <a:off x="6167913" y="2298861"/>
              <a:ext cx="16197" cy="3611"/>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211" name="Freeform 66"/>
            <p:cNvSpPr/>
            <p:nvPr/>
          </p:nvSpPr>
          <p:spPr bwMode="invGray">
            <a:xfrm>
              <a:off x="6992934" y="2242894"/>
              <a:ext cx="25307" cy="3611"/>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212" name="Freeform 67"/>
            <p:cNvSpPr/>
            <p:nvPr/>
          </p:nvSpPr>
          <p:spPr bwMode="invGray">
            <a:xfrm>
              <a:off x="7224749" y="2277197"/>
              <a:ext cx="28344" cy="3611"/>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213" name="Freeform 68"/>
            <p:cNvSpPr/>
            <p:nvPr/>
          </p:nvSpPr>
          <p:spPr bwMode="invGray">
            <a:xfrm>
              <a:off x="7041525" y="2259144"/>
              <a:ext cx="38467" cy="9027"/>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2" h="7">
                  <a:moveTo>
                    <a:pt x="0" y="3"/>
                  </a:moveTo>
                  <a:lnTo>
                    <a:pt x="0" y="3"/>
                  </a:lnTo>
                  <a:cubicBezTo>
                    <a:pt x="3" y="7"/>
                    <a:pt x="30" y="6"/>
                    <a:pt x="60" y="5"/>
                  </a:cubicBezTo>
                  <a:lnTo>
                    <a:pt x="54" y="5"/>
                  </a:lnTo>
                  <a:cubicBezTo>
                    <a:pt x="63" y="0"/>
                    <a:pt x="31" y="1"/>
                    <a:pt x="0" y="3"/>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214" name="Freeform 69"/>
            <p:cNvSpPr/>
            <p:nvPr/>
          </p:nvSpPr>
          <p:spPr bwMode="invGray">
            <a:xfrm>
              <a:off x="7082014" y="2262755"/>
              <a:ext cx="18221" cy="1805"/>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215" name="Freeform 70"/>
            <p:cNvSpPr/>
            <p:nvPr/>
          </p:nvSpPr>
          <p:spPr bwMode="invGray">
            <a:xfrm>
              <a:off x="6809711" y="2237479"/>
              <a:ext cx="65799" cy="14442"/>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216" name="Freeform 71"/>
            <p:cNvSpPr/>
            <p:nvPr/>
          </p:nvSpPr>
          <p:spPr bwMode="invGray">
            <a:xfrm>
              <a:off x="7039499" y="2273586"/>
              <a:ext cx="17209" cy="7222"/>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217" name="Freeform 72"/>
            <p:cNvSpPr/>
            <p:nvPr/>
          </p:nvSpPr>
          <p:spPr bwMode="invGray">
            <a:xfrm>
              <a:off x="6912965" y="2271780"/>
              <a:ext cx="37455" cy="3611"/>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218" name="Freeform 73"/>
            <p:cNvSpPr/>
            <p:nvPr/>
          </p:nvSpPr>
          <p:spPr bwMode="invGray">
            <a:xfrm>
              <a:off x="6950417" y="2273586"/>
              <a:ext cx="23282" cy="1805"/>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219" name="Freeform 74"/>
            <p:cNvSpPr/>
            <p:nvPr/>
          </p:nvSpPr>
          <p:spPr bwMode="invGray">
            <a:xfrm>
              <a:off x="6987873" y="2280808"/>
              <a:ext cx="29356"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220" name="Freeform 75"/>
            <p:cNvSpPr/>
            <p:nvPr/>
          </p:nvSpPr>
          <p:spPr bwMode="invGray">
            <a:xfrm>
              <a:off x="6570809" y="2271781"/>
              <a:ext cx="39479" cy="5416"/>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221" name="Freeform 76"/>
            <p:cNvSpPr/>
            <p:nvPr/>
          </p:nvSpPr>
          <p:spPr bwMode="invGray">
            <a:xfrm>
              <a:off x="6685196" y="2284419"/>
              <a:ext cx="15184" cy="9027"/>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222" name="Freeform 77"/>
            <p:cNvSpPr/>
            <p:nvPr/>
          </p:nvSpPr>
          <p:spPr bwMode="invGray">
            <a:xfrm>
              <a:off x="6562710" y="2293445"/>
              <a:ext cx="74910" cy="3611"/>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223" name="Freeform 78"/>
            <p:cNvSpPr/>
            <p:nvPr/>
          </p:nvSpPr>
          <p:spPr bwMode="invGray">
            <a:xfrm>
              <a:off x="6135519" y="2268170"/>
              <a:ext cx="7086" cy="12638"/>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224" name="Freeform 79"/>
            <p:cNvSpPr/>
            <p:nvPr/>
          </p:nvSpPr>
          <p:spPr bwMode="invGray">
            <a:xfrm>
              <a:off x="5708331" y="2300667"/>
              <a:ext cx="61750" cy="12638"/>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0" h="10">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225" name="Freeform 80"/>
            <p:cNvSpPr/>
            <p:nvPr/>
          </p:nvSpPr>
          <p:spPr bwMode="invGray">
            <a:xfrm>
              <a:off x="5742749" y="2297056"/>
              <a:ext cx="11135" cy="3611"/>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226" name="Freeform 81"/>
            <p:cNvSpPr/>
            <p:nvPr/>
          </p:nvSpPr>
          <p:spPr bwMode="invGray">
            <a:xfrm>
              <a:off x="1012295" y="2224841"/>
              <a:ext cx="24295" cy="5416"/>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227" name="Freeform 82"/>
            <p:cNvSpPr/>
            <p:nvPr/>
          </p:nvSpPr>
          <p:spPr bwMode="invGray">
            <a:xfrm>
              <a:off x="970791" y="2228453"/>
              <a:ext cx="19233" cy="7222"/>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228" name="Freeform 83"/>
            <p:cNvSpPr/>
            <p:nvPr/>
          </p:nvSpPr>
          <p:spPr bwMode="invGray">
            <a:xfrm>
              <a:off x="4240503" y="2307887"/>
              <a:ext cx="21258" cy="5416"/>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229" name="Freeform 84"/>
            <p:cNvSpPr/>
            <p:nvPr/>
          </p:nvSpPr>
          <p:spPr bwMode="invGray">
            <a:xfrm>
              <a:off x="3929729" y="2297056"/>
              <a:ext cx="10123" cy="7222"/>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230" name="Freeform 85"/>
            <p:cNvSpPr/>
            <p:nvPr/>
          </p:nvSpPr>
          <p:spPr bwMode="invGray">
            <a:xfrm>
              <a:off x="3659447" y="2304276"/>
              <a:ext cx="38467" cy="9027"/>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2" h="8">
                  <a:moveTo>
                    <a:pt x="5" y="7"/>
                  </a:moveTo>
                  <a:lnTo>
                    <a:pt x="5" y="7"/>
                  </a:lnTo>
                  <a:cubicBezTo>
                    <a:pt x="23" y="8"/>
                    <a:pt x="45" y="6"/>
                    <a:pt x="63" y="7"/>
                  </a:cubicBezTo>
                  <a:cubicBezTo>
                    <a:pt x="23" y="8"/>
                    <a:pt x="0" y="0"/>
                    <a:pt x="5" y="7"/>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grpSp>
      <p:sp>
        <p:nvSpPr>
          <p:cNvPr id="2" name="Title 1"/>
          <p:cNvSpPr>
            <a:spLocks noGrp="1"/>
          </p:cNvSpPr>
          <p:nvPr>
            <p:ph type="title"/>
          </p:nvPr>
        </p:nvSpPr>
        <p:spPr/>
        <p:txBody>
          <a:bodyPr/>
          <a:lstStyle/>
          <a:p>
            <a:r>
              <a:rPr lang="en-US"/>
              <a:t>Click to edit Master title style</a:t>
            </a:r>
            <a:endParaRPr/>
          </a:p>
        </p:txBody>
      </p:sp>
      <p:sp>
        <p:nvSpPr>
          <p:cNvPr id="3" name="Date Placeholder 2"/>
          <p:cNvSpPr>
            <a:spLocks noGrp="1"/>
          </p:cNvSpPr>
          <p:nvPr>
            <p:ph type="dt" sz="half" idx="10"/>
          </p:nvPr>
        </p:nvSpPr>
        <p:spPr/>
        <p:txBody>
          <a:bodyPr/>
          <a:lstStyle/>
          <a:p>
            <a:fld id="{9AFE8FB1-0A7A-443E-AAF7-31D4FA1AA312}" type="datetimeFigureOut">
              <a:rPr lang="en-US" smtClean="0"/>
              <a:t>4/23/2024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5BA54BD-C84D-46CE-8B72-31BFB26ABA43}" type="slidenum">
              <a:rPr lang="en-US" smtClean="0"/>
              <a:t>‹#›</a:t>
            </a:fld>
            <a:endParaRPr lang="en-US"/>
          </a:p>
        </p:txBody>
      </p:sp>
    </p:spTree>
    <p:extLst>
      <p:ext uri="{BB962C8B-B14F-4D97-AF65-F5344CB8AC3E}">
        <p14:creationId xmlns:p14="http://schemas.microsoft.com/office/powerpoint/2010/main" val="18908754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AFE8FB1-0A7A-443E-AAF7-31D4FA1AA312}" type="datetimeFigureOut">
              <a:rPr lang="en-US" smtClean="0"/>
              <a:t>4/23/2024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5BA54BD-C84D-46CE-8B72-31BFB26ABA43}" type="slidenum">
              <a:rPr lang="en-US" smtClean="0"/>
              <a:t>‹#›</a:t>
            </a:fld>
            <a:endParaRPr lang="en-US"/>
          </a:p>
        </p:txBody>
      </p:sp>
    </p:spTree>
    <p:extLst>
      <p:ext uri="{BB962C8B-B14F-4D97-AF65-F5344CB8AC3E}">
        <p14:creationId xmlns:p14="http://schemas.microsoft.com/office/powerpoint/2010/main" val="26134320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grpSp>
        <p:nvGrpSpPr>
          <p:cNvPr id="615" name="frame"/>
          <p:cNvGrpSpPr/>
          <p:nvPr/>
        </p:nvGrpSpPr>
        <p:grpSpPr>
          <a:xfrm>
            <a:off x="2817104" y="2396739"/>
            <a:ext cx="4011577" cy="6701563"/>
            <a:chOff x="2817104" y="2396739"/>
            <a:chExt cx="4011577" cy="6701563"/>
          </a:xfrm>
        </p:grpSpPr>
        <p:grpSp>
          <p:nvGrpSpPr>
            <p:cNvPr id="616" name="Group 615"/>
            <p:cNvGrpSpPr/>
            <p:nvPr/>
          </p:nvGrpSpPr>
          <p:grpSpPr>
            <a:xfrm>
              <a:off x="3452636" y="2396739"/>
              <a:ext cx="3376045" cy="6019926"/>
              <a:chOff x="1348699" y="1482464"/>
              <a:chExt cx="3376045" cy="6019926"/>
            </a:xfrm>
          </p:grpSpPr>
          <p:grpSp>
            <p:nvGrpSpPr>
              <p:cNvPr id="768" name="Group 767"/>
              <p:cNvGrpSpPr/>
              <p:nvPr/>
            </p:nvGrpSpPr>
            <p:grpSpPr>
              <a:xfrm flipH="1">
                <a:off x="1348699" y="1509014"/>
                <a:ext cx="3376045" cy="80467"/>
                <a:chOff x="9268729" y="2414029"/>
                <a:chExt cx="6739861" cy="93878"/>
              </a:xfrm>
              <a:solidFill>
                <a:schemeClr val="accent1"/>
              </a:solidFill>
            </p:grpSpPr>
            <p:sp>
              <p:nvSpPr>
                <p:cNvPr id="844" name="Freeform 843"/>
                <p:cNvSpPr/>
                <p:nvPr/>
              </p:nvSpPr>
              <p:spPr bwMode="invGray">
                <a:xfrm>
                  <a:off x="15968098" y="2430279"/>
                  <a:ext cx="40492" cy="7222"/>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845" name="Freeform 844"/>
                <p:cNvSpPr/>
                <p:nvPr/>
              </p:nvSpPr>
              <p:spPr bwMode="invGray">
                <a:xfrm>
                  <a:off x="15964049" y="2441110"/>
                  <a:ext cx="12148" cy="1805"/>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846" name="Freeform 845"/>
                <p:cNvSpPr/>
                <p:nvPr/>
              </p:nvSpPr>
              <p:spPr bwMode="invGray">
                <a:xfrm>
                  <a:off x="15976195" y="2439305"/>
                  <a:ext cx="25307" cy="9027"/>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847" name="Freeform 15"/>
                <p:cNvSpPr/>
                <p:nvPr/>
              </p:nvSpPr>
              <p:spPr bwMode="invGray">
                <a:xfrm>
                  <a:off x="15842574" y="2432082"/>
                  <a:ext cx="27332" cy="7222"/>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848" name="Freeform 16"/>
                <p:cNvSpPr/>
                <p:nvPr/>
              </p:nvSpPr>
              <p:spPr bwMode="invGray">
                <a:xfrm>
                  <a:off x="15828401" y="2439304"/>
                  <a:ext cx="26320" cy="3611"/>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849" name="Freeform 17"/>
                <p:cNvSpPr/>
                <p:nvPr/>
              </p:nvSpPr>
              <p:spPr bwMode="invGray">
                <a:xfrm>
                  <a:off x="15951905" y="2448332"/>
                  <a:ext cx="49602" cy="5416"/>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850" name="Freeform 18"/>
                <p:cNvSpPr/>
                <p:nvPr/>
              </p:nvSpPr>
              <p:spPr bwMode="invGray">
                <a:xfrm>
                  <a:off x="15736283" y="2426667"/>
                  <a:ext cx="25307" cy="7222"/>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851" name="Freeform 19"/>
                <p:cNvSpPr/>
                <p:nvPr/>
              </p:nvSpPr>
              <p:spPr bwMode="invGray">
                <a:xfrm>
                  <a:off x="15635053" y="2424862"/>
                  <a:ext cx="58713" cy="7222"/>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852" name="Freeform 20"/>
                <p:cNvSpPr/>
                <p:nvPr/>
              </p:nvSpPr>
              <p:spPr bwMode="invGray">
                <a:xfrm>
                  <a:off x="15612783" y="2430278"/>
                  <a:ext cx="22270" cy="5416"/>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853" name="Freeform 21"/>
                <p:cNvSpPr/>
                <p:nvPr/>
              </p:nvSpPr>
              <p:spPr bwMode="invGray">
                <a:xfrm>
                  <a:off x="15765638" y="2435694"/>
                  <a:ext cx="19233" cy="7222"/>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854" name="Freeform 22"/>
                <p:cNvSpPr/>
                <p:nvPr/>
              </p:nvSpPr>
              <p:spPr bwMode="invGray">
                <a:xfrm>
                  <a:off x="15753493" y="2441110"/>
                  <a:ext cx="22270" cy="1805"/>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855" name="Freeform 23"/>
                <p:cNvSpPr/>
                <p:nvPr/>
              </p:nvSpPr>
              <p:spPr bwMode="invGray">
                <a:xfrm>
                  <a:off x="15784874" y="2442915"/>
                  <a:ext cx="3037"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856" name="Freeform 24"/>
                <p:cNvSpPr/>
                <p:nvPr/>
              </p:nvSpPr>
              <p:spPr bwMode="invGray">
                <a:xfrm>
                  <a:off x="15848648" y="2448331"/>
                  <a:ext cx="45553" cy="12638"/>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857" name="Freeform 25"/>
                <p:cNvSpPr/>
                <p:nvPr/>
              </p:nvSpPr>
              <p:spPr bwMode="invGray">
                <a:xfrm>
                  <a:off x="15800057" y="2444721"/>
                  <a:ext cx="28344" cy="5416"/>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858" name="Freeform 26"/>
                <p:cNvSpPr/>
                <p:nvPr/>
              </p:nvSpPr>
              <p:spPr bwMode="invGray">
                <a:xfrm>
                  <a:off x="15786897" y="2448332"/>
                  <a:ext cx="13160" cy="3611"/>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859" name="Freeform 27"/>
                <p:cNvSpPr/>
                <p:nvPr/>
              </p:nvSpPr>
              <p:spPr bwMode="invGray">
                <a:xfrm>
                  <a:off x="15619870" y="2439304"/>
                  <a:ext cx="54664" cy="5416"/>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860" name="Freeform 28"/>
                <p:cNvSpPr/>
                <p:nvPr/>
              </p:nvSpPr>
              <p:spPr bwMode="invGray">
                <a:xfrm>
                  <a:off x="15711984" y="2441110"/>
                  <a:ext cx="3037" cy="1805"/>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861" name="Freeform 29"/>
                <p:cNvSpPr/>
                <p:nvPr/>
              </p:nvSpPr>
              <p:spPr bwMode="invGray">
                <a:xfrm>
                  <a:off x="15479159" y="2442915"/>
                  <a:ext cx="3037"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862" name="Freeform 30"/>
                <p:cNvSpPr/>
                <p:nvPr/>
              </p:nvSpPr>
              <p:spPr bwMode="invGray">
                <a:xfrm>
                  <a:off x="15665422" y="2442915"/>
                  <a:ext cx="28344" cy="3611"/>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863" name="Freeform 31"/>
                <p:cNvSpPr/>
                <p:nvPr/>
              </p:nvSpPr>
              <p:spPr bwMode="invGray">
                <a:xfrm>
                  <a:off x="15573304" y="2435693"/>
                  <a:ext cx="20246" cy="3611"/>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864" name="Freeform 32"/>
                <p:cNvSpPr/>
                <p:nvPr/>
              </p:nvSpPr>
              <p:spPr bwMode="invGray">
                <a:xfrm>
                  <a:off x="15706927" y="2439304"/>
                  <a:ext cx="4049"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865" name="Freeform 33"/>
                <p:cNvSpPr/>
                <p:nvPr/>
              </p:nvSpPr>
              <p:spPr bwMode="invGray">
                <a:xfrm>
                  <a:off x="15693765" y="2439304"/>
                  <a:ext cx="18221" cy="3611"/>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866" name="Freeform 34"/>
                <p:cNvSpPr/>
                <p:nvPr/>
              </p:nvSpPr>
              <p:spPr bwMode="invGray">
                <a:xfrm>
                  <a:off x="15400201" y="2442915"/>
                  <a:ext cx="120463" cy="34302"/>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867" name="Freeform 35"/>
                <p:cNvSpPr/>
                <p:nvPr/>
              </p:nvSpPr>
              <p:spPr bwMode="invGray">
                <a:xfrm>
                  <a:off x="15482198" y="2435694"/>
                  <a:ext cx="60738" cy="7222"/>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868" name="Freeform 36"/>
                <p:cNvSpPr/>
                <p:nvPr/>
              </p:nvSpPr>
              <p:spPr bwMode="invGray">
                <a:xfrm>
                  <a:off x="15542935" y="2439304"/>
                  <a:ext cx="86045" cy="18053"/>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869" name="Freeform 37"/>
                <p:cNvSpPr/>
                <p:nvPr/>
              </p:nvSpPr>
              <p:spPr bwMode="invGray">
                <a:xfrm>
                  <a:off x="15844599" y="2469996"/>
                  <a:ext cx="6074" cy="1805"/>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870" name="Freeform 38"/>
                <p:cNvSpPr/>
                <p:nvPr/>
              </p:nvSpPr>
              <p:spPr bwMode="invGray">
                <a:xfrm>
                  <a:off x="15800057" y="2455554"/>
                  <a:ext cx="74910" cy="14442"/>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871" name="Freeform 39"/>
                <p:cNvSpPr/>
                <p:nvPr/>
              </p:nvSpPr>
              <p:spPr bwMode="invGray">
                <a:xfrm>
                  <a:off x="15666431" y="2457357"/>
                  <a:ext cx="44541" cy="7222"/>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872" name="Freeform 40"/>
                <p:cNvSpPr/>
                <p:nvPr/>
              </p:nvSpPr>
              <p:spPr bwMode="invGray">
                <a:xfrm>
                  <a:off x="15454868" y="2433890"/>
                  <a:ext cx="24295" cy="9027"/>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873" name="Freeform 41"/>
                <p:cNvSpPr/>
                <p:nvPr/>
              </p:nvSpPr>
              <p:spPr bwMode="invGray">
                <a:xfrm>
                  <a:off x="15405261" y="2435693"/>
                  <a:ext cx="14172" cy="3611"/>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874" name="Freeform 42"/>
                <p:cNvSpPr/>
                <p:nvPr/>
              </p:nvSpPr>
              <p:spPr bwMode="invGray">
                <a:xfrm>
                  <a:off x="12249938" y="2489854"/>
                  <a:ext cx="13160" cy="1805"/>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875" name="Freeform 43"/>
                <p:cNvSpPr/>
                <p:nvPr/>
              </p:nvSpPr>
              <p:spPr bwMode="invGray">
                <a:xfrm>
                  <a:off x="12351170" y="2488049"/>
                  <a:ext cx="6074" cy="1805"/>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876" name="Freeform 44"/>
                <p:cNvSpPr/>
                <p:nvPr/>
              </p:nvSpPr>
              <p:spPr bwMode="invGray">
                <a:xfrm>
                  <a:off x="14005258" y="2424862"/>
                  <a:ext cx="39479" cy="10833"/>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877" name="Freeform 45"/>
                <p:cNvSpPr/>
                <p:nvPr/>
              </p:nvSpPr>
              <p:spPr bwMode="invGray">
                <a:xfrm>
                  <a:off x="13104316" y="2460969"/>
                  <a:ext cx="18221" cy="5416"/>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8" h="4">
                      <a:moveTo>
                        <a:pt x="0" y="3"/>
                      </a:moveTo>
                      <a:lnTo>
                        <a:pt x="0" y="3"/>
                      </a:lnTo>
                      <a:lnTo>
                        <a:pt x="9" y="4"/>
                      </a:lnTo>
                      <a:lnTo>
                        <a:pt x="29" y="0"/>
                      </a:lnTo>
                      <a:lnTo>
                        <a:pt x="0" y="3"/>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878" name="Freeform 46"/>
                <p:cNvSpPr/>
                <p:nvPr/>
              </p:nvSpPr>
              <p:spPr bwMode="invGray">
                <a:xfrm>
                  <a:off x="13066863" y="2484438"/>
                  <a:ext cx="24295" cy="3611"/>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879" name="Freeform 47"/>
                <p:cNvSpPr/>
                <p:nvPr/>
              </p:nvSpPr>
              <p:spPr bwMode="invGray">
                <a:xfrm>
                  <a:off x="11747838" y="2493466"/>
                  <a:ext cx="23282" cy="5416"/>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880" name="Freeform 48"/>
                <p:cNvSpPr/>
                <p:nvPr/>
              </p:nvSpPr>
              <p:spPr bwMode="invGray">
                <a:xfrm>
                  <a:off x="14805985" y="2437499"/>
                  <a:ext cx="39479" cy="7222"/>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881" name="Freeform 49"/>
                <p:cNvSpPr/>
                <p:nvPr/>
              </p:nvSpPr>
              <p:spPr bwMode="invGray">
                <a:xfrm>
                  <a:off x="12288407" y="2430278"/>
                  <a:ext cx="12148" cy="3611"/>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882" name="Freeform 50"/>
                <p:cNvSpPr/>
                <p:nvPr/>
              </p:nvSpPr>
              <p:spPr bwMode="invGray">
                <a:xfrm>
                  <a:off x="14760431" y="2433889"/>
                  <a:ext cx="45553" cy="5416"/>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883" name="Freeform 51"/>
                <p:cNvSpPr/>
                <p:nvPr/>
              </p:nvSpPr>
              <p:spPr bwMode="invGray">
                <a:xfrm>
                  <a:off x="9944943" y="2480829"/>
                  <a:ext cx="5061" cy="1805"/>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884" name="Freeform 52"/>
                <p:cNvSpPr/>
                <p:nvPr/>
              </p:nvSpPr>
              <p:spPr bwMode="invGray">
                <a:xfrm>
                  <a:off x="9421586" y="2424862"/>
                  <a:ext cx="22270" cy="1805"/>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885" name="Freeform 53"/>
                <p:cNvSpPr/>
                <p:nvPr/>
              </p:nvSpPr>
              <p:spPr bwMode="invGray">
                <a:xfrm>
                  <a:off x="15192680" y="2435694"/>
                  <a:ext cx="12148" cy="1805"/>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886" name="Freeform 54"/>
                <p:cNvSpPr/>
                <p:nvPr/>
              </p:nvSpPr>
              <p:spPr bwMode="invGray">
                <a:xfrm>
                  <a:off x="15246331" y="2459163"/>
                  <a:ext cx="5061" cy="3611"/>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887" name="Freeform 55"/>
                <p:cNvSpPr/>
                <p:nvPr/>
              </p:nvSpPr>
              <p:spPr bwMode="invGray">
                <a:xfrm>
                  <a:off x="14640979" y="2471801"/>
                  <a:ext cx="3037" cy="1805"/>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888" name="Freeform 56"/>
                <p:cNvSpPr/>
                <p:nvPr/>
              </p:nvSpPr>
              <p:spPr bwMode="invGray">
                <a:xfrm>
                  <a:off x="15195719" y="2439304"/>
                  <a:ext cx="15184"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889" name="Freeform 57"/>
                <p:cNvSpPr/>
                <p:nvPr/>
              </p:nvSpPr>
              <p:spPr bwMode="invGray">
                <a:xfrm>
                  <a:off x="15207864" y="2435694"/>
                  <a:ext cx="12148" cy="1805"/>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890" name="Freeform 58"/>
                <p:cNvSpPr/>
                <p:nvPr/>
              </p:nvSpPr>
              <p:spPr bwMode="invGray">
                <a:xfrm>
                  <a:off x="15176483" y="2437499"/>
                  <a:ext cx="19233" cy="1805"/>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891" name="Freeform 59"/>
                <p:cNvSpPr/>
                <p:nvPr/>
              </p:nvSpPr>
              <p:spPr bwMode="invGray">
                <a:xfrm>
                  <a:off x="10907637" y="2469996"/>
                  <a:ext cx="13160" cy="3611"/>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892" name="Freeform 60"/>
                <p:cNvSpPr/>
                <p:nvPr/>
              </p:nvSpPr>
              <p:spPr bwMode="invGray">
                <a:xfrm>
                  <a:off x="13735988" y="2491660"/>
                  <a:ext cx="2025" cy="1805"/>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893" name="Freeform 61"/>
                <p:cNvSpPr/>
                <p:nvPr/>
              </p:nvSpPr>
              <p:spPr bwMode="invGray">
                <a:xfrm>
                  <a:off x="13693471" y="2475411"/>
                  <a:ext cx="42516" cy="21664"/>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894" name="Freeform 62"/>
                <p:cNvSpPr>
                  <a:spLocks noEditPoints="1"/>
                </p:cNvSpPr>
                <p:nvPr/>
              </p:nvSpPr>
              <p:spPr bwMode="invGray">
                <a:xfrm>
                  <a:off x="9294038" y="2414029"/>
                  <a:ext cx="6098064" cy="9387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895" name="Freeform 63"/>
                <p:cNvSpPr/>
                <p:nvPr/>
              </p:nvSpPr>
              <p:spPr bwMode="invGray">
                <a:xfrm>
                  <a:off x="13086094" y="2480829"/>
                  <a:ext cx="7086" cy="5416"/>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896" name="Freeform 64"/>
                <p:cNvSpPr/>
                <p:nvPr/>
              </p:nvSpPr>
              <p:spPr bwMode="invGray">
                <a:xfrm>
                  <a:off x="11763025" y="2491660"/>
                  <a:ext cx="3037" cy="1805"/>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897" name="Freeform 65"/>
                <p:cNvSpPr/>
                <p:nvPr/>
              </p:nvSpPr>
              <p:spPr bwMode="invGray">
                <a:xfrm>
                  <a:off x="14465853" y="2491660"/>
                  <a:ext cx="16197" cy="3611"/>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898" name="Freeform 66"/>
                <p:cNvSpPr/>
                <p:nvPr/>
              </p:nvSpPr>
              <p:spPr bwMode="invGray">
                <a:xfrm>
                  <a:off x="15290873" y="2435693"/>
                  <a:ext cx="25307" cy="3611"/>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899" name="Freeform 67"/>
                <p:cNvSpPr/>
                <p:nvPr/>
              </p:nvSpPr>
              <p:spPr bwMode="invGray">
                <a:xfrm>
                  <a:off x="15522688" y="2469996"/>
                  <a:ext cx="28344" cy="3611"/>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900" name="Freeform 68"/>
                <p:cNvSpPr/>
                <p:nvPr/>
              </p:nvSpPr>
              <p:spPr bwMode="invGray">
                <a:xfrm>
                  <a:off x="15339464" y="2451943"/>
                  <a:ext cx="38467" cy="9027"/>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2" h="7">
                      <a:moveTo>
                        <a:pt x="0" y="3"/>
                      </a:moveTo>
                      <a:lnTo>
                        <a:pt x="0" y="3"/>
                      </a:lnTo>
                      <a:cubicBezTo>
                        <a:pt x="3" y="7"/>
                        <a:pt x="30" y="6"/>
                        <a:pt x="60" y="5"/>
                      </a:cubicBezTo>
                      <a:lnTo>
                        <a:pt x="54" y="5"/>
                      </a:lnTo>
                      <a:cubicBezTo>
                        <a:pt x="63" y="0"/>
                        <a:pt x="31" y="1"/>
                        <a:pt x="0" y="3"/>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901" name="Freeform 69"/>
                <p:cNvSpPr/>
                <p:nvPr/>
              </p:nvSpPr>
              <p:spPr bwMode="invGray">
                <a:xfrm>
                  <a:off x="15379953" y="2455553"/>
                  <a:ext cx="18221" cy="1805"/>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902" name="Freeform 70"/>
                <p:cNvSpPr/>
                <p:nvPr/>
              </p:nvSpPr>
              <p:spPr bwMode="invGray">
                <a:xfrm>
                  <a:off x="15107645" y="2430278"/>
                  <a:ext cx="65799" cy="14442"/>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903" name="Freeform 71"/>
                <p:cNvSpPr/>
                <p:nvPr/>
              </p:nvSpPr>
              <p:spPr bwMode="invGray">
                <a:xfrm>
                  <a:off x="15337439" y="2466385"/>
                  <a:ext cx="17209" cy="7222"/>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904" name="Freeform 72"/>
                <p:cNvSpPr/>
                <p:nvPr/>
              </p:nvSpPr>
              <p:spPr bwMode="invGray">
                <a:xfrm>
                  <a:off x="15210903" y="2464580"/>
                  <a:ext cx="37455" cy="3611"/>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905" name="Freeform 73"/>
                <p:cNvSpPr/>
                <p:nvPr/>
              </p:nvSpPr>
              <p:spPr bwMode="invGray">
                <a:xfrm>
                  <a:off x="15248358" y="2466385"/>
                  <a:ext cx="23282" cy="1805"/>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906" name="Freeform 74"/>
                <p:cNvSpPr/>
                <p:nvPr/>
              </p:nvSpPr>
              <p:spPr bwMode="invGray">
                <a:xfrm>
                  <a:off x="15285811" y="2473607"/>
                  <a:ext cx="29356"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907" name="Freeform 75"/>
                <p:cNvSpPr/>
                <p:nvPr/>
              </p:nvSpPr>
              <p:spPr bwMode="invGray">
                <a:xfrm>
                  <a:off x="14868747" y="2464580"/>
                  <a:ext cx="39479" cy="5416"/>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908" name="Freeform 76"/>
                <p:cNvSpPr/>
                <p:nvPr/>
              </p:nvSpPr>
              <p:spPr bwMode="invGray">
                <a:xfrm>
                  <a:off x="14983135" y="2477218"/>
                  <a:ext cx="15184" cy="9027"/>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909" name="Freeform 77"/>
                <p:cNvSpPr/>
                <p:nvPr/>
              </p:nvSpPr>
              <p:spPr bwMode="invGray">
                <a:xfrm>
                  <a:off x="14860646" y="2486244"/>
                  <a:ext cx="74910" cy="3611"/>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910" name="Freeform 78"/>
                <p:cNvSpPr/>
                <p:nvPr/>
              </p:nvSpPr>
              <p:spPr bwMode="invGray">
                <a:xfrm>
                  <a:off x="14433460" y="2460968"/>
                  <a:ext cx="7086" cy="12638"/>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911" name="Freeform 79"/>
                <p:cNvSpPr/>
                <p:nvPr/>
              </p:nvSpPr>
              <p:spPr bwMode="invGray">
                <a:xfrm>
                  <a:off x="14006272" y="2493465"/>
                  <a:ext cx="61750" cy="12638"/>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0" h="10">
                      <a:moveTo>
                        <a:pt x="16" y="8"/>
                      </a:moveTo>
                      <a:lnTo>
                        <a:pt x="16" y="8"/>
                      </a:lnTo>
                      <a:cubicBezTo>
                        <a:pt x="78" y="10"/>
                        <a:pt x="31" y="1"/>
                        <a:pt x="86" y="4"/>
                      </a:cubicBezTo>
                      <a:cubicBezTo>
                        <a:pt x="101" y="2"/>
                        <a:pt x="41" y="2"/>
                        <a:pt x="56" y="0"/>
                      </a:cubicBezTo>
                      <a:cubicBezTo>
                        <a:pt x="19" y="2"/>
                        <a:pt x="0" y="1"/>
                        <a:pt x="16" y="8"/>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912" name="Freeform 80"/>
                <p:cNvSpPr/>
                <p:nvPr/>
              </p:nvSpPr>
              <p:spPr bwMode="invGray">
                <a:xfrm>
                  <a:off x="14040690" y="2489854"/>
                  <a:ext cx="11135" cy="3611"/>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913" name="Freeform 81"/>
                <p:cNvSpPr/>
                <p:nvPr/>
              </p:nvSpPr>
              <p:spPr bwMode="invGray">
                <a:xfrm>
                  <a:off x="9310236" y="2417640"/>
                  <a:ext cx="24295" cy="5416"/>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914" name="Freeform 82"/>
                <p:cNvSpPr/>
                <p:nvPr/>
              </p:nvSpPr>
              <p:spPr bwMode="invGray">
                <a:xfrm>
                  <a:off x="9268729" y="2421251"/>
                  <a:ext cx="19233" cy="7222"/>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915" name="Freeform 83"/>
                <p:cNvSpPr/>
                <p:nvPr/>
              </p:nvSpPr>
              <p:spPr bwMode="invGray">
                <a:xfrm>
                  <a:off x="12538443" y="2500686"/>
                  <a:ext cx="21258" cy="5416"/>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916" name="Freeform 84"/>
                <p:cNvSpPr/>
                <p:nvPr/>
              </p:nvSpPr>
              <p:spPr bwMode="invGray">
                <a:xfrm>
                  <a:off x="12227668" y="2489854"/>
                  <a:ext cx="10123" cy="7222"/>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917" name="Freeform 85"/>
                <p:cNvSpPr/>
                <p:nvPr/>
              </p:nvSpPr>
              <p:spPr bwMode="invGray">
                <a:xfrm>
                  <a:off x="11957386" y="2497075"/>
                  <a:ext cx="38467" cy="9027"/>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2" h="8">
                      <a:moveTo>
                        <a:pt x="5" y="7"/>
                      </a:moveTo>
                      <a:lnTo>
                        <a:pt x="5" y="7"/>
                      </a:lnTo>
                      <a:cubicBezTo>
                        <a:pt x="23" y="8"/>
                        <a:pt x="45" y="6"/>
                        <a:pt x="63" y="7"/>
                      </a:cubicBezTo>
                      <a:cubicBezTo>
                        <a:pt x="23" y="8"/>
                        <a:pt x="0" y="0"/>
                        <a:pt x="5" y="7"/>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grpSp>
          <p:grpSp>
            <p:nvGrpSpPr>
              <p:cNvPr id="769" name="Group 768"/>
              <p:cNvGrpSpPr/>
              <p:nvPr/>
            </p:nvGrpSpPr>
            <p:grpSpPr>
              <a:xfrm rot="16200000" flipH="1">
                <a:off x="1679515" y="4465605"/>
                <a:ext cx="6019927" cy="53645"/>
                <a:chOff x="3489804" y="-5255718"/>
                <a:chExt cx="15463222" cy="93878"/>
              </a:xfrm>
              <a:solidFill>
                <a:schemeClr val="accent1"/>
              </a:solidFill>
            </p:grpSpPr>
            <p:sp>
              <p:nvSpPr>
                <p:cNvPr id="770" name="Freeform 769"/>
                <p:cNvSpPr/>
                <p:nvPr/>
              </p:nvSpPr>
              <p:spPr bwMode="invGray">
                <a:xfrm>
                  <a:off x="18912532" y="-5224165"/>
                  <a:ext cx="40492" cy="7222"/>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771" name="Freeform 770"/>
                <p:cNvSpPr/>
                <p:nvPr/>
              </p:nvSpPr>
              <p:spPr bwMode="invGray">
                <a:xfrm>
                  <a:off x="18884796" y="-5217925"/>
                  <a:ext cx="12148" cy="1805"/>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772" name="Freeform 771"/>
                <p:cNvSpPr/>
                <p:nvPr/>
              </p:nvSpPr>
              <p:spPr bwMode="invGray">
                <a:xfrm>
                  <a:off x="18921290" y="-5220750"/>
                  <a:ext cx="25307" cy="9027"/>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773" name="Freeform 15"/>
                <p:cNvSpPr/>
                <p:nvPr/>
              </p:nvSpPr>
              <p:spPr bwMode="invGray">
                <a:xfrm>
                  <a:off x="18615267" y="-5223379"/>
                  <a:ext cx="27332" cy="7222"/>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774" name="Freeform 16"/>
                <p:cNvSpPr/>
                <p:nvPr/>
              </p:nvSpPr>
              <p:spPr bwMode="invGray">
                <a:xfrm>
                  <a:off x="18582013" y="-5219220"/>
                  <a:ext cx="26320" cy="3611"/>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775" name="Freeform 17"/>
                <p:cNvSpPr/>
                <p:nvPr/>
              </p:nvSpPr>
              <p:spPr bwMode="invGray">
                <a:xfrm>
                  <a:off x="18881204" y="-5215806"/>
                  <a:ext cx="49602" cy="5416"/>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776" name="Freeform 18"/>
                <p:cNvSpPr/>
                <p:nvPr/>
              </p:nvSpPr>
              <p:spPr bwMode="invGray">
                <a:xfrm>
                  <a:off x="18369474" y="-5225735"/>
                  <a:ext cx="25307" cy="7222"/>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777" name="Freeform 19"/>
                <p:cNvSpPr/>
                <p:nvPr/>
              </p:nvSpPr>
              <p:spPr bwMode="invGray">
                <a:xfrm>
                  <a:off x="18158355" y="-5226518"/>
                  <a:ext cx="58713" cy="7222"/>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778" name="Freeform 20"/>
                <p:cNvSpPr/>
                <p:nvPr/>
              </p:nvSpPr>
              <p:spPr bwMode="invGray">
                <a:xfrm>
                  <a:off x="18083442" y="-5223653"/>
                  <a:ext cx="22270" cy="5416"/>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779" name="Freeform 21"/>
                <p:cNvSpPr/>
                <p:nvPr/>
              </p:nvSpPr>
              <p:spPr bwMode="invGray">
                <a:xfrm>
                  <a:off x="18433049" y="-5221808"/>
                  <a:ext cx="19233" cy="7222"/>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780" name="Freeform 22"/>
                <p:cNvSpPr/>
                <p:nvPr/>
              </p:nvSpPr>
              <p:spPr bwMode="invGray">
                <a:xfrm>
                  <a:off x="18407081" y="-5217924"/>
                  <a:ext cx="22270" cy="1805"/>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781" name="Freeform 23"/>
                <p:cNvSpPr/>
                <p:nvPr/>
              </p:nvSpPr>
              <p:spPr bwMode="invGray">
                <a:xfrm>
                  <a:off x="18466758" y="-5216628"/>
                  <a:ext cx="3037"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782" name="Freeform 24"/>
                <p:cNvSpPr/>
                <p:nvPr/>
              </p:nvSpPr>
              <p:spPr bwMode="invGray">
                <a:xfrm>
                  <a:off x="18641082" y="-5217845"/>
                  <a:ext cx="45553" cy="12638"/>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783" name="Freeform 25"/>
                <p:cNvSpPr/>
                <p:nvPr/>
              </p:nvSpPr>
              <p:spPr bwMode="invGray">
                <a:xfrm>
                  <a:off x="18518132" y="-5217373"/>
                  <a:ext cx="28344" cy="5416"/>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784" name="Freeform 26"/>
                <p:cNvSpPr/>
                <p:nvPr/>
              </p:nvSpPr>
              <p:spPr bwMode="invGray">
                <a:xfrm>
                  <a:off x="18477995" y="-5215295"/>
                  <a:ext cx="13160" cy="3611"/>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785" name="Freeform 27"/>
                <p:cNvSpPr/>
                <p:nvPr/>
              </p:nvSpPr>
              <p:spPr bwMode="invGray">
                <a:xfrm>
                  <a:off x="18120798" y="-5219730"/>
                  <a:ext cx="54664" cy="5416"/>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786" name="Freeform 28"/>
                <p:cNvSpPr/>
                <p:nvPr/>
              </p:nvSpPr>
              <p:spPr bwMode="invGray">
                <a:xfrm>
                  <a:off x="18299119" y="-5217924"/>
                  <a:ext cx="3037" cy="1805"/>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787" name="Freeform 29"/>
                <p:cNvSpPr/>
                <p:nvPr/>
              </p:nvSpPr>
              <p:spPr bwMode="invGray">
                <a:xfrm>
                  <a:off x="17763601" y="-5216628"/>
                  <a:ext cx="3037"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788" name="Freeform 30"/>
                <p:cNvSpPr/>
                <p:nvPr/>
              </p:nvSpPr>
              <p:spPr bwMode="invGray">
                <a:xfrm>
                  <a:off x="18208465" y="-5217648"/>
                  <a:ext cx="28344" cy="3611"/>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789" name="Freeform 31"/>
                <p:cNvSpPr/>
                <p:nvPr/>
              </p:nvSpPr>
              <p:spPr bwMode="invGray">
                <a:xfrm>
                  <a:off x="17991324" y="-5220790"/>
                  <a:ext cx="20246" cy="3611"/>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790" name="Freeform 32"/>
                <p:cNvSpPr/>
                <p:nvPr/>
              </p:nvSpPr>
              <p:spPr bwMode="invGray">
                <a:xfrm>
                  <a:off x="18288135" y="-5218199"/>
                  <a:ext cx="4049"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791" name="Freeform 33"/>
                <p:cNvSpPr/>
                <p:nvPr/>
              </p:nvSpPr>
              <p:spPr bwMode="invGray">
                <a:xfrm>
                  <a:off x="18267077" y="-5219221"/>
                  <a:ext cx="18221" cy="3611"/>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792" name="Freeform 34"/>
                <p:cNvSpPr/>
                <p:nvPr/>
              </p:nvSpPr>
              <p:spPr bwMode="invGray">
                <a:xfrm>
                  <a:off x="17658324" y="-5226322"/>
                  <a:ext cx="120463" cy="34302"/>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793" name="Freeform 35"/>
                <p:cNvSpPr/>
                <p:nvPr/>
              </p:nvSpPr>
              <p:spPr bwMode="invGray">
                <a:xfrm>
                  <a:off x="17808094" y="-5221810"/>
                  <a:ext cx="60738" cy="7222"/>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794" name="Freeform 36"/>
                <p:cNvSpPr/>
                <p:nvPr/>
              </p:nvSpPr>
              <p:spPr bwMode="invGray">
                <a:xfrm>
                  <a:off x="17964241" y="-5223301"/>
                  <a:ext cx="86045" cy="18053"/>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795" name="Freeform 37"/>
                <p:cNvSpPr/>
                <p:nvPr/>
              </p:nvSpPr>
              <p:spPr bwMode="invGray">
                <a:xfrm>
                  <a:off x="18606106" y="-5205366"/>
                  <a:ext cx="6074" cy="1805"/>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796" name="Freeform 38"/>
                <p:cNvSpPr/>
                <p:nvPr/>
              </p:nvSpPr>
              <p:spPr bwMode="invGray">
                <a:xfrm>
                  <a:off x="18548404" y="-5215217"/>
                  <a:ext cx="74910" cy="14442"/>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797" name="Freeform 39"/>
                <p:cNvSpPr/>
                <p:nvPr/>
              </p:nvSpPr>
              <p:spPr bwMode="invGray">
                <a:xfrm>
                  <a:off x="18221323" y="-5212392"/>
                  <a:ext cx="44541" cy="7222"/>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798" name="Freeform 40"/>
                <p:cNvSpPr/>
                <p:nvPr/>
              </p:nvSpPr>
              <p:spPr bwMode="invGray">
                <a:xfrm>
                  <a:off x="17721540" y="-5223105"/>
                  <a:ext cx="24295" cy="9027"/>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799" name="Freeform 41"/>
                <p:cNvSpPr/>
                <p:nvPr/>
              </p:nvSpPr>
              <p:spPr bwMode="invGray">
                <a:xfrm>
                  <a:off x="17600871" y="-5220789"/>
                  <a:ext cx="14172" cy="3611"/>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800" name="Freeform 42"/>
                <p:cNvSpPr/>
                <p:nvPr/>
              </p:nvSpPr>
              <p:spPr bwMode="invGray">
                <a:xfrm>
                  <a:off x="10342797" y="-5196730"/>
                  <a:ext cx="13160" cy="1805"/>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801" name="Freeform 43"/>
                <p:cNvSpPr/>
                <p:nvPr/>
              </p:nvSpPr>
              <p:spPr bwMode="invGray">
                <a:xfrm>
                  <a:off x="10571025" y="-5197517"/>
                  <a:ext cx="6074" cy="1805"/>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802" name="Freeform 44"/>
                <p:cNvSpPr/>
                <p:nvPr/>
              </p:nvSpPr>
              <p:spPr bwMode="invGray">
                <a:xfrm>
                  <a:off x="14397237" y="-5227540"/>
                  <a:ext cx="39479" cy="10833"/>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803" name="Freeform 45"/>
                <p:cNvSpPr/>
                <p:nvPr/>
              </p:nvSpPr>
              <p:spPr bwMode="invGray">
                <a:xfrm>
                  <a:off x="12311200" y="-5210310"/>
                  <a:ext cx="18221" cy="5416"/>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8" h="4">
                      <a:moveTo>
                        <a:pt x="0" y="3"/>
                      </a:moveTo>
                      <a:lnTo>
                        <a:pt x="0" y="3"/>
                      </a:lnTo>
                      <a:lnTo>
                        <a:pt x="9" y="4"/>
                      </a:lnTo>
                      <a:lnTo>
                        <a:pt x="29" y="0"/>
                      </a:lnTo>
                      <a:lnTo>
                        <a:pt x="0" y="3"/>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804" name="Freeform 46"/>
                <p:cNvSpPr/>
                <p:nvPr/>
              </p:nvSpPr>
              <p:spPr bwMode="invGray">
                <a:xfrm>
                  <a:off x="12229002" y="-5199596"/>
                  <a:ext cx="24295" cy="3611"/>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805" name="Freeform 47"/>
                <p:cNvSpPr/>
                <p:nvPr/>
              </p:nvSpPr>
              <p:spPr bwMode="invGray">
                <a:xfrm>
                  <a:off x="9194524" y="-5196182"/>
                  <a:ext cx="23282" cy="5416"/>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806" name="Freeform 48"/>
                <p:cNvSpPr/>
                <p:nvPr/>
              </p:nvSpPr>
              <p:spPr bwMode="invGray">
                <a:xfrm>
                  <a:off x="16238948" y="-5221024"/>
                  <a:ext cx="39479" cy="7222"/>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807" name="Freeform 49"/>
                <p:cNvSpPr/>
                <p:nvPr/>
              </p:nvSpPr>
              <p:spPr bwMode="invGray">
                <a:xfrm>
                  <a:off x="10430617" y="-5223143"/>
                  <a:ext cx="12148" cy="3611"/>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808" name="Freeform 50"/>
                <p:cNvSpPr/>
                <p:nvPr/>
              </p:nvSpPr>
              <p:spPr bwMode="invGray">
                <a:xfrm>
                  <a:off x="16138120" y="-5222083"/>
                  <a:ext cx="45553" cy="5416"/>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809" name="Freeform 51"/>
                <p:cNvSpPr/>
                <p:nvPr/>
              </p:nvSpPr>
              <p:spPr bwMode="invGray">
                <a:xfrm>
                  <a:off x="5035918" y="-5200654"/>
                  <a:ext cx="5061" cy="1805"/>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810" name="Freeform 52"/>
                <p:cNvSpPr/>
                <p:nvPr/>
              </p:nvSpPr>
              <p:spPr bwMode="invGray">
                <a:xfrm>
                  <a:off x="3843356" y="-5224987"/>
                  <a:ext cx="22270" cy="1805"/>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811" name="Freeform 53"/>
                <p:cNvSpPr/>
                <p:nvPr/>
              </p:nvSpPr>
              <p:spPr bwMode="invGray">
                <a:xfrm>
                  <a:off x="17110607" y="-5220279"/>
                  <a:ext cx="12148" cy="1805"/>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812" name="Freeform 54"/>
                <p:cNvSpPr/>
                <p:nvPr/>
              </p:nvSpPr>
              <p:spPr bwMode="invGray">
                <a:xfrm>
                  <a:off x="17229399" y="-5210585"/>
                  <a:ext cx="5061" cy="3611"/>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813" name="Freeform 55"/>
                <p:cNvSpPr/>
                <p:nvPr/>
              </p:nvSpPr>
              <p:spPr bwMode="invGray">
                <a:xfrm>
                  <a:off x="15835740" y="-5204579"/>
                  <a:ext cx="3037" cy="1805"/>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814" name="Freeform 56"/>
                <p:cNvSpPr/>
                <p:nvPr/>
              </p:nvSpPr>
              <p:spPr bwMode="invGray">
                <a:xfrm>
                  <a:off x="17119563" y="-5218199"/>
                  <a:ext cx="15184"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815" name="Freeform 57"/>
                <p:cNvSpPr/>
                <p:nvPr/>
              </p:nvSpPr>
              <p:spPr bwMode="invGray">
                <a:xfrm>
                  <a:off x="17145530" y="-5220279"/>
                  <a:ext cx="12148" cy="1805"/>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816" name="Freeform 58"/>
                <p:cNvSpPr/>
                <p:nvPr/>
              </p:nvSpPr>
              <p:spPr bwMode="invGray">
                <a:xfrm>
                  <a:off x="17077958" y="-5219493"/>
                  <a:ext cx="19233" cy="1805"/>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817" name="Freeform 59"/>
                <p:cNvSpPr/>
                <p:nvPr/>
              </p:nvSpPr>
              <p:spPr bwMode="invGray">
                <a:xfrm>
                  <a:off x="7255426" y="-5205875"/>
                  <a:ext cx="13160" cy="3611"/>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818" name="Freeform 60"/>
                <p:cNvSpPr/>
                <p:nvPr/>
              </p:nvSpPr>
              <p:spPr bwMode="invGray">
                <a:xfrm>
                  <a:off x="13753553" y="-5195946"/>
                  <a:ext cx="2025" cy="1805"/>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819" name="Freeform 61"/>
                <p:cNvSpPr/>
                <p:nvPr/>
              </p:nvSpPr>
              <p:spPr bwMode="invGray">
                <a:xfrm>
                  <a:off x="13682083" y="-5208622"/>
                  <a:ext cx="42516" cy="21664"/>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820" name="Freeform 62"/>
                <p:cNvSpPr>
                  <a:spLocks noEditPoints="1"/>
                </p:cNvSpPr>
                <p:nvPr/>
              </p:nvSpPr>
              <p:spPr bwMode="invGray">
                <a:xfrm>
                  <a:off x="7499418" y="-5255718"/>
                  <a:ext cx="6098064" cy="9387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821" name="Freeform 63"/>
                <p:cNvSpPr/>
                <p:nvPr/>
              </p:nvSpPr>
              <p:spPr bwMode="invGray">
                <a:xfrm>
                  <a:off x="12262054" y="-5201675"/>
                  <a:ext cx="7086" cy="5416"/>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822" name="Freeform 64"/>
                <p:cNvSpPr/>
                <p:nvPr/>
              </p:nvSpPr>
              <p:spPr bwMode="invGray">
                <a:xfrm>
                  <a:off x="9216288" y="-5195945"/>
                  <a:ext cx="3037" cy="1805"/>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823" name="Freeform 65"/>
                <p:cNvSpPr/>
                <p:nvPr/>
              </p:nvSpPr>
              <p:spPr bwMode="invGray">
                <a:xfrm>
                  <a:off x="15441496" y="-5196456"/>
                  <a:ext cx="16197" cy="3611"/>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824" name="Freeform 66"/>
                <p:cNvSpPr/>
                <p:nvPr/>
              </p:nvSpPr>
              <p:spPr bwMode="invGray">
                <a:xfrm>
                  <a:off x="17345006" y="-5220788"/>
                  <a:ext cx="25307" cy="3611"/>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825" name="Freeform 67"/>
                <p:cNvSpPr/>
                <p:nvPr/>
              </p:nvSpPr>
              <p:spPr bwMode="invGray">
                <a:xfrm>
                  <a:off x="17880171" y="-5205873"/>
                  <a:ext cx="28344" cy="3611"/>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826" name="Freeform 68"/>
                <p:cNvSpPr/>
                <p:nvPr/>
              </p:nvSpPr>
              <p:spPr bwMode="invGray">
                <a:xfrm>
                  <a:off x="17465320" y="-5215254"/>
                  <a:ext cx="38467" cy="9027"/>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2" h="7">
                      <a:moveTo>
                        <a:pt x="0" y="3"/>
                      </a:moveTo>
                      <a:lnTo>
                        <a:pt x="0" y="3"/>
                      </a:lnTo>
                      <a:cubicBezTo>
                        <a:pt x="3" y="7"/>
                        <a:pt x="30" y="6"/>
                        <a:pt x="60" y="5"/>
                      </a:cubicBezTo>
                      <a:lnTo>
                        <a:pt x="54" y="5"/>
                      </a:lnTo>
                      <a:cubicBezTo>
                        <a:pt x="63" y="0"/>
                        <a:pt x="31" y="1"/>
                        <a:pt x="0" y="3"/>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827" name="Freeform 69"/>
                <p:cNvSpPr/>
                <p:nvPr/>
              </p:nvSpPr>
              <p:spPr bwMode="invGray">
                <a:xfrm>
                  <a:off x="17545293" y="-5211643"/>
                  <a:ext cx="18221" cy="1805"/>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828" name="Freeform 70"/>
                <p:cNvSpPr/>
                <p:nvPr/>
              </p:nvSpPr>
              <p:spPr bwMode="invGray">
                <a:xfrm>
                  <a:off x="16949899" y="-5226203"/>
                  <a:ext cx="65799" cy="14442"/>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829" name="Freeform 71"/>
                <p:cNvSpPr/>
                <p:nvPr/>
              </p:nvSpPr>
              <p:spPr bwMode="invGray">
                <a:xfrm>
                  <a:off x="17446847" y="-5208465"/>
                  <a:ext cx="17209" cy="7222"/>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830" name="Freeform 72"/>
                <p:cNvSpPr/>
                <p:nvPr/>
              </p:nvSpPr>
              <p:spPr bwMode="invGray">
                <a:xfrm>
                  <a:off x="17168968" y="-5208228"/>
                  <a:ext cx="37455" cy="3611"/>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831" name="Freeform 73"/>
                <p:cNvSpPr/>
                <p:nvPr/>
              </p:nvSpPr>
              <p:spPr bwMode="invGray">
                <a:xfrm>
                  <a:off x="17245901" y="-5206934"/>
                  <a:ext cx="23282" cy="1805"/>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832" name="Freeform 74"/>
                <p:cNvSpPr/>
                <p:nvPr/>
              </p:nvSpPr>
              <p:spPr bwMode="invGray">
                <a:xfrm>
                  <a:off x="17335999" y="-5203283"/>
                  <a:ext cx="29356"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833" name="Freeform 75"/>
                <p:cNvSpPr/>
                <p:nvPr/>
              </p:nvSpPr>
              <p:spPr bwMode="invGray">
                <a:xfrm>
                  <a:off x="16383307" y="-5208740"/>
                  <a:ext cx="39479" cy="5416"/>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834" name="Freeform 76"/>
                <p:cNvSpPr/>
                <p:nvPr/>
              </p:nvSpPr>
              <p:spPr bwMode="invGray">
                <a:xfrm>
                  <a:off x="16630611" y="-5204266"/>
                  <a:ext cx="15184" cy="9027"/>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835" name="Freeform 77"/>
                <p:cNvSpPr/>
                <p:nvPr/>
              </p:nvSpPr>
              <p:spPr bwMode="invGray">
                <a:xfrm>
                  <a:off x="16387708" y="-5198809"/>
                  <a:ext cx="74910" cy="3611"/>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836" name="Freeform 78"/>
                <p:cNvSpPr/>
                <p:nvPr/>
              </p:nvSpPr>
              <p:spPr bwMode="invGray">
                <a:xfrm>
                  <a:off x="15361064" y="-5212351"/>
                  <a:ext cx="7086" cy="12638"/>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837" name="Freeform 79"/>
                <p:cNvSpPr/>
                <p:nvPr/>
              </p:nvSpPr>
              <p:spPr bwMode="invGray">
                <a:xfrm>
                  <a:off x="14414041" y="-5198221"/>
                  <a:ext cx="61750" cy="12638"/>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0" h="10">
                      <a:moveTo>
                        <a:pt x="16" y="8"/>
                      </a:moveTo>
                      <a:lnTo>
                        <a:pt x="16" y="8"/>
                      </a:lnTo>
                      <a:cubicBezTo>
                        <a:pt x="78" y="10"/>
                        <a:pt x="31" y="1"/>
                        <a:pt x="86" y="4"/>
                      </a:cubicBezTo>
                      <a:cubicBezTo>
                        <a:pt x="101" y="2"/>
                        <a:pt x="41" y="2"/>
                        <a:pt x="56" y="0"/>
                      </a:cubicBezTo>
                      <a:cubicBezTo>
                        <a:pt x="19" y="2"/>
                        <a:pt x="0" y="1"/>
                        <a:pt x="16" y="8"/>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838" name="Freeform 80"/>
                <p:cNvSpPr/>
                <p:nvPr/>
              </p:nvSpPr>
              <p:spPr bwMode="invGray">
                <a:xfrm>
                  <a:off x="14460302" y="-5197239"/>
                  <a:ext cx="11135" cy="3611"/>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839" name="Freeform 81"/>
                <p:cNvSpPr/>
                <p:nvPr/>
              </p:nvSpPr>
              <p:spPr bwMode="invGray">
                <a:xfrm>
                  <a:off x="3588556" y="-5229147"/>
                  <a:ext cx="24295" cy="5416"/>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840" name="Freeform 82"/>
                <p:cNvSpPr/>
                <p:nvPr/>
              </p:nvSpPr>
              <p:spPr bwMode="invGray">
                <a:xfrm>
                  <a:off x="3489804" y="-5228087"/>
                  <a:ext cx="19233" cy="7222"/>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841" name="Freeform 83"/>
                <p:cNvSpPr/>
                <p:nvPr/>
              </p:nvSpPr>
              <p:spPr bwMode="invGray">
                <a:xfrm>
                  <a:off x="11011640" y="-5193041"/>
                  <a:ext cx="21258" cy="5416"/>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842" name="Freeform 84"/>
                <p:cNvSpPr/>
                <p:nvPr/>
              </p:nvSpPr>
              <p:spPr bwMode="invGray">
                <a:xfrm>
                  <a:off x="10289600" y="-5198260"/>
                  <a:ext cx="10123" cy="7222"/>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843" name="Freeform 85"/>
                <p:cNvSpPr/>
                <p:nvPr/>
              </p:nvSpPr>
              <p:spPr bwMode="invGray">
                <a:xfrm>
                  <a:off x="9686361" y="-5195632"/>
                  <a:ext cx="38467" cy="9027"/>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2" h="8">
                      <a:moveTo>
                        <a:pt x="5" y="7"/>
                      </a:moveTo>
                      <a:lnTo>
                        <a:pt x="5" y="7"/>
                      </a:lnTo>
                      <a:cubicBezTo>
                        <a:pt x="23" y="8"/>
                        <a:pt x="45" y="6"/>
                        <a:pt x="63" y="7"/>
                      </a:cubicBezTo>
                      <a:cubicBezTo>
                        <a:pt x="23" y="8"/>
                        <a:pt x="0" y="0"/>
                        <a:pt x="5" y="7"/>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grpSp>
        </p:grpSp>
        <p:grpSp>
          <p:nvGrpSpPr>
            <p:cNvPr id="617" name="Group 616"/>
            <p:cNvGrpSpPr/>
            <p:nvPr/>
          </p:nvGrpSpPr>
          <p:grpSpPr>
            <a:xfrm rot="10800000">
              <a:off x="2817104" y="3078376"/>
              <a:ext cx="3376043" cy="6019926"/>
              <a:chOff x="6829621" y="-2175050"/>
              <a:chExt cx="3376043" cy="6019926"/>
            </a:xfrm>
          </p:grpSpPr>
          <p:grpSp>
            <p:nvGrpSpPr>
              <p:cNvPr id="618" name="Group 617"/>
              <p:cNvGrpSpPr/>
              <p:nvPr/>
            </p:nvGrpSpPr>
            <p:grpSpPr>
              <a:xfrm flipH="1">
                <a:off x="6829621" y="-2148499"/>
                <a:ext cx="3376043" cy="80467"/>
                <a:chOff x="-1673252" y="-1853069"/>
                <a:chExt cx="6739858" cy="93878"/>
              </a:xfrm>
              <a:solidFill>
                <a:schemeClr val="accent1"/>
              </a:solidFill>
            </p:grpSpPr>
            <p:sp>
              <p:nvSpPr>
                <p:cNvPr id="694" name="Freeform 693"/>
                <p:cNvSpPr/>
                <p:nvPr/>
              </p:nvSpPr>
              <p:spPr bwMode="invGray">
                <a:xfrm>
                  <a:off x="5026113" y="-1836819"/>
                  <a:ext cx="40492" cy="7222"/>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695" name="Freeform 694"/>
                <p:cNvSpPr/>
                <p:nvPr/>
              </p:nvSpPr>
              <p:spPr bwMode="invGray">
                <a:xfrm>
                  <a:off x="5022065" y="-1825988"/>
                  <a:ext cx="12148" cy="1805"/>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696" name="Freeform 695"/>
                <p:cNvSpPr/>
                <p:nvPr/>
              </p:nvSpPr>
              <p:spPr bwMode="invGray">
                <a:xfrm>
                  <a:off x="5034211" y="-1827793"/>
                  <a:ext cx="25307" cy="9027"/>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697" name="Freeform 15"/>
                <p:cNvSpPr/>
                <p:nvPr/>
              </p:nvSpPr>
              <p:spPr bwMode="invGray">
                <a:xfrm>
                  <a:off x="4900589" y="-1835016"/>
                  <a:ext cx="27332" cy="7222"/>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698" name="Freeform 16"/>
                <p:cNvSpPr/>
                <p:nvPr/>
              </p:nvSpPr>
              <p:spPr bwMode="invGray">
                <a:xfrm>
                  <a:off x="4886417" y="-1827793"/>
                  <a:ext cx="26320" cy="3611"/>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699" name="Freeform 17"/>
                <p:cNvSpPr/>
                <p:nvPr/>
              </p:nvSpPr>
              <p:spPr bwMode="invGray">
                <a:xfrm>
                  <a:off x="5009917" y="-1818766"/>
                  <a:ext cx="49602" cy="5416"/>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700" name="Freeform 18"/>
                <p:cNvSpPr/>
                <p:nvPr/>
              </p:nvSpPr>
              <p:spPr bwMode="invGray">
                <a:xfrm>
                  <a:off x="4794296" y="-1840430"/>
                  <a:ext cx="25307" cy="7222"/>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701" name="Freeform 19"/>
                <p:cNvSpPr/>
                <p:nvPr/>
              </p:nvSpPr>
              <p:spPr bwMode="invGray">
                <a:xfrm>
                  <a:off x="4693065" y="-1842236"/>
                  <a:ext cx="58713" cy="7222"/>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702" name="Freeform 20"/>
                <p:cNvSpPr/>
                <p:nvPr/>
              </p:nvSpPr>
              <p:spPr bwMode="invGray">
                <a:xfrm>
                  <a:off x="4670796" y="-1836820"/>
                  <a:ext cx="22270" cy="5416"/>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703" name="Freeform 21"/>
                <p:cNvSpPr/>
                <p:nvPr/>
              </p:nvSpPr>
              <p:spPr bwMode="invGray">
                <a:xfrm>
                  <a:off x="4823653" y="-1831404"/>
                  <a:ext cx="19233" cy="7222"/>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704" name="Freeform 22"/>
                <p:cNvSpPr/>
                <p:nvPr/>
              </p:nvSpPr>
              <p:spPr bwMode="invGray">
                <a:xfrm>
                  <a:off x="4811506" y="-1825989"/>
                  <a:ext cx="22270" cy="1805"/>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705" name="Freeform 23"/>
                <p:cNvSpPr/>
                <p:nvPr/>
              </p:nvSpPr>
              <p:spPr bwMode="invGray">
                <a:xfrm>
                  <a:off x="4842885" y="-1824182"/>
                  <a:ext cx="3037"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706" name="Freeform 24"/>
                <p:cNvSpPr/>
                <p:nvPr/>
              </p:nvSpPr>
              <p:spPr bwMode="invGray">
                <a:xfrm>
                  <a:off x="4906661" y="-1818766"/>
                  <a:ext cx="45553" cy="12638"/>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707" name="Freeform 25"/>
                <p:cNvSpPr/>
                <p:nvPr/>
              </p:nvSpPr>
              <p:spPr bwMode="invGray">
                <a:xfrm>
                  <a:off x="4858072" y="-1822377"/>
                  <a:ext cx="28344" cy="5416"/>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708" name="Freeform 26"/>
                <p:cNvSpPr/>
                <p:nvPr/>
              </p:nvSpPr>
              <p:spPr bwMode="invGray">
                <a:xfrm>
                  <a:off x="4844911" y="-1818766"/>
                  <a:ext cx="13160" cy="3611"/>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709" name="Freeform 27"/>
                <p:cNvSpPr/>
                <p:nvPr/>
              </p:nvSpPr>
              <p:spPr bwMode="invGray">
                <a:xfrm>
                  <a:off x="4677883" y="-1827794"/>
                  <a:ext cx="54664" cy="5416"/>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710" name="Freeform 28"/>
                <p:cNvSpPr/>
                <p:nvPr/>
              </p:nvSpPr>
              <p:spPr bwMode="invGray">
                <a:xfrm>
                  <a:off x="4770002" y="-1825989"/>
                  <a:ext cx="3037" cy="1805"/>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711" name="Freeform 29"/>
                <p:cNvSpPr/>
                <p:nvPr/>
              </p:nvSpPr>
              <p:spPr bwMode="invGray">
                <a:xfrm>
                  <a:off x="4537173" y="-1824182"/>
                  <a:ext cx="3037"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712" name="Freeform 30"/>
                <p:cNvSpPr/>
                <p:nvPr/>
              </p:nvSpPr>
              <p:spPr bwMode="invGray">
                <a:xfrm>
                  <a:off x="4723435" y="-1824183"/>
                  <a:ext cx="28344" cy="3611"/>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713" name="Freeform 31"/>
                <p:cNvSpPr/>
                <p:nvPr/>
              </p:nvSpPr>
              <p:spPr bwMode="invGray">
                <a:xfrm>
                  <a:off x="4631317" y="-1831405"/>
                  <a:ext cx="20246" cy="3611"/>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714" name="Freeform 32"/>
                <p:cNvSpPr/>
                <p:nvPr/>
              </p:nvSpPr>
              <p:spPr bwMode="invGray">
                <a:xfrm>
                  <a:off x="4764941" y="-1827793"/>
                  <a:ext cx="4049"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715" name="Freeform 33"/>
                <p:cNvSpPr/>
                <p:nvPr/>
              </p:nvSpPr>
              <p:spPr bwMode="invGray">
                <a:xfrm>
                  <a:off x="4751780" y="-1827794"/>
                  <a:ext cx="18221" cy="3611"/>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716" name="Freeform 34"/>
                <p:cNvSpPr/>
                <p:nvPr/>
              </p:nvSpPr>
              <p:spPr bwMode="invGray">
                <a:xfrm>
                  <a:off x="4458216" y="-1824182"/>
                  <a:ext cx="120463" cy="34302"/>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717" name="Freeform 35"/>
                <p:cNvSpPr/>
                <p:nvPr/>
              </p:nvSpPr>
              <p:spPr bwMode="invGray">
                <a:xfrm>
                  <a:off x="4540210" y="-1831404"/>
                  <a:ext cx="60738" cy="7222"/>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718" name="Freeform 36"/>
                <p:cNvSpPr/>
                <p:nvPr/>
              </p:nvSpPr>
              <p:spPr bwMode="invGray">
                <a:xfrm>
                  <a:off x="4600949" y="-1827793"/>
                  <a:ext cx="86045" cy="18053"/>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719" name="Freeform 37"/>
                <p:cNvSpPr/>
                <p:nvPr/>
              </p:nvSpPr>
              <p:spPr bwMode="invGray">
                <a:xfrm>
                  <a:off x="4902612" y="-1797102"/>
                  <a:ext cx="6074" cy="1805"/>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720" name="Freeform 38"/>
                <p:cNvSpPr/>
                <p:nvPr/>
              </p:nvSpPr>
              <p:spPr bwMode="invGray">
                <a:xfrm>
                  <a:off x="4858072" y="-1811544"/>
                  <a:ext cx="74910" cy="14442"/>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721" name="Freeform 39"/>
                <p:cNvSpPr/>
                <p:nvPr/>
              </p:nvSpPr>
              <p:spPr bwMode="invGray">
                <a:xfrm>
                  <a:off x="4724450" y="-1809740"/>
                  <a:ext cx="44541" cy="7222"/>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722" name="Freeform 40"/>
                <p:cNvSpPr/>
                <p:nvPr/>
              </p:nvSpPr>
              <p:spPr bwMode="invGray">
                <a:xfrm>
                  <a:off x="4512880" y="-1833209"/>
                  <a:ext cx="24295" cy="9027"/>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723" name="Freeform 41"/>
                <p:cNvSpPr/>
                <p:nvPr/>
              </p:nvSpPr>
              <p:spPr bwMode="invGray">
                <a:xfrm>
                  <a:off x="4463277" y="-1831405"/>
                  <a:ext cx="14172" cy="3611"/>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724" name="Freeform 42"/>
                <p:cNvSpPr/>
                <p:nvPr/>
              </p:nvSpPr>
              <p:spPr bwMode="invGray">
                <a:xfrm>
                  <a:off x="1307954" y="-1777243"/>
                  <a:ext cx="13160" cy="1805"/>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725" name="Freeform 43"/>
                <p:cNvSpPr/>
                <p:nvPr/>
              </p:nvSpPr>
              <p:spPr bwMode="invGray">
                <a:xfrm>
                  <a:off x="1409183" y="-1779049"/>
                  <a:ext cx="6074" cy="1805"/>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726" name="Freeform 44"/>
                <p:cNvSpPr/>
                <p:nvPr/>
              </p:nvSpPr>
              <p:spPr bwMode="invGray">
                <a:xfrm>
                  <a:off x="3063274" y="-1842236"/>
                  <a:ext cx="39479" cy="10833"/>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727" name="Freeform 45"/>
                <p:cNvSpPr/>
                <p:nvPr/>
              </p:nvSpPr>
              <p:spPr bwMode="invGray">
                <a:xfrm>
                  <a:off x="2162331" y="-1806130"/>
                  <a:ext cx="18221" cy="5416"/>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8" h="4">
                      <a:moveTo>
                        <a:pt x="0" y="3"/>
                      </a:moveTo>
                      <a:lnTo>
                        <a:pt x="0" y="3"/>
                      </a:lnTo>
                      <a:lnTo>
                        <a:pt x="9" y="4"/>
                      </a:lnTo>
                      <a:lnTo>
                        <a:pt x="29" y="0"/>
                      </a:lnTo>
                      <a:lnTo>
                        <a:pt x="0" y="3"/>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728" name="Freeform 46"/>
                <p:cNvSpPr/>
                <p:nvPr/>
              </p:nvSpPr>
              <p:spPr bwMode="invGray">
                <a:xfrm>
                  <a:off x="2124878" y="-1782660"/>
                  <a:ext cx="24295" cy="3611"/>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729" name="Freeform 47"/>
                <p:cNvSpPr/>
                <p:nvPr/>
              </p:nvSpPr>
              <p:spPr bwMode="invGray">
                <a:xfrm>
                  <a:off x="805857" y="-1773633"/>
                  <a:ext cx="23282" cy="5416"/>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730" name="Freeform 48"/>
                <p:cNvSpPr/>
                <p:nvPr/>
              </p:nvSpPr>
              <p:spPr bwMode="invGray">
                <a:xfrm>
                  <a:off x="3864000" y="-1829600"/>
                  <a:ext cx="39479" cy="7222"/>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731" name="Freeform 49"/>
                <p:cNvSpPr/>
                <p:nvPr/>
              </p:nvSpPr>
              <p:spPr bwMode="invGray">
                <a:xfrm>
                  <a:off x="1346423" y="-1836820"/>
                  <a:ext cx="12148" cy="3611"/>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732" name="Freeform 50"/>
                <p:cNvSpPr/>
                <p:nvPr/>
              </p:nvSpPr>
              <p:spPr bwMode="invGray">
                <a:xfrm>
                  <a:off x="3818445" y="-1833209"/>
                  <a:ext cx="45553" cy="5416"/>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733" name="Freeform 51"/>
                <p:cNvSpPr/>
                <p:nvPr/>
              </p:nvSpPr>
              <p:spPr bwMode="invGray">
                <a:xfrm>
                  <a:off x="-997040" y="-1786270"/>
                  <a:ext cx="5061" cy="1805"/>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734" name="Freeform 52"/>
                <p:cNvSpPr/>
                <p:nvPr/>
              </p:nvSpPr>
              <p:spPr bwMode="invGray">
                <a:xfrm>
                  <a:off x="-1520399" y="-1842237"/>
                  <a:ext cx="22270" cy="1805"/>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735" name="Freeform 53"/>
                <p:cNvSpPr/>
                <p:nvPr/>
              </p:nvSpPr>
              <p:spPr bwMode="invGray">
                <a:xfrm>
                  <a:off x="4250695" y="-1831405"/>
                  <a:ext cx="12148" cy="1805"/>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736" name="Freeform 54"/>
                <p:cNvSpPr/>
                <p:nvPr/>
              </p:nvSpPr>
              <p:spPr bwMode="invGray">
                <a:xfrm>
                  <a:off x="4304347" y="-1807935"/>
                  <a:ext cx="5061" cy="3611"/>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737" name="Freeform 55"/>
                <p:cNvSpPr/>
                <p:nvPr/>
              </p:nvSpPr>
              <p:spPr bwMode="invGray">
                <a:xfrm>
                  <a:off x="3698993" y="-1795297"/>
                  <a:ext cx="3037" cy="1805"/>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738" name="Freeform 56"/>
                <p:cNvSpPr/>
                <p:nvPr/>
              </p:nvSpPr>
              <p:spPr bwMode="invGray">
                <a:xfrm>
                  <a:off x="4253731" y="-1827794"/>
                  <a:ext cx="15184"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739" name="Freeform 57"/>
                <p:cNvSpPr/>
                <p:nvPr/>
              </p:nvSpPr>
              <p:spPr bwMode="invGray">
                <a:xfrm>
                  <a:off x="4265879" y="-1831405"/>
                  <a:ext cx="12148" cy="1805"/>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740" name="Freeform 58"/>
                <p:cNvSpPr/>
                <p:nvPr/>
              </p:nvSpPr>
              <p:spPr bwMode="invGray">
                <a:xfrm>
                  <a:off x="4234500" y="-1829599"/>
                  <a:ext cx="19233" cy="1805"/>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741" name="Freeform 59"/>
                <p:cNvSpPr/>
                <p:nvPr/>
              </p:nvSpPr>
              <p:spPr bwMode="invGray">
                <a:xfrm>
                  <a:off x="-34349" y="-1797103"/>
                  <a:ext cx="13160" cy="3611"/>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742" name="Freeform 60"/>
                <p:cNvSpPr/>
                <p:nvPr/>
              </p:nvSpPr>
              <p:spPr bwMode="invGray">
                <a:xfrm>
                  <a:off x="2794003" y="-1775439"/>
                  <a:ext cx="2025" cy="1805"/>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743" name="Freeform 61"/>
                <p:cNvSpPr/>
                <p:nvPr/>
              </p:nvSpPr>
              <p:spPr bwMode="invGray">
                <a:xfrm>
                  <a:off x="2751486" y="-1791688"/>
                  <a:ext cx="42516" cy="21664"/>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744" name="Freeform 62"/>
                <p:cNvSpPr>
                  <a:spLocks noEditPoints="1"/>
                </p:cNvSpPr>
                <p:nvPr/>
              </p:nvSpPr>
              <p:spPr bwMode="invGray">
                <a:xfrm>
                  <a:off x="-1647947" y="-1853069"/>
                  <a:ext cx="6098064" cy="9387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745" name="Freeform 63"/>
                <p:cNvSpPr/>
                <p:nvPr/>
              </p:nvSpPr>
              <p:spPr bwMode="invGray">
                <a:xfrm>
                  <a:off x="2144112" y="-1786270"/>
                  <a:ext cx="7086" cy="5416"/>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746" name="Freeform 64"/>
                <p:cNvSpPr/>
                <p:nvPr/>
              </p:nvSpPr>
              <p:spPr bwMode="invGray">
                <a:xfrm>
                  <a:off x="821042" y="-1775439"/>
                  <a:ext cx="3037" cy="1805"/>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747" name="Freeform 65"/>
                <p:cNvSpPr/>
                <p:nvPr/>
              </p:nvSpPr>
              <p:spPr bwMode="invGray">
                <a:xfrm>
                  <a:off x="3523869" y="-1775439"/>
                  <a:ext cx="16197" cy="3611"/>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748" name="Freeform 66"/>
                <p:cNvSpPr/>
                <p:nvPr/>
              </p:nvSpPr>
              <p:spPr bwMode="invGray">
                <a:xfrm>
                  <a:off x="4348889" y="-1831405"/>
                  <a:ext cx="25307" cy="3611"/>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749" name="Freeform 67"/>
                <p:cNvSpPr/>
                <p:nvPr/>
              </p:nvSpPr>
              <p:spPr bwMode="invGray">
                <a:xfrm>
                  <a:off x="4580701" y="-1797103"/>
                  <a:ext cx="28344" cy="3611"/>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750" name="Freeform 68"/>
                <p:cNvSpPr/>
                <p:nvPr/>
              </p:nvSpPr>
              <p:spPr bwMode="invGray">
                <a:xfrm>
                  <a:off x="4397477" y="-1815155"/>
                  <a:ext cx="38467" cy="9027"/>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2" h="7">
                      <a:moveTo>
                        <a:pt x="0" y="3"/>
                      </a:moveTo>
                      <a:lnTo>
                        <a:pt x="0" y="3"/>
                      </a:lnTo>
                      <a:cubicBezTo>
                        <a:pt x="3" y="7"/>
                        <a:pt x="30" y="6"/>
                        <a:pt x="60" y="5"/>
                      </a:cubicBezTo>
                      <a:lnTo>
                        <a:pt x="54" y="5"/>
                      </a:lnTo>
                      <a:cubicBezTo>
                        <a:pt x="63" y="0"/>
                        <a:pt x="31" y="1"/>
                        <a:pt x="0" y="3"/>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751" name="Freeform 69"/>
                <p:cNvSpPr/>
                <p:nvPr/>
              </p:nvSpPr>
              <p:spPr bwMode="invGray">
                <a:xfrm>
                  <a:off x="4437970" y="-1811544"/>
                  <a:ext cx="18221" cy="1805"/>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752" name="Freeform 70"/>
                <p:cNvSpPr/>
                <p:nvPr/>
              </p:nvSpPr>
              <p:spPr bwMode="invGray">
                <a:xfrm>
                  <a:off x="4165665" y="-1836820"/>
                  <a:ext cx="65799" cy="14442"/>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753" name="Freeform 71"/>
                <p:cNvSpPr/>
                <p:nvPr/>
              </p:nvSpPr>
              <p:spPr bwMode="invGray">
                <a:xfrm>
                  <a:off x="4395455" y="-1800714"/>
                  <a:ext cx="17209" cy="7222"/>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754" name="Freeform 72"/>
                <p:cNvSpPr/>
                <p:nvPr/>
              </p:nvSpPr>
              <p:spPr bwMode="invGray">
                <a:xfrm>
                  <a:off x="4268918" y="-1802519"/>
                  <a:ext cx="37455" cy="3611"/>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755" name="Freeform 73"/>
                <p:cNvSpPr/>
                <p:nvPr/>
              </p:nvSpPr>
              <p:spPr bwMode="invGray">
                <a:xfrm>
                  <a:off x="4306372" y="-1800714"/>
                  <a:ext cx="23282" cy="1805"/>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756" name="Freeform 74"/>
                <p:cNvSpPr/>
                <p:nvPr/>
              </p:nvSpPr>
              <p:spPr bwMode="invGray">
                <a:xfrm>
                  <a:off x="4343828" y="-1793493"/>
                  <a:ext cx="29356"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757" name="Freeform 75"/>
                <p:cNvSpPr/>
                <p:nvPr/>
              </p:nvSpPr>
              <p:spPr bwMode="invGray">
                <a:xfrm>
                  <a:off x="3926762" y="-1802519"/>
                  <a:ext cx="39479" cy="5416"/>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758" name="Freeform 76"/>
                <p:cNvSpPr/>
                <p:nvPr/>
              </p:nvSpPr>
              <p:spPr bwMode="invGray">
                <a:xfrm>
                  <a:off x="4041150" y="-1789881"/>
                  <a:ext cx="15184" cy="9027"/>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759" name="Freeform 77"/>
                <p:cNvSpPr/>
                <p:nvPr/>
              </p:nvSpPr>
              <p:spPr bwMode="invGray">
                <a:xfrm>
                  <a:off x="3918664" y="-1780855"/>
                  <a:ext cx="74910" cy="3611"/>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760" name="Freeform 78"/>
                <p:cNvSpPr/>
                <p:nvPr/>
              </p:nvSpPr>
              <p:spPr bwMode="invGray">
                <a:xfrm>
                  <a:off x="3491476" y="-1806130"/>
                  <a:ext cx="7086" cy="12638"/>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761" name="Freeform 79"/>
                <p:cNvSpPr/>
                <p:nvPr/>
              </p:nvSpPr>
              <p:spPr bwMode="invGray">
                <a:xfrm>
                  <a:off x="3064287" y="-1773633"/>
                  <a:ext cx="61750" cy="12638"/>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0" h="10">
                      <a:moveTo>
                        <a:pt x="16" y="8"/>
                      </a:moveTo>
                      <a:lnTo>
                        <a:pt x="16" y="8"/>
                      </a:lnTo>
                      <a:cubicBezTo>
                        <a:pt x="78" y="10"/>
                        <a:pt x="31" y="1"/>
                        <a:pt x="86" y="4"/>
                      </a:cubicBezTo>
                      <a:cubicBezTo>
                        <a:pt x="101" y="2"/>
                        <a:pt x="41" y="2"/>
                        <a:pt x="56" y="0"/>
                      </a:cubicBezTo>
                      <a:cubicBezTo>
                        <a:pt x="19" y="2"/>
                        <a:pt x="0" y="1"/>
                        <a:pt x="16" y="8"/>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762" name="Freeform 80"/>
                <p:cNvSpPr/>
                <p:nvPr/>
              </p:nvSpPr>
              <p:spPr bwMode="invGray">
                <a:xfrm>
                  <a:off x="3098704" y="-1777243"/>
                  <a:ext cx="11135" cy="3611"/>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763" name="Freeform 81"/>
                <p:cNvSpPr/>
                <p:nvPr/>
              </p:nvSpPr>
              <p:spPr bwMode="invGray">
                <a:xfrm>
                  <a:off x="-1631750" y="-1849458"/>
                  <a:ext cx="24295" cy="5416"/>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764" name="Freeform 82"/>
                <p:cNvSpPr/>
                <p:nvPr/>
              </p:nvSpPr>
              <p:spPr bwMode="invGray">
                <a:xfrm>
                  <a:off x="-1673252" y="-1845848"/>
                  <a:ext cx="19233" cy="7222"/>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765" name="Freeform 83"/>
                <p:cNvSpPr/>
                <p:nvPr/>
              </p:nvSpPr>
              <p:spPr bwMode="invGray">
                <a:xfrm>
                  <a:off x="1596461" y="-1766412"/>
                  <a:ext cx="21258" cy="5416"/>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766" name="Freeform 84"/>
                <p:cNvSpPr/>
                <p:nvPr/>
              </p:nvSpPr>
              <p:spPr bwMode="invGray">
                <a:xfrm>
                  <a:off x="1285690" y="-1777244"/>
                  <a:ext cx="10123" cy="7222"/>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767" name="Freeform 85"/>
                <p:cNvSpPr/>
                <p:nvPr/>
              </p:nvSpPr>
              <p:spPr bwMode="invGray">
                <a:xfrm>
                  <a:off x="1015402" y="-1770023"/>
                  <a:ext cx="38467" cy="9027"/>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2" h="8">
                      <a:moveTo>
                        <a:pt x="5" y="7"/>
                      </a:moveTo>
                      <a:lnTo>
                        <a:pt x="5" y="7"/>
                      </a:lnTo>
                      <a:cubicBezTo>
                        <a:pt x="23" y="8"/>
                        <a:pt x="45" y="6"/>
                        <a:pt x="63" y="7"/>
                      </a:cubicBezTo>
                      <a:cubicBezTo>
                        <a:pt x="23" y="8"/>
                        <a:pt x="0" y="0"/>
                        <a:pt x="5" y="7"/>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grpSp>
          <p:grpSp>
            <p:nvGrpSpPr>
              <p:cNvPr id="619" name="Group 618"/>
              <p:cNvGrpSpPr/>
              <p:nvPr/>
            </p:nvGrpSpPr>
            <p:grpSpPr>
              <a:xfrm rot="16200000" flipH="1">
                <a:off x="7160435" y="808091"/>
                <a:ext cx="6019926" cy="53645"/>
                <a:chOff x="-5905150" y="4335887"/>
                <a:chExt cx="15463220" cy="93878"/>
              </a:xfrm>
              <a:solidFill>
                <a:schemeClr val="accent1"/>
              </a:solidFill>
            </p:grpSpPr>
            <p:sp>
              <p:nvSpPr>
                <p:cNvPr id="620" name="Freeform 619"/>
                <p:cNvSpPr/>
                <p:nvPr/>
              </p:nvSpPr>
              <p:spPr bwMode="invGray">
                <a:xfrm>
                  <a:off x="9517579" y="4367443"/>
                  <a:ext cx="40492" cy="7222"/>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621" name="Freeform 620"/>
                <p:cNvSpPr/>
                <p:nvPr/>
              </p:nvSpPr>
              <p:spPr bwMode="invGray">
                <a:xfrm>
                  <a:off x="9489842" y="4373683"/>
                  <a:ext cx="12148" cy="1805"/>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622" name="Freeform 621"/>
                <p:cNvSpPr/>
                <p:nvPr/>
              </p:nvSpPr>
              <p:spPr bwMode="invGray">
                <a:xfrm>
                  <a:off x="9526336" y="4370856"/>
                  <a:ext cx="25307" cy="9027"/>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623" name="Freeform 15"/>
                <p:cNvSpPr/>
                <p:nvPr/>
              </p:nvSpPr>
              <p:spPr bwMode="invGray">
                <a:xfrm>
                  <a:off x="9220312" y="4368227"/>
                  <a:ext cx="27332" cy="7222"/>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624" name="Freeform 16"/>
                <p:cNvSpPr/>
                <p:nvPr/>
              </p:nvSpPr>
              <p:spPr bwMode="invGray">
                <a:xfrm>
                  <a:off x="9187057" y="4372387"/>
                  <a:ext cx="26320" cy="3611"/>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625" name="Freeform 17"/>
                <p:cNvSpPr/>
                <p:nvPr/>
              </p:nvSpPr>
              <p:spPr bwMode="invGray">
                <a:xfrm>
                  <a:off x="9486245" y="4375802"/>
                  <a:ext cx="49602" cy="5416"/>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626" name="Freeform 18"/>
                <p:cNvSpPr/>
                <p:nvPr/>
              </p:nvSpPr>
              <p:spPr bwMode="invGray">
                <a:xfrm>
                  <a:off x="8974521" y="4365872"/>
                  <a:ext cx="25307" cy="7222"/>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627" name="Freeform 19"/>
                <p:cNvSpPr/>
                <p:nvPr/>
              </p:nvSpPr>
              <p:spPr bwMode="invGray">
                <a:xfrm>
                  <a:off x="8763399" y="4365088"/>
                  <a:ext cx="58713" cy="7222"/>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628" name="Freeform 20"/>
                <p:cNvSpPr/>
                <p:nvPr/>
              </p:nvSpPr>
              <p:spPr bwMode="invGray">
                <a:xfrm>
                  <a:off x="8688488" y="4367953"/>
                  <a:ext cx="22270" cy="5416"/>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629" name="Freeform 21"/>
                <p:cNvSpPr/>
                <p:nvPr/>
              </p:nvSpPr>
              <p:spPr bwMode="invGray">
                <a:xfrm>
                  <a:off x="9038093" y="4369796"/>
                  <a:ext cx="19233" cy="7222"/>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630" name="Freeform 22"/>
                <p:cNvSpPr/>
                <p:nvPr/>
              </p:nvSpPr>
              <p:spPr bwMode="invGray">
                <a:xfrm>
                  <a:off x="9012128" y="4373683"/>
                  <a:ext cx="22270" cy="1805"/>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631" name="Freeform 23"/>
                <p:cNvSpPr/>
                <p:nvPr/>
              </p:nvSpPr>
              <p:spPr bwMode="invGray">
                <a:xfrm>
                  <a:off x="9071803" y="4374978"/>
                  <a:ext cx="3037"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632" name="Freeform 24"/>
                <p:cNvSpPr/>
                <p:nvPr/>
              </p:nvSpPr>
              <p:spPr bwMode="invGray">
                <a:xfrm>
                  <a:off x="9246126" y="4373760"/>
                  <a:ext cx="45553" cy="12638"/>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633" name="Freeform 25"/>
                <p:cNvSpPr/>
                <p:nvPr/>
              </p:nvSpPr>
              <p:spPr bwMode="invGray">
                <a:xfrm>
                  <a:off x="9123179" y="4374230"/>
                  <a:ext cx="28344" cy="5416"/>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634" name="Freeform 26"/>
                <p:cNvSpPr/>
                <p:nvPr/>
              </p:nvSpPr>
              <p:spPr bwMode="invGray">
                <a:xfrm>
                  <a:off x="9083039" y="4376312"/>
                  <a:ext cx="13160" cy="3611"/>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635" name="Freeform 27"/>
                <p:cNvSpPr/>
                <p:nvPr/>
              </p:nvSpPr>
              <p:spPr bwMode="invGray">
                <a:xfrm>
                  <a:off x="8725843" y="4371877"/>
                  <a:ext cx="54664" cy="5416"/>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636" name="Freeform 28"/>
                <p:cNvSpPr/>
                <p:nvPr/>
              </p:nvSpPr>
              <p:spPr bwMode="invGray">
                <a:xfrm>
                  <a:off x="8904163" y="4373682"/>
                  <a:ext cx="3037" cy="1805"/>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637" name="Freeform 29"/>
                <p:cNvSpPr/>
                <p:nvPr/>
              </p:nvSpPr>
              <p:spPr bwMode="invGray">
                <a:xfrm>
                  <a:off x="8368647" y="4374977"/>
                  <a:ext cx="3037"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638" name="Freeform 30"/>
                <p:cNvSpPr/>
                <p:nvPr/>
              </p:nvSpPr>
              <p:spPr bwMode="invGray">
                <a:xfrm>
                  <a:off x="8813510" y="4373957"/>
                  <a:ext cx="28344" cy="3611"/>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639" name="Freeform 31"/>
                <p:cNvSpPr/>
                <p:nvPr/>
              </p:nvSpPr>
              <p:spPr bwMode="invGray">
                <a:xfrm>
                  <a:off x="8596367" y="4370817"/>
                  <a:ext cx="20246" cy="3611"/>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640" name="Freeform 32"/>
                <p:cNvSpPr/>
                <p:nvPr/>
              </p:nvSpPr>
              <p:spPr bwMode="invGray">
                <a:xfrm>
                  <a:off x="8893180" y="4373407"/>
                  <a:ext cx="4049"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641" name="Freeform 33"/>
                <p:cNvSpPr/>
                <p:nvPr/>
              </p:nvSpPr>
              <p:spPr bwMode="invGray">
                <a:xfrm>
                  <a:off x="8872122" y="4372388"/>
                  <a:ext cx="18221" cy="3611"/>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642" name="Freeform 34"/>
                <p:cNvSpPr/>
                <p:nvPr/>
              </p:nvSpPr>
              <p:spPr bwMode="invGray">
                <a:xfrm>
                  <a:off x="8263368" y="4365283"/>
                  <a:ext cx="120463" cy="34302"/>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643" name="Freeform 35"/>
                <p:cNvSpPr/>
                <p:nvPr/>
              </p:nvSpPr>
              <p:spPr bwMode="invGray">
                <a:xfrm>
                  <a:off x="8413140" y="4369798"/>
                  <a:ext cx="60738" cy="7222"/>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644" name="Freeform 36"/>
                <p:cNvSpPr/>
                <p:nvPr/>
              </p:nvSpPr>
              <p:spPr bwMode="invGray">
                <a:xfrm>
                  <a:off x="8569289" y="4368306"/>
                  <a:ext cx="86045" cy="18053"/>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645" name="Freeform 37"/>
                <p:cNvSpPr/>
                <p:nvPr/>
              </p:nvSpPr>
              <p:spPr bwMode="invGray">
                <a:xfrm>
                  <a:off x="9211149" y="4386242"/>
                  <a:ext cx="6074" cy="1805"/>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646" name="Freeform 38"/>
                <p:cNvSpPr/>
                <p:nvPr/>
              </p:nvSpPr>
              <p:spPr bwMode="invGray">
                <a:xfrm>
                  <a:off x="9153449" y="4376391"/>
                  <a:ext cx="74910" cy="14442"/>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647" name="Freeform 39"/>
                <p:cNvSpPr/>
                <p:nvPr/>
              </p:nvSpPr>
              <p:spPr bwMode="invGray">
                <a:xfrm>
                  <a:off x="8826370" y="4379214"/>
                  <a:ext cx="44541" cy="7222"/>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648" name="Freeform 40"/>
                <p:cNvSpPr/>
                <p:nvPr/>
              </p:nvSpPr>
              <p:spPr bwMode="invGray">
                <a:xfrm>
                  <a:off x="8326582" y="4368502"/>
                  <a:ext cx="24295" cy="9027"/>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649" name="Freeform 41"/>
                <p:cNvSpPr/>
                <p:nvPr/>
              </p:nvSpPr>
              <p:spPr bwMode="invGray">
                <a:xfrm>
                  <a:off x="8205919" y="4370817"/>
                  <a:ext cx="14172" cy="3611"/>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650" name="Freeform 42"/>
                <p:cNvSpPr/>
                <p:nvPr/>
              </p:nvSpPr>
              <p:spPr bwMode="invGray">
                <a:xfrm>
                  <a:off x="947842" y="4394876"/>
                  <a:ext cx="13160" cy="1805"/>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651" name="Freeform 43"/>
                <p:cNvSpPr/>
                <p:nvPr/>
              </p:nvSpPr>
              <p:spPr bwMode="invGray">
                <a:xfrm>
                  <a:off x="1176068" y="4394091"/>
                  <a:ext cx="6074" cy="1805"/>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652" name="Freeform 44"/>
                <p:cNvSpPr/>
                <p:nvPr/>
              </p:nvSpPr>
              <p:spPr bwMode="invGray">
                <a:xfrm>
                  <a:off x="5002280" y="4364067"/>
                  <a:ext cx="39479" cy="10833"/>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653" name="Freeform 45"/>
                <p:cNvSpPr/>
                <p:nvPr/>
              </p:nvSpPr>
              <p:spPr bwMode="invGray">
                <a:xfrm>
                  <a:off x="2916246" y="4381296"/>
                  <a:ext cx="18221" cy="5416"/>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8" h="4">
                      <a:moveTo>
                        <a:pt x="0" y="3"/>
                      </a:moveTo>
                      <a:lnTo>
                        <a:pt x="0" y="3"/>
                      </a:lnTo>
                      <a:lnTo>
                        <a:pt x="9" y="4"/>
                      </a:lnTo>
                      <a:lnTo>
                        <a:pt x="29" y="0"/>
                      </a:lnTo>
                      <a:lnTo>
                        <a:pt x="0" y="3"/>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654" name="Freeform 46"/>
                <p:cNvSpPr/>
                <p:nvPr/>
              </p:nvSpPr>
              <p:spPr bwMode="invGray">
                <a:xfrm>
                  <a:off x="2834048" y="4392009"/>
                  <a:ext cx="24295" cy="3611"/>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655" name="Freeform 47"/>
                <p:cNvSpPr/>
                <p:nvPr/>
              </p:nvSpPr>
              <p:spPr bwMode="invGray">
                <a:xfrm>
                  <a:off x="-200430" y="4395424"/>
                  <a:ext cx="23282" cy="5416"/>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656" name="Freeform 48"/>
                <p:cNvSpPr/>
                <p:nvPr/>
              </p:nvSpPr>
              <p:spPr bwMode="invGray">
                <a:xfrm>
                  <a:off x="6843995" y="4370581"/>
                  <a:ext cx="39479" cy="7222"/>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657" name="Freeform 49"/>
                <p:cNvSpPr/>
                <p:nvPr/>
              </p:nvSpPr>
              <p:spPr bwMode="invGray">
                <a:xfrm>
                  <a:off x="1035662" y="4368462"/>
                  <a:ext cx="12148" cy="3611"/>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658" name="Freeform 50"/>
                <p:cNvSpPr/>
                <p:nvPr/>
              </p:nvSpPr>
              <p:spPr bwMode="invGray">
                <a:xfrm>
                  <a:off x="6743166" y="4369522"/>
                  <a:ext cx="45553" cy="5416"/>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659" name="Freeform 51"/>
                <p:cNvSpPr/>
                <p:nvPr/>
              </p:nvSpPr>
              <p:spPr bwMode="invGray">
                <a:xfrm>
                  <a:off x="-4359035" y="4390950"/>
                  <a:ext cx="5061" cy="1805"/>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660" name="Freeform 52"/>
                <p:cNvSpPr/>
                <p:nvPr/>
              </p:nvSpPr>
              <p:spPr bwMode="invGray">
                <a:xfrm>
                  <a:off x="-5551597" y="4366620"/>
                  <a:ext cx="22270" cy="1805"/>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661" name="Freeform 53"/>
                <p:cNvSpPr/>
                <p:nvPr/>
              </p:nvSpPr>
              <p:spPr bwMode="invGray">
                <a:xfrm>
                  <a:off x="7715652" y="4371328"/>
                  <a:ext cx="12148" cy="1805"/>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662" name="Freeform 54"/>
                <p:cNvSpPr/>
                <p:nvPr/>
              </p:nvSpPr>
              <p:spPr bwMode="invGray">
                <a:xfrm>
                  <a:off x="7834445" y="4381021"/>
                  <a:ext cx="5061" cy="3611"/>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663" name="Freeform 55"/>
                <p:cNvSpPr/>
                <p:nvPr/>
              </p:nvSpPr>
              <p:spPr bwMode="invGray">
                <a:xfrm>
                  <a:off x="6440786" y="4387026"/>
                  <a:ext cx="3037" cy="1805"/>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664" name="Freeform 56"/>
                <p:cNvSpPr/>
                <p:nvPr/>
              </p:nvSpPr>
              <p:spPr bwMode="invGray">
                <a:xfrm>
                  <a:off x="7724611" y="4373407"/>
                  <a:ext cx="15184"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665" name="Freeform 57"/>
                <p:cNvSpPr/>
                <p:nvPr/>
              </p:nvSpPr>
              <p:spPr bwMode="invGray">
                <a:xfrm>
                  <a:off x="7750574" y="4371328"/>
                  <a:ext cx="12148" cy="1805"/>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666" name="Freeform 58"/>
                <p:cNvSpPr/>
                <p:nvPr/>
              </p:nvSpPr>
              <p:spPr bwMode="invGray">
                <a:xfrm>
                  <a:off x="7683002" y="4372111"/>
                  <a:ext cx="19233" cy="1805"/>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667" name="Freeform 59"/>
                <p:cNvSpPr/>
                <p:nvPr/>
              </p:nvSpPr>
              <p:spPr bwMode="invGray">
                <a:xfrm>
                  <a:off x="-2139529" y="4385731"/>
                  <a:ext cx="13160" cy="3611"/>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668" name="Freeform 60"/>
                <p:cNvSpPr/>
                <p:nvPr/>
              </p:nvSpPr>
              <p:spPr bwMode="invGray">
                <a:xfrm>
                  <a:off x="4358598" y="4395661"/>
                  <a:ext cx="2025" cy="1805"/>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669" name="Freeform 61"/>
                <p:cNvSpPr/>
                <p:nvPr/>
              </p:nvSpPr>
              <p:spPr bwMode="invGray">
                <a:xfrm>
                  <a:off x="4287127" y="4382983"/>
                  <a:ext cx="42516" cy="21664"/>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670" name="Freeform 62"/>
                <p:cNvSpPr>
                  <a:spLocks noEditPoints="1"/>
                </p:cNvSpPr>
                <p:nvPr/>
              </p:nvSpPr>
              <p:spPr bwMode="invGray">
                <a:xfrm>
                  <a:off x="-1895537" y="4335887"/>
                  <a:ext cx="6098064" cy="9387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671" name="Freeform 63"/>
                <p:cNvSpPr/>
                <p:nvPr/>
              </p:nvSpPr>
              <p:spPr bwMode="invGray">
                <a:xfrm>
                  <a:off x="2867097" y="4389931"/>
                  <a:ext cx="7086" cy="5416"/>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672" name="Freeform 64"/>
                <p:cNvSpPr/>
                <p:nvPr/>
              </p:nvSpPr>
              <p:spPr bwMode="invGray">
                <a:xfrm>
                  <a:off x="-178666" y="4395660"/>
                  <a:ext cx="3037" cy="1805"/>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673" name="Freeform 65"/>
                <p:cNvSpPr/>
                <p:nvPr/>
              </p:nvSpPr>
              <p:spPr bwMode="invGray">
                <a:xfrm>
                  <a:off x="6046541" y="4395150"/>
                  <a:ext cx="16197" cy="3611"/>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674" name="Freeform 66"/>
                <p:cNvSpPr/>
                <p:nvPr/>
              </p:nvSpPr>
              <p:spPr bwMode="invGray">
                <a:xfrm>
                  <a:off x="7950052" y="4370817"/>
                  <a:ext cx="25307" cy="3611"/>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675" name="Freeform 67"/>
                <p:cNvSpPr/>
                <p:nvPr/>
              </p:nvSpPr>
              <p:spPr bwMode="invGray">
                <a:xfrm>
                  <a:off x="8485216" y="4385732"/>
                  <a:ext cx="28344" cy="3611"/>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676" name="Freeform 68"/>
                <p:cNvSpPr/>
                <p:nvPr/>
              </p:nvSpPr>
              <p:spPr bwMode="invGray">
                <a:xfrm>
                  <a:off x="8070368" y="4376351"/>
                  <a:ext cx="38467" cy="9027"/>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2" h="7">
                      <a:moveTo>
                        <a:pt x="0" y="3"/>
                      </a:moveTo>
                      <a:lnTo>
                        <a:pt x="0" y="3"/>
                      </a:lnTo>
                      <a:cubicBezTo>
                        <a:pt x="3" y="7"/>
                        <a:pt x="30" y="6"/>
                        <a:pt x="60" y="5"/>
                      </a:cubicBezTo>
                      <a:lnTo>
                        <a:pt x="54" y="5"/>
                      </a:lnTo>
                      <a:cubicBezTo>
                        <a:pt x="63" y="0"/>
                        <a:pt x="31" y="1"/>
                        <a:pt x="0" y="3"/>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677" name="Freeform 69"/>
                <p:cNvSpPr/>
                <p:nvPr/>
              </p:nvSpPr>
              <p:spPr bwMode="invGray">
                <a:xfrm>
                  <a:off x="8150339" y="4379962"/>
                  <a:ext cx="18221" cy="1805"/>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678" name="Freeform 70"/>
                <p:cNvSpPr/>
                <p:nvPr/>
              </p:nvSpPr>
              <p:spPr bwMode="invGray">
                <a:xfrm>
                  <a:off x="7554945" y="4365403"/>
                  <a:ext cx="65799" cy="14442"/>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679" name="Freeform 71"/>
                <p:cNvSpPr/>
                <p:nvPr/>
              </p:nvSpPr>
              <p:spPr bwMode="invGray">
                <a:xfrm>
                  <a:off x="8051894" y="4383143"/>
                  <a:ext cx="17209" cy="7222"/>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680" name="Freeform 72"/>
                <p:cNvSpPr/>
                <p:nvPr/>
              </p:nvSpPr>
              <p:spPr bwMode="invGray">
                <a:xfrm>
                  <a:off x="7774013" y="4383377"/>
                  <a:ext cx="37455" cy="3611"/>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681" name="Freeform 73"/>
                <p:cNvSpPr/>
                <p:nvPr/>
              </p:nvSpPr>
              <p:spPr bwMode="invGray">
                <a:xfrm>
                  <a:off x="7850946" y="4384671"/>
                  <a:ext cx="23282" cy="1805"/>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682" name="Freeform 74"/>
                <p:cNvSpPr/>
                <p:nvPr/>
              </p:nvSpPr>
              <p:spPr bwMode="invGray">
                <a:xfrm>
                  <a:off x="7941046" y="4388322"/>
                  <a:ext cx="29356"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683" name="Freeform 75"/>
                <p:cNvSpPr/>
                <p:nvPr/>
              </p:nvSpPr>
              <p:spPr bwMode="invGray">
                <a:xfrm>
                  <a:off x="6988353" y="4382865"/>
                  <a:ext cx="39479" cy="5416"/>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684" name="Freeform 76"/>
                <p:cNvSpPr/>
                <p:nvPr/>
              </p:nvSpPr>
              <p:spPr bwMode="invGray">
                <a:xfrm>
                  <a:off x="7235658" y="4387340"/>
                  <a:ext cx="15184" cy="9027"/>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685" name="Freeform 77"/>
                <p:cNvSpPr/>
                <p:nvPr/>
              </p:nvSpPr>
              <p:spPr bwMode="invGray">
                <a:xfrm>
                  <a:off x="6992755" y="4392795"/>
                  <a:ext cx="74910" cy="3611"/>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686" name="Freeform 78"/>
                <p:cNvSpPr/>
                <p:nvPr/>
              </p:nvSpPr>
              <p:spPr bwMode="invGray">
                <a:xfrm>
                  <a:off x="5966109" y="4379256"/>
                  <a:ext cx="7086" cy="12638"/>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687" name="Freeform 79"/>
                <p:cNvSpPr/>
                <p:nvPr/>
              </p:nvSpPr>
              <p:spPr bwMode="invGray">
                <a:xfrm>
                  <a:off x="5019087" y="4393383"/>
                  <a:ext cx="61750" cy="12638"/>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0" h="10">
                      <a:moveTo>
                        <a:pt x="16" y="8"/>
                      </a:moveTo>
                      <a:lnTo>
                        <a:pt x="16" y="8"/>
                      </a:lnTo>
                      <a:cubicBezTo>
                        <a:pt x="78" y="10"/>
                        <a:pt x="31" y="1"/>
                        <a:pt x="86" y="4"/>
                      </a:cubicBezTo>
                      <a:cubicBezTo>
                        <a:pt x="101" y="2"/>
                        <a:pt x="41" y="2"/>
                        <a:pt x="56" y="0"/>
                      </a:cubicBezTo>
                      <a:cubicBezTo>
                        <a:pt x="19" y="2"/>
                        <a:pt x="0" y="1"/>
                        <a:pt x="16" y="8"/>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688" name="Freeform 80"/>
                <p:cNvSpPr/>
                <p:nvPr/>
              </p:nvSpPr>
              <p:spPr bwMode="invGray">
                <a:xfrm>
                  <a:off x="5065348" y="4394366"/>
                  <a:ext cx="11135" cy="3611"/>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689" name="Freeform 81"/>
                <p:cNvSpPr/>
                <p:nvPr/>
              </p:nvSpPr>
              <p:spPr bwMode="invGray">
                <a:xfrm>
                  <a:off x="-5806399" y="4362457"/>
                  <a:ext cx="24295" cy="5416"/>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690" name="Freeform 82"/>
                <p:cNvSpPr/>
                <p:nvPr/>
              </p:nvSpPr>
              <p:spPr bwMode="invGray">
                <a:xfrm>
                  <a:off x="-5905150" y="4363519"/>
                  <a:ext cx="19233" cy="7222"/>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691" name="Freeform 83"/>
                <p:cNvSpPr/>
                <p:nvPr/>
              </p:nvSpPr>
              <p:spPr bwMode="invGray">
                <a:xfrm>
                  <a:off x="1616682" y="4398564"/>
                  <a:ext cx="21258" cy="5416"/>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692" name="Freeform 84"/>
                <p:cNvSpPr/>
                <p:nvPr/>
              </p:nvSpPr>
              <p:spPr bwMode="invGray">
                <a:xfrm>
                  <a:off x="894644" y="4393346"/>
                  <a:ext cx="10123" cy="7222"/>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693" name="Freeform 85"/>
                <p:cNvSpPr/>
                <p:nvPr/>
              </p:nvSpPr>
              <p:spPr bwMode="invGray">
                <a:xfrm>
                  <a:off x="291407" y="4395974"/>
                  <a:ext cx="38467" cy="9027"/>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2" h="8">
                      <a:moveTo>
                        <a:pt x="5" y="7"/>
                      </a:moveTo>
                      <a:lnTo>
                        <a:pt x="5" y="7"/>
                      </a:lnTo>
                      <a:cubicBezTo>
                        <a:pt x="23" y="8"/>
                        <a:pt x="45" y="6"/>
                        <a:pt x="63" y="7"/>
                      </a:cubicBezTo>
                      <a:cubicBezTo>
                        <a:pt x="23" y="8"/>
                        <a:pt x="0" y="0"/>
                        <a:pt x="5" y="7"/>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grpSp>
        </p:grpSp>
      </p:grpSp>
      <p:sp>
        <p:nvSpPr>
          <p:cNvPr id="2" name="Title 1"/>
          <p:cNvSpPr>
            <a:spLocks noGrp="1"/>
          </p:cNvSpPr>
          <p:nvPr>
            <p:ph type="title"/>
          </p:nvPr>
        </p:nvSpPr>
        <p:spPr>
          <a:xfrm>
            <a:off x="1522414" y="274638"/>
            <a:ext cx="9143998" cy="1020762"/>
          </a:xfrm>
        </p:spPr>
        <p:txBody>
          <a:bodyPr anchor="b">
            <a:noAutofit/>
          </a:bodyPr>
          <a:lstStyle>
            <a:lvl1pPr algn="l">
              <a:defRPr sz="2041" b="0"/>
            </a:lvl1pPr>
          </a:lstStyle>
          <a:p>
            <a:r>
              <a:rPr lang="en-US"/>
              <a:t>Click to edit Master title style</a:t>
            </a:r>
            <a:endParaRPr/>
          </a:p>
        </p:txBody>
      </p:sp>
      <p:sp>
        <p:nvSpPr>
          <p:cNvPr id="3" name="Content Placeholder 2"/>
          <p:cNvSpPr>
            <a:spLocks noGrp="1"/>
          </p:cNvSpPr>
          <p:nvPr>
            <p:ph idx="1"/>
          </p:nvPr>
        </p:nvSpPr>
        <p:spPr>
          <a:xfrm>
            <a:off x="3003421" y="2794000"/>
            <a:ext cx="3615107" cy="5923280"/>
          </a:xfrm>
        </p:spPr>
        <p:txBody>
          <a:bodyPr>
            <a:normAutofit/>
          </a:bodyPr>
          <a:lstStyle>
            <a:lvl1pPr>
              <a:defRPr sz="1530"/>
            </a:lvl1pPr>
            <a:lvl2pPr>
              <a:defRPr sz="1275"/>
            </a:lvl2pPr>
            <a:lvl3pPr>
              <a:defRPr sz="1148"/>
            </a:lvl3pPr>
            <a:lvl4pPr>
              <a:defRPr sz="1020"/>
            </a:lvl4pPr>
            <a:lvl5pPr>
              <a:defRPr sz="1020"/>
            </a:lvl5pPr>
            <a:lvl6pPr>
              <a:defRPr sz="1020"/>
            </a:lvl6pPr>
            <a:lvl7pPr>
              <a:defRPr sz="1020" baseline="0"/>
            </a:lvl7pPr>
            <a:lvl8pPr>
              <a:defRPr sz="1020" baseline="0"/>
            </a:lvl8pPr>
            <a:lvl9pPr>
              <a:defRPr sz="102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Text Placeholder 3"/>
          <p:cNvSpPr>
            <a:spLocks noGrp="1"/>
          </p:cNvSpPr>
          <p:nvPr>
            <p:ph type="body" sz="half" idx="2"/>
          </p:nvPr>
        </p:nvSpPr>
        <p:spPr>
          <a:xfrm>
            <a:off x="970791" y="5029200"/>
            <a:ext cx="1749246" cy="4023360"/>
          </a:xfrm>
        </p:spPr>
        <p:txBody>
          <a:bodyPr anchor="b">
            <a:normAutofit/>
          </a:bodyPr>
          <a:lstStyle>
            <a:lvl1pPr marL="0" indent="0">
              <a:spcBef>
                <a:spcPts val="765"/>
              </a:spcBef>
              <a:buNone/>
              <a:defRPr sz="1020"/>
            </a:lvl1pPr>
            <a:lvl2pPr marL="291541" indent="0">
              <a:buNone/>
              <a:defRPr sz="765"/>
            </a:lvl2pPr>
            <a:lvl3pPr marL="583082" indent="0">
              <a:buNone/>
              <a:defRPr sz="638"/>
            </a:lvl3pPr>
            <a:lvl4pPr marL="874623" indent="0">
              <a:buNone/>
              <a:defRPr sz="574"/>
            </a:lvl4pPr>
            <a:lvl5pPr marL="1166164" indent="0">
              <a:buNone/>
              <a:defRPr sz="574"/>
            </a:lvl5pPr>
            <a:lvl6pPr marL="1457705" indent="0">
              <a:buNone/>
              <a:defRPr sz="574"/>
            </a:lvl6pPr>
            <a:lvl7pPr marL="1749246" indent="0">
              <a:buNone/>
              <a:defRPr sz="574"/>
            </a:lvl7pPr>
            <a:lvl8pPr marL="2040786" indent="0">
              <a:buNone/>
              <a:defRPr sz="574"/>
            </a:lvl8pPr>
            <a:lvl9pPr marL="2332327" indent="0">
              <a:buNone/>
              <a:defRPr sz="574"/>
            </a:lvl9pPr>
          </a:lstStyle>
          <a:p>
            <a:pPr lvl="0"/>
            <a:r>
              <a:rPr lang="en-US"/>
              <a:t>Click to edit Master text styles</a:t>
            </a:r>
          </a:p>
        </p:txBody>
      </p:sp>
      <p:sp>
        <p:nvSpPr>
          <p:cNvPr id="5" name="Date Placeholder 4"/>
          <p:cNvSpPr>
            <a:spLocks noGrp="1"/>
          </p:cNvSpPr>
          <p:nvPr>
            <p:ph type="dt" sz="half" idx="10"/>
          </p:nvPr>
        </p:nvSpPr>
        <p:spPr/>
        <p:txBody>
          <a:bodyPr/>
          <a:lstStyle/>
          <a:p>
            <a:fld id="{9AFE8FB1-0A7A-443E-AAF7-31D4FA1AA312}" type="datetimeFigureOut">
              <a:rPr lang="en-US" smtClean="0"/>
              <a:t>4/23/2024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5BA54BD-C84D-46CE-8B72-31BFB26ABA43}" type="slidenum">
              <a:rPr lang="en-US" smtClean="0"/>
              <a:t>‹#›</a:t>
            </a:fld>
            <a:endParaRPr lang="en-US"/>
          </a:p>
        </p:txBody>
      </p:sp>
    </p:spTree>
    <p:extLst>
      <p:ext uri="{BB962C8B-B14F-4D97-AF65-F5344CB8AC3E}">
        <p14:creationId xmlns:p14="http://schemas.microsoft.com/office/powerpoint/2010/main" val="24616999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614" name="frame"/>
          <p:cNvGrpSpPr/>
          <p:nvPr/>
        </p:nvGrpSpPr>
        <p:grpSpPr>
          <a:xfrm flipH="1">
            <a:off x="923019" y="2396738"/>
            <a:ext cx="4011575" cy="6701563"/>
            <a:chOff x="7221771" y="2396738"/>
            <a:chExt cx="4011575" cy="6701563"/>
          </a:xfrm>
        </p:grpSpPr>
        <p:grpSp>
          <p:nvGrpSpPr>
            <p:cNvPr id="615" name="Group 614"/>
            <p:cNvGrpSpPr/>
            <p:nvPr/>
          </p:nvGrpSpPr>
          <p:grpSpPr>
            <a:xfrm>
              <a:off x="7857302" y="2396738"/>
              <a:ext cx="3376044" cy="6019927"/>
              <a:chOff x="5753365" y="1482463"/>
              <a:chExt cx="3376044" cy="6019927"/>
            </a:xfrm>
          </p:grpSpPr>
          <p:grpSp>
            <p:nvGrpSpPr>
              <p:cNvPr id="767" name="Group 766"/>
              <p:cNvGrpSpPr/>
              <p:nvPr/>
            </p:nvGrpSpPr>
            <p:grpSpPr>
              <a:xfrm flipH="1">
                <a:off x="5753365" y="1509015"/>
                <a:ext cx="3376044" cy="80467"/>
                <a:chOff x="475357" y="2414029"/>
                <a:chExt cx="6739859" cy="93878"/>
              </a:xfrm>
              <a:solidFill>
                <a:schemeClr val="accent1"/>
              </a:solidFill>
            </p:grpSpPr>
            <p:sp>
              <p:nvSpPr>
                <p:cNvPr id="843" name="Freeform 842"/>
                <p:cNvSpPr/>
                <p:nvPr/>
              </p:nvSpPr>
              <p:spPr bwMode="invGray">
                <a:xfrm>
                  <a:off x="7174724" y="2430279"/>
                  <a:ext cx="40492" cy="7222"/>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844" name="Freeform 843"/>
                <p:cNvSpPr/>
                <p:nvPr/>
              </p:nvSpPr>
              <p:spPr bwMode="invGray">
                <a:xfrm>
                  <a:off x="7170675" y="2441110"/>
                  <a:ext cx="12148" cy="1805"/>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845" name="Freeform 844"/>
                <p:cNvSpPr/>
                <p:nvPr/>
              </p:nvSpPr>
              <p:spPr bwMode="invGray">
                <a:xfrm>
                  <a:off x="7182822" y="2439305"/>
                  <a:ext cx="25307" cy="9027"/>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846" name="Freeform 15"/>
                <p:cNvSpPr/>
                <p:nvPr/>
              </p:nvSpPr>
              <p:spPr bwMode="invGray">
                <a:xfrm>
                  <a:off x="7049200" y="2432083"/>
                  <a:ext cx="27332" cy="7222"/>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847" name="Freeform 16"/>
                <p:cNvSpPr/>
                <p:nvPr/>
              </p:nvSpPr>
              <p:spPr bwMode="invGray">
                <a:xfrm>
                  <a:off x="7035026" y="2439304"/>
                  <a:ext cx="26320" cy="3611"/>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848" name="Freeform 17"/>
                <p:cNvSpPr/>
                <p:nvPr/>
              </p:nvSpPr>
              <p:spPr bwMode="invGray">
                <a:xfrm>
                  <a:off x="7158528" y="2448332"/>
                  <a:ext cx="49602" cy="5416"/>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849" name="Freeform 18"/>
                <p:cNvSpPr/>
                <p:nvPr/>
              </p:nvSpPr>
              <p:spPr bwMode="invGray">
                <a:xfrm>
                  <a:off x="6942909" y="2426668"/>
                  <a:ext cx="25307" cy="7222"/>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850" name="Freeform 19"/>
                <p:cNvSpPr/>
                <p:nvPr/>
              </p:nvSpPr>
              <p:spPr bwMode="invGray">
                <a:xfrm>
                  <a:off x="6841679" y="2424862"/>
                  <a:ext cx="58713" cy="7222"/>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851" name="Freeform 20"/>
                <p:cNvSpPr/>
                <p:nvPr/>
              </p:nvSpPr>
              <p:spPr bwMode="invGray">
                <a:xfrm>
                  <a:off x="6819405" y="2430279"/>
                  <a:ext cx="22270" cy="5416"/>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852" name="Freeform 21"/>
                <p:cNvSpPr/>
                <p:nvPr/>
              </p:nvSpPr>
              <p:spPr bwMode="invGray">
                <a:xfrm>
                  <a:off x="6972265" y="2435694"/>
                  <a:ext cx="19233" cy="7222"/>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853" name="Freeform 22"/>
                <p:cNvSpPr/>
                <p:nvPr/>
              </p:nvSpPr>
              <p:spPr bwMode="invGray">
                <a:xfrm>
                  <a:off x="6960117" y="2441110"/>
                  <a:ext cx="22270" cy="1805"/>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854" name="Freeform 23"/>
                <p:cNvSpPr/>
                <p:nvPr/>
              </p:nvSpPr>
              <p:spPr bwMode="invGray">
                <a:xfrm>
                  <a:off x="6991498" y="2442916"/>
                  <a:ext cx="3037"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855" name="Freeform 24"/>
                <p:cNvSpPr/>
                <p:nvPr/>
              </p:nvSpPr>
              <p:spPr bwMode="invGray">
                <a:xfrm>
                  <a:off x="7055273" y="2448331"/>
                  <a:ext cx="45553" cy="12638"/>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856" name="Freeform 25"/>
                <p:cNvSpPr/>
                <p:nvPr/>
              </p:nvSpPr>
              <p:spPr bwMode="invGray">
                <a:xfrm>
                  <a:off x="7006682" y="2444721"/>
                  <a:ext cx="28344" cy="5416"/>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857" name="Freeform 26"/>
                <p:cNvSpPr/>
                <p:nvPr/>
              </p:nvSpPr>
              <p:spPr bwMode="invGray">
                <a:xfrm>
                  <a:off x="6993524" y="2448332"/>
                  <a:ext cx="13160" cy="3611"/>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858" name="Freeform 27"/>
                <p:cNvSpPr/>
                <p:nvPr/>
              </p:nvSpPr>
              <p:spPr bwMode="invGray">
                <a:xfrm>
                  <a:off x="6826495" y="2439305"/>
                  <a:ext cx="54664" cy="5416"/>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859" name="Freeform 28"/>
                <p:cNvSpPr/>
                <p:nvPr/>
              </p:nvSpPr>
              <p:spPr bwMode="invGray">
                <a:xfrm>
                  <a:off x="6918612" y="2441110"/>
                  <a:ext cx="3037" cy="1805"/>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860" name="Freeform 29"/>
                <p:cNvSpPr/>
                <p:nvPr/>
              </p:nvSpPr>
              <p:spPr bwMode="invGray">
                <a:xfrm>
                  <a:off x="6685783" y="2442916"/>
                  <a:ext cx="3037"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861" name="Freeform 30"/>
                <p:cNvSpPr/>
                <p:nvPr/>
              </p:nvSpPr>
              <p:spPr bwMode="invGray">
                <a:xfrm>
                  <a:off x="6872046" y="2442916"/>
                  <a:ext cx="28344" cy="3611"/>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862" name="Freeform 31"/>
                <p:cNvSpPr/>
                <p:nvPr/>
              </p:nvSpPr>
              <p:spPr bwMode="invGray">
                <a:xfrm>
                  <a:off x="6779926" y="2435694"/>
                  <a:ext cx="20246" cy="3611"/>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863" name="Freeform 32"/>
                <p:cNvSpPr/>
                <p:nvPr/>
              </p:nvSpPr>
              <p:spPr bwMode="invGray">
                <a:xfrm>
                  <a:off x="6913552" y="2439305"/>
                  <a:ext cx="4049"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864" name="Freeform 33"/>
                <p:cNvSpPr/>
                <p:nvPr/>
              </p:nvSpPr>
              <p:spPr bwMode="invGray">
                <a:xfrm>
                  <a:off x="6900390" y="2439305"/>
                  <a:ext cx="18221" cy="3611"/>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865" name="Freeform 34"/>
                <p:cNvSpPr/>
                <p:nvPr/>
              </p:nvSpPr>
              <p:spPr bwMode="invGray">
                <a:xfrm>
                  <a:off x="6606826" y="2442916"/>
                  <a:ext cx="120463" cy="34302"/>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866" name="Freeform 35"/>
                <p:cNvSpPr/>
                <p:nvPr/>
              </p:nvSpPr>
              <p:spPr bwMode="invGray">
                <a:xfrm>
                  <a:off x="6688822" y="2435694"/>
                  <a:ext cx="60738" cy="7222"/>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867" name="Freeform 36"/>
                <p:cNvSpPr/>
                <p:nvPr/>
              </p:nvSpPr>
              <p:spPr bwMode="invGray">
                <a:xfrm>
                  <a:off x="6749558" y="2439305"/>
                  <a:ext cx="86045" cy="18053"/>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868" name="Freeform 37"/>
                <p:cNvSpPr/>
                <p:nvPr/>
              </p:nvSpPr>
              <p:spPr bwMode="invGray">
                <a:xfrm>
                  <a:off x="7051223" y="2469997"/>
                  <a:ext cx="6074" cy="1805"/>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869" name="Freeform 38"/>
                <p:cNvSpPr/>
                <p:nvPr/>
              </p:nvSpPr>
              <p:spPr bwMode="invGray">
                <a:xfrm>
                  <a:off x="7006682" y="2455554"/>
                  <a:ext cx="74910" cy="14442"/>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870" name="Freeform 39"/>
                <p:cNvSpPr/>
                <p:nvPr/>
              </p:nvSpPr>
              <p:spPr bwMode="invGray">
                <a:xfrm>
                  <a:off x="6873061" y="2457358"/>
                  <a:ext cx="44541" cy="7222"/>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871" name="Freeform 40"/>
                <p:cNvSpPr/>
                <p:nvPr/>
              </p:nvSpPr>
              <p:spPr bwMode="invGray">
                <a:xfrm>
                  <a:off x="6661491" y="2433890"/>
                  <a:ext cx="24295" cy="9027"/>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872" name="Freeform 41"/>
                <p:cNvSpPr/>
                <p:nvPr/>
              </p:nvSpPr>
              <p:spPr bwMode="invGray">
                <a:xfrm>
                  <a:off x="6611889" y="2435694"/>
                  <a:ext cx="14172" cy="3611"/>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873" name="Freeform 42"/>
                <p:cNvSpPr/>
                <p:nvPr/>
              </p:nvSpPr>
              <p:spPr bwMode="invGray">
                <a:xfrm>
                  <a:off x="3456564" y="2489855"/>
                  <a:ext cx="13160" cy="1805"/>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874" name="Freeform 43"/>
                <p:cNvSpPr/>
                <p:nvPr/>
              </p:nvSpPr>
              <p:spPr bwMode="invGray">
                <a:xfrm>
                  <a:off x="3557794" y="2488049"/>
                  <a:ext cx="6074" cy="1805"/>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875" name="Freeform 44"/>
                <p:cNvSpPr/>
                <p:nvPr/>
              </p:nvSpPr>
              <p:spPr bwMode="invGray">
                <a:xfrm>
                  <a:off x="5211884" y="2424862"/>
                  <a:ext cx="39479" cy="10833"/>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876" name="Freeform 45"/>
                <p:cNvSpPr/>
                <p:nvPr/>
              </p:nvSpPr>
              <p:spPr bwMode="invGray">
                <a:xfrm>
                  <a:off x="4310942" y="2460969"/>
                  <a:ext cx="18221" cy="5416"/>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8" h="4">
                      <a:moveTo>
                        <a:pt x="0" y="3"/>
                      </a:moveTo>
                      <a:lnTo>
                        <a:pt x="0" y="3"/>
                      </a:lnTo>
                      <a:lnTo>
                        <a:pt x="9" y="4"/>
                      </a:lnTo>
                      <a:lnTo>
                        <a:pt x="29" y="0"/>
                      </a:lnTo>
                      <a:lnTo>
                        <a:pt x="0" y="3"/>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877" name="Freeform 46"/>
                <p:cNvSpPr/>
                <p:nvPr/>
              </p:nvSpPr>
              <p:spPr bwMode="invGray">
                <a:xfrm>
                  <a:off x="4273488" y="2484438"/>
                  <a:ext cx="24295" cy="3611"/>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878" name="Freeform 47"/>
                <p:cNvSpPr/>
                <p:nvPr/>
              </p:nvSpPr>
              <p:spPr bwMode="invGray">
                <a:xfrm>
                  <a:off x="2954466" y="2493466"/>
                  <a:ext cx="23282" cy="5416"/>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879" name="Freeform 48"/>
                <p:cNvSpPr/>
                <p:nvPr/>
              </p:nvSpPr>
              <p:spPr bwMode="invGray">
                <a:xfrm>
                  <a:off x="6012609" y="2437499"/>
                  <a:ext cx="39479" cy="7222"/>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880" name="Freeform 49"/>
                <p:cNvSpPr/>
                <p:nvPr/>
              </p:nvSpPr>
              <p:spPr bwMode="invGray">
                <a:xfrm>
                  <a:off x="3495033" y="2430279"/>
                  <a:ext cx="12148" cy="3611"/>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881" name="Freeform 50"/>
                <p:cNvSpPr/>
                <p:nvPr/>
              </p:nvSpPr>
              <p:spPr bwMode="invGray">
                <a:xfrm>
                  <a:off x="5967055" y="2433890"/>
                  <a:ext cx="45553" cy="5416"/>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882" name="Freeform 51"/>
                <p:cNvSpPr/>
                <p:nvPr/>
              </p:nvSpPr>
              <p:spPr bwMode="invGray">
                <a:xfrm>
                  <a:off x="1151570" y="2480829"/>
                  <a:ext cx="5061" cy="1805"/>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883" name="Freeform 52"/>
                <p:cNvSpPr/>
                <p:nvPr/>
              </p:nvSpPr>
              <p:spPr bwMode="invGray">
                <a:xfrm>
                  <a:off x="628215" y="2424862"/>
                  <a:ext cx="22270" cy="1805"/>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884" name="Freeform 53"/>
                <p:cNvSpPr/>
                <p:nvPr/>
              </p:nvSpPr>
              <p:spPr bwMode="invGray">
                <a:xfrm>
                  <a:off x="6399305" y="2435694"/>
                  <a:ext cx="12148" cy="1805"/>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885" name="Freeform 54"/>
                <p:cNvSpPr/>
                <p:nvPr/>
              </p:nvSpPr>
              <p:spPr bwMode="invGray">
                <a:xfrm>
                  <a:off x="6452958" y="2459163"/>
                  <a:ext cx="5061" cy="3611"/>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886" name="Freeform 55"/>
                <p:cNvSpPr/>
                <p:nvPr/>
              </p:nvSpPr>
              <p:spPr bwMode="invGray">
                <a:xfrm>
                  <a:off x="5847603" y="2471802"/>
                  <a:ext cx="3037" cy="1805"/>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887" name="Freeform 56"/>
                <p:cNvSpPr/>
                <p:nvPr/>
              </p:nvSpPr>
              <p:spPr bwMode="invGray">
                <a:xfrm>
                  <a:off x="6402343" y="2439304"/>
                  <a:ext cx="15184"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888" name="Freeform 57"/>
                <p:cNvSpPr/>
                <p:nvPr/>
              </p:nvSpPr>
              <p:spPr bwMode="invGray">
                <a:xfrm>
                  <a:off x="6414489" y="2435694"/>
                  <a:ext cx="12148" cy="1805"/>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889" name="Freeform 58"/>
                <p:cNvSpPr/>
                <p:nvPr/>
              </p:nvSpPr>
              <p:spPr bwMode="invGray">
                <a:xfrm>
                  <a:off x="6383110" y="2437499"/>
                  <a:ext cx="19233" cy="1805"/>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890" name="Freeform 59"/>
                <p:cNvSpPr/>
                <p:nvPr/>
              </p:nvSpPr>
              <p:spPr bwMode="invGray">
                <a:xfrm>
                  <a:off x="2114263" y="2469996"/>
                  <a:ext cx="13160" cy="3611"/>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891" name="Freeform 60"/>
                <p:cNvSpPr/>
                <p:nvPr/>
              </p:nvSpPr>
              <p:spPr bwMode="invGray">
                <a:xfrm>
                  <a:off x="4942613" y="2491661"/>
                  <a:ext cx="2025" cy="1805"/>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892" name="Freeform 61"/>
                <p:cNvSpPr/>
                <p:nvPr/>
              </p:nvSpPr>
              <p:spPr bwMode="invGray">
                <a:xfrm>
                  <a:off x="4900096" y="2475411"/>
                  <a:ext cx="42516" cy="21664"/>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893" name="Freeform 62"/>
                <p:cNvSpPr>
                  <a:spLocks noEditPoints="1"/>
                </p:cNvSpPr>
                <p:nvPr/>
              </p:nvSpPr>
              <p:spPr bwMode="invGray">
                <a:xfrm>
                  <a:off x="500664" y="2414029"/>
                  <a:ext cx="6098064" cy="9387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894" name="Freeform 63"/>
                <p:cNvSpPr/>
                <p:nvPr/>
              </p:nvSpPr>
              <p:spPr bwMode="invGray">
                <a:xfrm>
                  <a:off x="4292721" y="2480829"/>
                  <a:ext cx="7086" cy="5416"/>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895" name="Freeform 64"/>
                <p:cNvSpPr/>
                <p:nvPr/>
              </p:nvSpPr>
              <p:spPr bwMode="invGray">
                <a:xfrm>
                  <a:off x="2969652" y="2491661"/>
                  <a:ext cx="3037" cy="1805"/>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896" name="Freeform 65"/>
                <p:cNvSpPr/>
                <p:nvPr/>
              </p:nvSpPr>
              <p:spPr bwMode="invGray">
                <a:xfrm>
                  <a:off x="5672478" y="2491661"/>
                  <a:ext cx="16197" cy="3611"/>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897" name="Freeform 66"/>
                <p:cNvSpPr/>
                <p:nvPr/>
              </p:nvSpPr>
              <p:spPr bwMode="invGray">
                <a:xfrm>
                  <a:off x="6497498" y="2435694"/>
                  <a:ext cx="25307" cy="3611"/>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898" name="Freeform 67"/>
                <p:cNvSpPr/>
                <p:nvPr/>
              </p:nvSpPr>
              <p:spPr bwMode="invGray">
                <a:xfrm>
                  <a:off x="6729314" y="2469996"/>
                  <a:ext cx="28344" cy="3611"/>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899" name="Freeform 68"/>
                <p:cNvSpPr/>
                <p:nvPr/>
              </p:nvSpPr>
              <p:spPr bwMode="invGray">
                <a:xfrm>
                  <a:off x="6546090" y="2451943"/>
                  <a:ext cx="38467" cy="9027"/>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2" h="7">
                      <a:moveTo>
                        <a:pt x="0" y="3"/>
                      </a:moveTo>
                      <a:lnTo>
                        <a:pt x="0" y="3"/>
                      </a:lnTo>
                      <a:cubicBezTo>
                        <a:pt x="3" y="7"/>
                        <a:pt x="30" y="6"/>
                        <a:pt x="60" y="5"/>
                      </a:cubicBezTo>
                      <a:lnTo>
                        <a:pt x="54" y="5"/>
                      </a:lnTo>
                      <a:cubicBezTo>
                        <a:pt x="63" y="0"/>
                        <a:pt x="31" y="1"/>
                        <a:pt x="0" y="3"/>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900" name="Freeform 69"/>
                <p:cNvSpPr/>
                <p:nvPr/>
              </p:nvSpPr>
              <p:spPr bwMode="invGray">
                <a:xfrm>
                  <a:off x="6586581" y="2455554"/>
                  <a:ext cx="18221" cy="1805"/>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901" name="Freeform 70"/>
                <p:cNvSpPr/>
                <p:nvPr/>
              </p:nvSpPr>
              <p:spPr bwMode="invGray">
                <a:xfrm>
                  <a:off x="6314273" y="2430279"/>
                  <a:ext cx="65799" cy="14442"/>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902" name="Freeform 71"/>
                <p:cNvSpPr/>
                <p:nvPr/>
              </p:nvSpPr>
              <p:spPr bwMode="invGray">
                <a:xfrm>
                  <a:off x="6544066" y="2466386"/>
                  <a:ext cx="17209" cy="7222"/>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903" name="Freeform 72"/>
                <p:cNvSpPr/>
                <p:nvPr/>
              </p:nvSpPr>
              <p:spPr bwMode="invGray">
                <a:xfrm>
                  <a:off x="6417528" y="2464580"/>
                  <a:ext cx="37455" cy="3611"/>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904" name="Freeform 73"/>
                <p:cNvSpPr/>
                <p:nvPr/>
              </p:nvSpPr>
              <p:spPr bwMode="invGray">
                <a:xfrm>
                  <a:off x="6454980" y="2466385"/>
                  <a:ext cx="23282" cy="1805"/>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905" name="Freeform 74"/>
                <p:cNvSpPr/>
                <p:nvPr/>
              </p:nvSpPr>
              <p:spPr bwMode="invGray">
                <a:xfrm>
                  <a:off x="6492438" y="2473607"/>
                  <a:ext cx="29356"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906" name="Freeform 75"/>
                <p:cNvSpPr/>
                <p:nvPr/>
              </p:nvSpPr>
              <p:spPr bwMode="invGray">
                <a:xfrm>
                  <a:off x="6075373" y="2464580"/>
                  <a:ext cx="39479" cy="5416"/>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907" name="Freeform 76"/>
                <p:cNvSpPr/>
                <p:nvPr/>
              </p:nvSpPr>
              <p:spPr bwMode="invGray">
                <a:xfrm>
                  <a:off x="6189761" y="2477218"/>
                  <a:ext cx="15184" cy="9027"/>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908" name="Freeform 77"/>
                <p:cNvSpPr/>
                <p:nvPr/>
              </p:nvSpPr>
              <p:spPr bwMode="invGray">
                <a:xfrm>
                  <a:off x="6067272" y="2486244"/>
                  <a:ext cx="74910" cy="3611"/>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909" name="Freeform 78"/>
                <p:cNvSpPr/>
                <p:nvPr/>
              </p:nvSpPr>
              <p:spPr bwMode="invGray">
                <a:xfrm>
                  <a:off x="5640085" y="2460969"/>
                  <a:ext cx="7086" cy="12638"/>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910" name="Freeform 79"/>
                <p:cNvSpPr/>
                <p:nvPr/>
              </p:nvSpPr>
              <p:spPr bwMode="invGray">
                <a:xfrm>
                  <a:off x="5212898" y="2493465"/>
                  <a:ext cx="61750" cy="12638"/>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0" h="10">
                      <a:moveTo>
                        <a:pt x="16" y="8"/>
                      </a:moveTo>
                      <a:lnTo>
                        <a:pt x="16" y="8"/>
                      </a:lnTo>
                      <a:cubicBezTo>
                        <a:pt x="78" y="10"/>
                        <a:pt x="31" y="1"/>
                        <a:pt x="86" y="4"/>
                      </a:cubicBezTo>
                      <a:cubicBezTo>
                        <a:pt x="101" y="2"/>
                        <a:pt x="41" y="2"/>
                        <a:pt x="56" y="0"/>
                      </a:cubicBezTo>
                      <a:cubicBezTo>
                        <a:pt x="19" y="2"/>
                        <a:pt x="0" y="1"/>
                        <a:pt x="16" y="8"/>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911" name="Freeform 80"/>
                <p:cNvSpPr/>
                <p:nvPr/>
              </p:nvSpPr>
              <p:spPr bwMode="invGray">
                <a:xfrm>
                  <a:off x="5247315" y="2489855"/>
                  <a:ext cx="11135" cy="3611"/>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912" name="Freeform 81"/>
                <p:cNvSpPr/>
                <p:nvPr/>
              </p:nvSpPr>
              <p:spPr bwMode="invGray">
                <a:xfrm>
                  <a:off x="516861" y="2417641"/>
                  <a:ext cx="24295" cy="5416"/>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913" name="Freeform 82"/>
                <p:cNvSpPr/>
                <p:nvPr/>
              </p:nvSpPr>
              <p:spPr bwMode="invGray">
                <a:xfrm>
                  <a:off x="475357" y="2421251"/>
                  <a:ext cx="19233" cy="7222"/>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914" name="Freeform 83"/>
                <p:cNvSpPr/>
                <p:nvPr/>
              </p:nvSpPr>
              <p:spPr bwMode="invGray">
                <a:xfrm>
                  <a:off x="3745069" y="2500687"/>
                  <a:ext cx="21258" cy="5416"/>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915" name="Freeform 84"/>
                <p:cNvSpPr/>
                <p:nvPr/>
              </p:nvSpPr>
              <p:spPr bwMode="invGray">
                <a:xfrm>
                  <a:off x="3434295" y="2489855"/>
                  <a:ext cx="10123" cy="7222"/>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916" name="Freeform 85"/>
                <p:cNvSpPr/>
                <p:nvPr/>
              </p:nvSpPr>
              <p:spPr bwMode="invGray">
                <a:xfrm>
                  <a:off x="3164011" y="2497076"/>
                  <a:ext cx="38467" cy="9027"/>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2" h="8">
                      <a:moveTo>
                        <a:pt x="5" y="7"/>
                      </a:moveTo>
                      <a:lnTo>
                        <a:pt x="5" y="7"/>
                      </a:lnTo>
                      <a:cubicBezTo>
                        <a:pt x="23" y="8"/>
                        <a:pt x="45" y="6"/>
                        <a:pt x="63" y="7"/>
                      </a:cubicBezTo>
                      <a:cubicBezTo>
                        <a:pt x="23" y="8"/>
                        <a:pt x="0" y="0"/>
                        <a:pt x="5" y="7"/>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grpSp>
          <p:grpSp>
            <p:nvGrpSpPr>
              <p:cNvPr id="768" name="Group 767"/>
              <p:cNvGrpSpPr/>
              <p:nvPr/>
            </p:nvGrpSpPr>
            <p:grpSpPr>
              <a:xfrm rot="16200000" flipH="1">
                <a:off x="6084183" y="4465605"/>
                <a:ext cx="6019927" cy="53645"/>
                <a:chOff x="3489804" y="2452443"/>
                <a:chExt cx="15463222" cy="93878"/>
              </a:xfrm>
              <a:solidFill>
                <a:schemeClr val="accent1"/>
              </a:solidFill>
            </p:grpSpPr>
            <p:sp>
              <p:nvSpPr>
                <p:cNvPr id="769" name="Freeform 768"/>
                <p:cNvSpPr/>
                <p:nvPr/>
              </p:nvSpPr>
              <p:spPr bwMode="invGray">
                <a:xfrm>
                  <a:off x="18912532" y="2483998"/>
                  <a:ext cx="40492" cy="7222"/>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770" name="Freeform 769"/>
                <p:cNvSpPr/>
                <p:nvPr/>
              </p:nvSpPr>
              <p:spPr bwMode="invGray">
                <a:xfrm>
                  <a:off x="18884796" y="2490237"/>
                  <a:ext cx="12148" cy="1805"/>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771" name="Freeform 770"/>
                <p:cNvSpPr/>
                <p:nvPr/>
              </p:nvSpPr>
              <p:spPr bwMode="invGray">
                <a:xfrm>
                  <a:off x="18921290" y="2487412"/>
                  <a:ext cx="25307" cy="9027"/>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772" name="Freeform 15"/>
                <p:cNvSpPr/>
                <p:nvPr/>
              </p:nvSpPr>
              <p:spPr bwMode="invGray">
                <a:xfrm>
                  <a:off x="18615267" y="2484783"/>
                  <a:ext cx="27332" cy="7222"/>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773" name="Freeform 16"/>
                <p:cNvSpPr/>
                <p:nvPr/>
              </p:nvSpPr>
              <p:spPr bwMode="invGray">
                <a:xfrm>
                  <a:off x="18582013" y="2488943"/>
                  <a:ext cx="26320" cy="3611"/>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774" name="Freeform 17"/>
                <p:cNvSpPr/>
                <p:nvPr/>
              </p:nvSpPr>
              <p:spPr bwMode="invGray">
                <a:xfrm>
                  <a:off x="18881204" y="2492357"/>
                  <a:ext cx="49602" cy="5416"/>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775" name="Freeform 18"/>
                <p:cNvSpPr/>
                <p:nvPr/>
              </p:nvSpPr>
              <p:spPr bwMode="invGray">
                <a:xfrm>
                  <a:off x="18369474" y="2482429"/>
                  <a:ext cx="25307" cy="7222"/>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776" name="Freeform 19"/>
                <p:cNvSpPr/>
                <p:nvPr/>
              </p:nvSpPr>
              <p:spPr bwMode="invGray">
                <a:xfrm>
                  <a:off x="18158355" y="2481643"/>
                  <a:ext cx="58713" cy="7222"/>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777" name="Freeform 20"/>
                <p:cNvSpPr/>
                <p:nvPr/>
              </p:nvSpPr>
              <p:spPr bwMode="invGray">
                <a:xfrm>
                  <a:off x="18083442" y="2484509"/>
                  <a:ext cx="22270" cy="5416"/>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778" name="Freeform 21"/>
                <p:cNvSpPr/>
                <p:nvPr/>
              </p:nvSpPr>
              <p:spPr bwMode="invGray">
                <a:xfrm>
                  <a:off x="18433049" y="2486352"/>
                  <a:ext cx="19233" cy="7222"/>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779" name="Freeform 22"/>
                <p:cNvSpPr/>
                <p:nvPr/>
              </p:nvSpPr>
              <p:spPr bwMode="invGray">
                <a:xfrm>
                  <a:off x="18407081" y="2490238"/>
                  <a:ext cx="22270" cy="1805"/>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780" name="Freeform 23"/>
                <p:cNvSpPr/>
                <p:nvPr/>
              </p:nvSpPr>
              <p:spPr bwMode="invGray">
                <a:xfrm>
                  <a:off x="18466758" y="2491532"/>
                  <a:ext cx="3037"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781" name="Freeform 24"/>
                <p:cNvSpPr/>
                <p:nvPr/>
              </p:nvSpPr>
              <p:spPr bwMode="invGray">
                <a:xfrm>
                  <a:off x="18641082" y="2490316"/>
                  <a:ext cx="45553" cy="12638"/>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782" name="Freeform 25"/>
                <p:cNvSpPr/>
                <p:nvPr/>
              </p:nvSpPr>
              <p:spPr bwMode="invGray">
                <a:xfrm>
                  <a:off x="18518132" y="2490788"/>
                  <a:ext cx="28344" cy="5416"/>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783" name="Freeform 26"/>
                <p:cNvSpPr/>
                <p:nvPr/>
              </p:nvSpPr>
              <p:spPr bwMode="invGray">
                <a:xfrm>
                  <a:off x="18477995" y="2492867"/>
                  <a:ext cx="13160" cy="3611"/>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784" name="Freeform 27"/>
                <p:cNvSpPr/>
                <p:nvPr/>
              </p:nvSpPr>
              <p:spPr bwMode="invGray">
                <a:xfrm>
                  <a:off x="18120798" y="2488433"/>
                  <a:ext cx="54664" cy="5416"/>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785" name="Freeform 28"/>
                <p:cNvSpPr/>
                <p:nvPr/>
              </p:nvSpPr>
              <p:spPr bwMode="invGray">
                <a:xfrm>
                  <a:off x="18299119" y="2490237"/>
                  <a:ext cx="3037" cy="1805"/>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786" name="Freeform 29"/>
                <p:cNvSpPr/>
                <p:nvPr/>
              </p:nvSpPr>
              <p:spPr bwMode="invGray">
                <a:xfrm>
                  <a:off x="17763601" y="2491533"/>
                  <a:ext cx="3037"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787" name="Freeform 30"/>
                <p:cNvSpPr/>
                <p:nvPr/>
              </p:nvSpPr>
              <p:spPr bwMode="invGray">
                <a:xfrm>
                  <a:off x="18208465" y="2490512"/>
                  <a:ext cx="28344" cy="3611"/>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788" name="Freeform 31"/>
                <p:cNvSpPr/>
                <p:nvPr/>
              </p:nvSpPr>
              <p:spPr bwMode="invGray">
                <a:xfrm>
                  <a:off x="17991324" y="2487373"/>
                  <a:ext cx="20246" cy="3611"/>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789" name="Freeform 32"/>
                <p:cNvSpPr/>
                <p:nvPr/>
              </p:nvSpPr>
              <p:spPr bwMode="invGray">
                <a:xfrm>
                  <a:off x="18288135" y="2489964"/>
                  <a:ext cx="4049"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790" name="Freeform 33"/>
                <p:cNvSpPr/>
                <p:nvPr/>
              </p:nvSpPr>
              <p:spPr bwMode="invGray">
                <a:xfrm>
                  <a:off x="18267077" y="2488942"/>
                  <a:ext cx="18221" cy="3611"/>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791" name="Freeform 34"/>
                <p:cNvSpPr/>
                <p:nvPr/>
              </p:nvSpPr>
              <p:spPr bwMode="invGray">
                <a:xfrm>
                  <a:off x="17658324" y="2481839"/>
                  <a:ext cx="120463" cy="34302"/>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792" name="Freeform 35"/>
                <p:cNvSpPr/>
                <p:nvPr/>
              </p:nvSpPr>
              <p:spPr bwMode="invGray">
                <a:xfrm>
                  <a:off x="17808094" y="2486352"/>
                  <a:ext cx="60738" cy="7222"/>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793" name="Freeform 36"/>
                <p:cNvSpPr/>
                <p:nvPr/>
              </p:nvSpPr>
              <p:spPr bwMode="invGray">
                <a:xfrm>
                  <a:off x="17964241" y="2484861"/>
                  <a:ext cx="86045" cy="18053"/>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794" name="Freeform 37"/>
                <p:cNvSpPr/>
                <p:nvPr/>
              </p:nvSpPr>
              <p:spPr bwMode="invGray">
                <a:xfrm>
                  <a:off x="18606106" y="2502796"/>
                  <a:ext cx="6074" cy="1805"/>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795" name="Freeform 38"/>
                <p:cNvSpPr/>
                <p:nvPr/>
              </p:nvSpPr>
              <p:spPr bwMode="invGray">
                <a:xfrm>
                  <a:off x="18548404" y="2492946"/>
                  <a:ext cx="74910" cy="14442"/>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796" name="Freeform 39"/>
                <p:cNvSpPr/>
                <p:nvPr/>
              </p:nvSpPr>
              <p:spPr bwMode="invGray">
                <a:xfrm>
                  <a:off x="18221323" y="2495772"/>
                  <a:ext cx="44541" cy="7222"/>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797" name="Freeform 40"/>
                <p:cNvSpPr/>
                <p:nvPr/>
              </p:nvSpPr>
              <p:spPr bwMode="invGray">
                <a:xfrm>
                  <a:off x="17721540" y="2485057"/>
                  <a:ext cx="24295" cy="9027"/>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798" name="Freeform 41"/>
                <p:cNvSpPr/>
                <p:nvPr/>
              </p:nvSpPr>
              <p:spPr bwMode="invGray">
                <a:xfrm>
                  <a:off x="17600871" y="2487371"/>
                  <a:ext cx="14172" cy="3611"/>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799" name="Freeform 42"/>
                <p:cNvSpPr/>
                <p:nvPr/>
              </p:nvSpPr>
              <p:spPr bwMode="invGray">
                <a:xfrm>
                  <a:off x="10342797" y="2511431"/>
                  <a:ext cx="13160" cy="1805"/>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800" name="Freeform 43"/>
                <p:cNvSpPr/>
                <p:nvPr/>
              </p:nvSpPr>
              <p:spPr bwMode="invGray">
                <a:xfrm>
                  <a:off x="10571025" y="2510645"/>
                  <a:ext cx="6074" cy="1805"/>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801" name="Freeform 44"/>
                <p:cNvSpPr/>
                <p:nvPr/>
              </p:nvSpPr>
              <p:spPr bwMode="invGray">
                <a:xfrm>
                  <a:off x="14397237" y="2480621"/>
                  <a:ext cx="39479" cy="10833"/>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802" name="Freeform 45"/>
                <p:cNvSpPr/>
                <p:nvPr/>
              </p:nvSpPr>
              <p:spPr bwMode="invGray">
                <a:xfrm>
                  <a:off x="12311200" y="2497851"/>
                  <a:ext cx="18221" cy="5416"/>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8" h="4">
                      <a:moveTo>
                        <a:pt x="0" y="3"/>
                      </a:moveTo>
                      <a:lnTo>
                        <a:pt x="0" y="3"/>
                      </a:lnTo>
                      <a:lnTo>
                        <a:pt x="9" y="4"/>
                      </a:lnTo>
                      <a:lnTo>
                        <a:pt x="29" y="0"/>
                      </a:lnTo>
                      <a:lnTo>
                        <a:pt x="0" y="3"/>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803" name="Freeform 46"/>
                <p:cNvSpPr/>
                <p:nvPr/>
              </p:nvSpPr>
              <p:spPr bwMode="invGray">
                <a:xfrm>
                  <a:off x="12229002" y="2508565"/>
                  <a:ext cx="24295" cy="3611"/>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804" name="Freeform 47"/>
                <p:cNvSpPr/>
                <p:nvPr/>
              </p:nvSpPr>
              <p:spPr bwMode="invGray">
                <a:xfrm>
                  <a:off x="9194524" y="2511980"/>
                  <a:ext cx="23282" cy="5416"/>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805" name="Freeform 48"/>
                <p:cNvSpPr/>
                <p:nvPr/>
              </p:nvSpPr>
              <p:spPr bwMode="invGray">
                <a:xfrm>
                  <a:off x="16238948" y="2487136"/>
                  <a:ext cx="39479" cy="7222"/>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806" name="Freeform 49"/>
                <p:cNvSpPr/>
                <p:nvPr/>
              </p:nvSpPr>
              <p:spPr bwMode="invGray">
                <a:xfrm>
                  <a:off x="10430617" y="2485017"/>
                  <a:ext cx="12148" cy="3611"/>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807" name="Freeform 50"/>
                <p:cNvSpPr/>
                <p:nvPr/>
              </p:nvSpPr>
              <p:spPr bwMode="invGray">
                <a:xfrm>
                  <a:off x="16138120" y="2486078"/>
                  <a:ext cx="45553" cy="5416"/>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808" name="Freeform 51"/>
                <p:cNvSpPr/>
                <p:nvPr/>
              </p:nvSpPr>
              <p:spPr bwMode="invGray">
                <a:xfrm>
                  <a:off x="5035918" y="2507506"/>
                  <a:ext cx="5061" cy="1805"/>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809" name="Freeform 52"/>
                <p:cNvSpPr/>
                <p:nvPr/>
              </p:nvSpPr>
              <p:spPr bwMode="invGray">
                <a:xfrm>
                  <a:off x="3843356" y="2483174"/>
                  <a:ext cx="22270" cy="1805"/>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810" name="Freeform 53"/>
                <p:cNvSpPr/>
                <p:nvPr/>
              </p:nvSpPr>
              <p:spPr bwMode="invGray">
                <a:xfrm>
                  <a:off x="17110607" y="2487883"/>
                  <a:ext cx="12148" cy="1805"/>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811" name="Freeform 54"/>
                <p:cNvSpPr/>
                <p:nvPr/>
              </p:nvSpPr>
              <p:spPr bwMode="invGray">
                <a:xfrm>
                  <a:off x="17229399" y="2497576"/>
                  <a:ext cx="5061" cy="3611"/>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812" name="Freeform 55"/>
                <p:cNvSpPr/>
                <p:nvPr/>
              </p:nvSpPr>
              <p:spPr bwMode="invGray">
                <a:xfrm>
                  <a:off x="15835740" y="2503581"/>
                  <a:ext cx="3037" cy="1805"/>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813" name="Freeform 56"/>
                <p:cNvSpPr/>
                <p:nvPr/>
              </p:nvSpPr>
              <p:spPr bwMode="invGray">
                <a:xfrm>
                  <a:off x="17119563" y="2489963"/>
                  <a:ext cx="15184"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814" name="Freeform 57"/>
                <p:cNvSpPr/>
                <p:nvPr/>
              </p:nvSpPr>
              <p:spPr bwMode="invGray">
                <a:xfrm>
                  <a:off x="17145530" y="2487883"/>
                  <a:ext cx="12148" cy="1805"/>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815" name="Freeform 58"/>
                <p:cNvSpPr/>
                <p:nvPr/>
              </p:nvSpPr>
              <p:spPr bwMode="invGray">
                <a:xfrm>
                  <a:off x="17077958" y="2488667"/>
                  <a:ext cx="19233" cy="1805"/>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816" name="Freeform 59"/>
                <p:cNvSpPr/>
                <p:nvPr/>
              </p:nvSpPr>
              <p:spPr bwMode="invGray">
                <a:xfrm>
                  <a:off x="7255426" y="2502287"/>
                  <a:ext cx="13160" cy="3611"/>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817" name="Freeform 60"/>
                <p:cNvSpPr/>
                <p:nvPr/>
              </p:nvSpPr>
              <p:spPr bwMode="invGray">
                <a:xfrm>
                  <a:off x="13753553" y="2512216"/>
                  <a:ext cx="2025" cy="1805"/>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818" name="Freeform 61"/>
                <p:cNvSpPr/>
                <p:nvPr/>
              </p:nvSpPr>
              <p:spPr bwMode="invGray">
                <a:xfrm>
                  <a:off x="13682083" y="2499539"/>
                  <a:ext cx="42516" cy="21664"/>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819" name="Freeform 62"/>
                <p:cNvSpPr>
                  <a:spLocks noEditPoints="1"/>
                </p:cNvSpPr>
                <p:nvPr/>
              </p:nvSpPr>
              <p:spPr bwMode="invGray">
                <a:xfrm>
                  <a:off x="7499418" y="2452443"/>
                  <a:ext cx="6098064" cy="9387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820" name="Freeform 63"/>
                <p:cNvSpPr/>
                <p:nvPr/>
              </p:nvSpPr>
              <p:spPr bwMode="invGray">
                <a:xfrm>
                  <a:off x="12262054" y="2506486"/>
                  <a:ext cx="7086" cy="5416"/>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821" name="Freeform 64"/>
                <p:cNvSpPr/>
                <p:nvPr/>
              </p:nvSpPr>
              <p:spPr bwMode="invGray">
                <a:xfrm>
                  <a:off x="9216288" y="2512214"/>
                  <a:ext cx="3037" cy="1805"/>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822" name="Freeform 65"/>
                <p:cNvSpPr/>
                <p:nvPr/>
              </p:nvSpPr>
              <p:spPr bwMode="invGray">
                <a:xfrm>
                  <a:off x="15441496" y="2511705"/>
                  <a:ext cx="16197" cy="3611"/>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823" name="Freeform 66"/>
                <p:cNvSpPr/>
                <p:nvPr/>
              </p:nvSpPr>
              <p:spPr bwMode="invGray">
                <a:xfrm>
                  <a:off x="17345006" y="2487372"/>
                  <a:ext cx="25307" cy="3611"/>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824" name="Freeform 67"/>
                <p:cNvSpPr/>
                <p:nvPr/>
              </p:nvSpPr>
              <p:spPr bwMode="invGray">
                <a:xfrm>
                  <a:off x="17880171" y="2502285"/>
                  <a:ext cx="28344" cy="3611"/>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825" name="Freeform 68"/>
                <p:cNvSpPr/>
                <p:nvPr/>
              </p:nvSpPr>
              <p:spPr bwMode="invGray">
                <a:xfrm>
                  <a:off x="17465320" y="2492906"/>
                  <a:ext cx="38467" cy="9027"/>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2" h="7">
                      <a:moveTo>
                        <a:pt x="0" y="3"/>
                      </a:moveTo>
                      <a:lnTo>
                        <a:pt x="0" y="3"/>
                      </a:lnTo>
                      <a:cubicBezTo>
                        <a:pt x="3" y="7"/>
                        <a:pt x="30" y="6"/>
                        <a:pt x="60" y="5"/>
                      </a:cubicBezTo>
                      <a:lnTo>
                        <a:pt x="54" y="5"/>
                      </a:lnTo>
                      <a:cubicBezTo>
                        <a:pt x="63" y="0"/>
                        <a:pt x="31" y="1"/>
                        <a:pt x="0" y="3"/>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826" name="Freeform 69"/>
                <p:cNvSpPr/>
                <p:nvPr/>
              </p:nvSpPr>
              <p:spPr bwMode="invGray">
                <a:xfrm>
                  <a:off x="17545293" y="2496517"/>
                  <a:ext cx="18221" cy="1805"/>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827" name="Freeform 70"/>
                <p:cNvSpPr/>
                <p:nvPr/>
              </p:nvSpPr>
              <p:spPr bwMode="invGray">
                <a:xfrm>
                  <a:off x="16949899" y="2481956"/>
                  <a:ext cx="65799" cy="14442"/>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828" name="Freeform 71"/>
                <p:cNvSpPr/>
                <p:nvPr/>
              </p:nvSpPr>
              <p:spPr bwMode="invGray">
                <a:xfrm>
                  <a:off x="17446847" y="2499697"/>
                  <a:ext cx="17209" cy="7222"/>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829" name="Freeform 72"/>
                <p:cNvSpPr/>
                <p:nvPr/>
              </p:nvSpPr>
              <p:spPr bwMode="invGray">
                <a:xfrm>
                  <a:off x="17168968" y="2499930"/>
                  <a:ext cx="37455" cy="3611"/>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830" name="Freeform 73"/>
                <p:cNvSpPr/>
                <p:nvPr/>
              </p:nvSpPr>
              <p:spPr bwMode="invGray">
                <a:xfrm>
                  <a:off x="17245901" y="2501225"/>
                  <a:ext cx="23282" cy="1805"/>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831" name="Freeform 74"/>
                <p:cNvSpPr/>
                <p:nvPr/>
              </p:nvSpPr>
              <p:spPr bwMode="invGray">
                <a:xfrm>
                  <a:off x="17335999" y="2504876"/>
                  <a:ext cx="29356"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832" name="Freeform 75"/>
                <p:cNvSpPr/>
                <p:nvPr/>
              </p:nvSpPr>
              <p:spPr bwMode="invGray">
                <a:xfrm>
                  <a:off x="16383307" y="2499420"/>
                  <a:ext cx="39479" cy="5416"/>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833" name="Freeform 76"/>
                <p:cNvSpPr/>
                <p:nvPr/>
              </p:nvSpPr>
              <p:spPr bwMode="invGray">
                <a:xfrm>
                  <a:off x="16630611" y="2503895"/>
                  <a:ext cx="15184" cy="9027"/>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834" name="Freeform 77"/>
                <p:cNvSpPr/>
                <p:nvPr/>
              </p:nvSpPr>
              <p:spPr bwMode="invGray">
                <a:xfrm>
                  <a:off x="16387708" y="2509350"/>
                  <a:ext cx="74910" cy="3611"/>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835" name="Freeform 78"/>
                <p:cNvSpPr/>
                <p:nvPr/>
              </p:nvSpPr>
              <p:spPr bwMode="invGray">
                <a:xfrm>
                  <a:off x="15361064" y="2495809"/>
                  <a:ext cx="7086" cy="12638"/>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836" name="Freeform 79"/>
                <p:cNvSpPr/>
                <p:nvPr/>
              </p:nvSpPr>
              <p:spPr bwMode="invGray">
                <a:xfrm>
                  <a:off x="14414041" y="2509938"/>
                  <a:ext cx="61750" cy="12638"/>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0" h="10">
                      <a:moveTo>
                        <a:pt x="16" y="8"/>
                      </a:moveTo>
                      <a:lnTo>
                        <a:pt x="16" y="8"/>
                      </a:lnTo>
                      <a:cubicBezTo>
                        <a:pt x="78" y="10"/>
                        <a:pt x="31" y="1"/>
                        <a:pt x="86" y="4"/>
                      </a:cubicBezTo>
                      <a:cubicBezTo>
                        <a:pt x="101" y="2"/>
                        <a:pt x="41" y="2"/>
                        <a:pt x="56" y="0"/>
                      </a:cubicBezTo>
                      <a:cubicBezTo>
                        <a:pt x="19" y="2"/>
                        <a:pt x="0" y="1"/>
                        <a:pt x="16" y="8"/>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837" name="Freeform 80"/>
                <p:cNvSpPr/>
                <p:nvPr/>
              </p:nvSpPr>
              <p:spPr bwMode="invGray">
                <a:xfrm>
                  <a:off x="14460302" y="2510921"/>
                  <a:ext cx="11135" cy="3611"/>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838" name="Freeform 81"/>
                <p:cNvSpPr/>
                <p:nvPr/>
              </p:nvSpPr>
              <p:spPr bwMode="invGray">
                <a:xfrm>
                  <a:off x="3588556" y="2479013"/>
                  <a:ext cx="24295" cy="5416"/>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839" name="Freeform 82"/>
                <p:cNvSpPr/>
                <p:nvPr/>
              </p:nvSpPr>
              <p:spPr bwMode="invGray">
                <a:xfrm>
                  <a:off x="3489804" y="2480073"/>
                  <a:ext cx="19233" cy="7222"/>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840" name="Freeform 83"/>
                <p:cNvSpPr/>
                <p:nvPr/>
              </p:nvSpPr>
              <p:spPr bwMode="invGray">
                <a:xfrm>
                  <a:off x="11011640" y="2515119"/>
                  <a:ext cx="21258" cy="5416"/>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841" name="Freeform 84"/>
                <p:cNvSpPr/>
                <p:nvPr/>
              </p:nvSpPr>
              <p:spPr bwMode="invGray">
                <a:xfrm>
                  <a:off x="10289601" y="2509901"/>
                  <a:ext cx="10123" cy="7222"/>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842" name="Freeform 85"/>
                <p:cNvSpPr/>
                <p:nvPr/>
              </p:nvSpPr>
              <p:spPr bwMode="invGray">
                <a:xfrm>
                  <a:off x="9686361" y="2512529"/>
                  <a:ext cx="38467" cy="9027"/>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2" h="8">
                      <a:moveTo>
                        <a:pt x="5" y="7"/>
                      </a:moveTo>
                      <a:lnTo>
                        <a:pt x="5" y="7"/>
                      </a:lnTo>
                      <a:cubicBezTo>
                        <a:pt x="23" y="8"/>
                        <a:pt x="45" y="6"/>
                        <a:pt x="63" y="7"/>
                      </a:cubicBezTo>
                      <a:cubicBezTo>
                        <a:pt x="23" y="8"/>
                        <a:pt x="0" y="0"/>
                        <a:pt x="5" y="7"/>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grpSp>
        </p:grpSp>
        <p:grpSp>
          <p:nvGrpSpPr>
            <p:cNvPr id="616" name="Group 615"/>
            <p:cNvGrpSpPr/>
            <p:nvPr/>
          </p:nvGrpSpPr>
          <p:grpSpPr>
            <a:xfrm rot="10800000">
              <a:off x="7221771" y="3078374"/>
              <a:ext cx="3376044" cy="6019927"/>
              <a:chOff x="2424956" y="-2175050"/>
              <a:chExt cx="3376044" cy="6019927"/>
            </a:xfrm>
          </p:grpSpPr>
          <p:grpSp>
            <p:nvGrpSpPr>
              <p:cNvPr id="617" name="Group 616"/>
              <p:cNvGrpSpPr/>
              <p:nvPr/>
            </p:nvGrpSpPr>
            <p:grpSpPr>
              <a:xfrm flipH="1">
                <a:off x="2424956" y="-2148499"/>
                <a:ext cx="3376043" cy="80467"/>
                <a:chOff x="7120121" y="-1853069"/>
                <a:chExt cx="6739858" cy="93878"/>
              </a:xfrm>
              <a:solidFill>
                <a:schemeClr val="accent1"/>
              </a:solidFill>
            </p:grpSpPr>
            <p:sp>
              <p:nvSpPr>
                <p:cNvPr id="693" name="Freeform 692"/>
                <p:cNvSpPr/>
                <p:nvPr/>
              </p:nvSpPr>
              <p:spPr bwMode="invGray">
                <a:xfrm>
                  <a:off x="13819487" y="-1836819"/>
                  <a:ext cx="40492" cy="7222"/>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694" name="Freeform 693"/>
                <p:cNvSpPr/>
                <p:nvPr/>
              </p:nvSpPr>
              <p:spPr bwMode="invGray">
                <a:xfrm>
                  <a:off x="13815437" y="-1825988"/>
                  <a:ext cx="12148" cy="1805"/>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695" name="Freeform 694"/>
                <p:cNvSpPr/>
                <p:nvPr/>
              </p:nvSpPr>
              <p:spPr bwMode="invGray">
                <a:xfrm>
                  <a:off x="13827585" y="-1827794"/>
                  <a:ext cx="25307" cy="9027"/>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696" name="Freeform 15"/>
                <p:cNvSpPr/>
                <p:nvPr/>
              </p:nvSpPr>
              <p:spPr bwMode="invGray">
                <a:xfrm>
                  <a:off x="13693963" y="-1835015"/>
                  <a:ext cx="27332" cy="7222"/>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697" name="Freeform 16"/>
                <p:cNvSpPr/>
                <p:nvPr/>
              </p:nvSpPr>
              <p:spPr bwMode="invGray">
                <a:xfrm>
                  <a:off x="13679794" y="-1827793"/>
                  <a:ext cx="26320" cy="3611"/>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698" name="Freeform 17"/>
                <p:cNvSpPr/>
                <p:nvPr/>
              </p:nvSpPr>
              <p:spPr bwMode="invGray">
                <a:xfrm>
                  <a:off x="13803289" y="-1818766"/>
                  <a:ext cx="49602" cy="5416"/>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699" name="Freeform 18"/>
                <p:cNvSpPr/>
                <p:nvPr/>
              </p:nvSpPr>
              <p:spPr bwMode="invGray">
                <a:xfrm>
                  <a:off x="13587673" y="-1840430"/>
                  <a:ext cx="25307" cy="7222"/>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700" name="Freeform 19"/>
                <p:cNvSpPr/>
                <p:nvPr/>
              </p:nvSpPr>
              <p:spPr bwMode="invGray">
                <a:xfrm>
                  <a:off x="13486440" y="-1842236"/>
                  <a:ext cx="58713" cy="7222"/>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701" name="Freeform 20"/>
                <p:cNvSpPr/>
                <p:nvPr/>
              </p:nvSpPr>
              <p:spPr bwMode="invGray">
                <a:xfrm>
                  <a:off x="13464172" y="-1836820"/>
                  <a:ext cx="22270" cy="5416"/>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702" name="Freeform 21"/>
                <p:cNvSpPr/>
                <p:nvPr/>
              </p:nvSpPr>
              <p:spPr bwMode="invGray">
                <a:xfrm>
                  <a:off x="13617029" y="-1831404"/>
                  <a:ext cx="19233" cy="7222"/>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703" name="Freeform 22"/>
                <p:cNvSpPr/>
                <p:nvPr/>
              </p:nvSpPr>
              <p:spPr bwMode="invGray">
                <a:xfrm>
                  <a:off x="13604884" y="-1825989"/>
                  <a:ext cx="22270" cy="1805"/>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704" name="Freeform 23"/>
                <p:cNvSpPr/>
                <p:nvPr/>
              </p:nvSpPr>
              <p:spPr bwMode="invGray">
                <a:xfrm>
                  <a:off x="13636261" y="-1824182"/>
                  <a:ext cx="3037"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705" name="Freeform 24"/>
                <p:cNvSpPr/>
                <p:nvPr/>
              </p:nvSpPr>
              <p:spPr bwMode="invGray">
                <a:xfrm>
                  <a:off x="13700040" y="-1818767"/>
                  <a:ext cx="45553" cy="12638"/>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706" name="Freeform 25"/>
                <p:cNvSpPr/>
                <p:nvPr/>
              </p:nvSpPr>
              <p:spPr bwMode="invGray">
                <a:xfrm>
                  <a:off x="13651449" y="-1822377"/>
                  <a:ext cx="28344" cy="5416"/>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707" name="Freeform 26"/>
                <p:cNvSpPr/>
                <p:nvPr/>
              </p:nvSpPr>
              <p:spPr bwMode="invGray">
                <a:xfrm>
                  <a:off x="13638287" y="-1818766"/>
                  <a:ext cx="13160" cy="3611"/>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708" name="Freeform 27"/>
                <p:cNvSpPr/>
                <p:nvPr/>
              </p:nvSpPr>
              <p:spPr bwMode="invGray">
                <a:xfrm>
                  <a:off x="13471258" y="-1827794"/>
                  <a:ext cx="54664" cy="5416"/>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709" name="Freeform 28"/>
                <p:cNvSpPr/>
                <p:nvPr/>
              </p:nvSpPr>
              <p:spPr bwMode="invGray">
                <a:xfrm>
                  <a:off x="13563377" y="-1825989"/>
                  <a:ext cx="3037" cy="1805"/>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710" name="Freeform 29"/>
                <p:cNvSpPr/>
                <p:nvPr/>
              </p:nvSpPr>
              <p:spPr bwMode="invGray">
                <a:xfrm>
                  <a:off x="13330549" y="-1824182"/>
                  <a:ext cx="3037"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711" name="Freeform 30"/>
                <p:cNvSpPr/>
                <p:nvPr/>
              </p:nvSpPr>
              <p:spPr bwMode="invGray">
                <a:xfrm>
                  <a:off x="13516811" y="-1824183"/>
                  <a:ext cx="28344" cy="3611"/>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712" name="Freeform 31"/>
                <p:cNvSpPr/>
                <p:nvPr/>
              </p:nvSpPr>
              <p:spPr bwMode="invGray">
                <a:xfrm>
                  <a:off x="13424697" y="-1831405"/>
                  <a:ext cx="20246" cy="3611"/>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713" name="Freeform 32"/>
                <p:cNvSpPr/>
                <p:nvPr/>
              </p:nvSpPr>
              <p:spPr bwMode="invGray">
                <a:xfrm>
                  <a:off x="13558317" y="-1827793"/>
                  <a:ext cx="4049"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714" name="Freeform 33"/>
                <p:cNvSpPr/>
                <p:nvPr/>
              </p:nvSpPr>
              <p:spPr bwMode="invGray">
                <a:xfrm>
                  <a:off x="13545155" y="-1827794"/>
                  <a:ext cx="18221" cy="3611"/>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715" name="Freeform 34"/>
                <p:cNvSpPr/>
                <p:nvPr/>
              </p:nvSpPr>
              <p:spPr bwMode="invGray">
                <a:xfrm>
                  <a:off x="13251594" y="-1824182"/>
                  <a:ext cx="120463" cy="34302"/>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716" name="Freeform 35"/>
                <p:cNvSpPr/>
                <p:nvPr/>
              </p:nvSpPr>
              <p:spPr bwMode="invGray">
                <a:xfrm>
                  <a:off x="13333585" y="-1831404"/>
                  <a:ext cx="60738" cy="7222"/>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717" name="Freeform 36"/>
                <p:cNvSpPr/>
                <p:nvPr/>
              </p:nvSpPr>
              <p:spPr bwMode="invGray">
                <a:xfrm>
                  <a:off x="13394324" y="-1827793"/>
                  <a:ext cx="86045" cy="18053"/>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718" name="Freeform 37"/>
                <p:cNvSpPr/>
                <p:nvPr/>
              </p:nvSpPr>
              <p:spPr bwMode="invGray">
                <a:xfrm>
                  <a:off x="13695987" y="-1797102"/>
                  <a:ext cx="6074" cy="1805"/>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719" name="Freeform 38"/>
                <p:cNvSpPr/>
                <p:nvPr/>
              </p:nvSpPr>
              <p:spPr bwMode="invGray">
                <a:xfrm>
                  <a:off x="13651447" y="-1811544"/>
                  <a:ext cx="74910" cy="14442"/>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720" name="Freeform 39"/>
                <p:cNvSpPr/>
                <p:nvPr/>
              </p:nvSpPr>
              <p:spPr bwMode="invGray">
                <a:xfrm>
                  <a:off x="13517823" y="-1809740"/>
                  <a:ext cx="44541" cy="7222"/>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721" name="Freeform 40"/>
                <p:cNvSpPr/>
                <p:nvPr/>
              </p:nvSpPr>
              <p:spPr bwMode="invGray">
                <a:xfrm>
                  <a:off x="13306253" y="-1833209"/>
                  <a:ext cx="24295" cy="9027"/>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722" name="Freeform 41"/>
                <p:cNvSpPr/>
                <p:nvPr/>
              </p:nvSpPr>
              <p:spPr bwMode="invGray">
                <a:xfrm>
                  <a:off x="13256654" y="-1831405"/>
                  <a:ext cx="14172" cy="3611"/>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723" name="Freeform 42"/>
                <p:cNvSpPr/>
                <p:nvPr/>
              </p:nvSpPr>
              <p:spPr bwMode="invGray">
                <a:xfrm>
                  <a:off x="10101329" y="-1777244"/>
                  <a:ext cx="13160" cy="1805"/>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724" name="Freeform 43"/>
                <p:cNvSpPr/>
                <p:nvPr/>
              </p:nvSpPr>
              <p:spPr bwMode="invGray">
                <a:xfrm>
                  <a:off x="10202558" y="-1779049"/>
                  <a:ext cx="6074" cy="1805"/>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725" name="Freeform 44"/>
                <p:cNvSpPr/>
                <p:nvPr/>
              </p:nvSpPr>
              <p:spPr bwMode="invGray">
                <a:xfrm>
                  <a:off x="11856649" y="-1842236"/>
                  <a:ext cx="39479" cy="10833"/>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726" name="Freeform 45"/>
                <p:cNvSpPr/>
                <p:nvPr/>
              </p:nvSpPr>
              <p:spPr bwMode="invGray">
                <a:xfrm>
                  <a:off x="10955704" y="-1806130"/>
                  <a:ext cx="18221" cy="5416"/>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8" h="4">
                      <a:moveTo>
                        <a:pt x="0" y="3"/>
                      </a:moveTo>
                      <a:lnTo>
                        <a:pt x="0" y="3"/>
                      </a:lnTo>
                      <a:lnTo>
                        <a:pt x="9" y="4"/>
                      </a:lnTo>
                      <a:lnTo>
                        <a:pt x="29" y="0"/>
                      </a:lnTo>
                      <a:lnTo>
                        <a:pt x="0" y="3"/>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727" name="Freeform 46"/>
                <p:cNvSpPr/>
                <p:nvPr/>
              </p:nvSpPr>
              <p:spPr bwMode="invGray">
                <a:xfrm>
                  <a:off x="10918251" y="-1782660"/>
                  <a:ext cx="24295" cy="3611"/>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728" name="Freeform 47"/>
                <p:cNvSpPr/>
                <p:nvPr/>
              </p:nvSpPr>
              <p:spPr bwMode="invGray">
                <a:xfrm>
                  <a:off x="9599230" y="-1773633"/>
                  <a:ext cx="23282" cy="5416"/>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729" name="Freeform 48"/>
                <p:cNvSpPr/>
                <p:nvPr/>
              </p:nvSpPr>
              <p:spPr bwMode="invGray">
                <a:xfrm>
                  <a:off x="12657374" y="-1829599"/>
                  <a:ext cx="39479" cy="7222"/>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730" name="Freeform 49"/>
                <p:cNvSpPr/>
                <p:nvPr/>
              </p:nvSpPr>
              <p:spPr bwMode="invGray">
                <a:xfrm>
                  <a:off x="10139794" y="-1836820"/>
                  <a:ext cx="12148" cy="3611"/>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731" name="Freeform 50"/>
                <p:cNvSpPr/>
                <p:nvPr/>
              </p:nvSpPr>
              <p:spPr bwMode="invGray">
                <a:xfrm>
                  <a:off x="12611818" y="-1833209"/>
                  <a:ext cx="45553" cy="5416"/>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732" name="Freeform 51"/>
                <p:cNvSpPr/>
                <p:nvPr/>
              </p:nvSpPr>
              <p:spPr bwMode="invGray">
                <a:xfrm>
                  <a:off x="7796333" y="-1786269"/>
                  <a:ext cx="5061" cy="1805"/>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733" name="Freeform 52"/>
                <p:cNvSpPr/>
                <p:nvPr/>
              </p:nvSpPr>
              <p:spPr bwMode="invGray">
                <a:xfrm>
                  <a:off x="7272976" y="-1842236"/>
                  <a:ext cx="22270" cy="1805"/>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734" name="Freeform 53"/>
                <p:cNvSpPr/>
                <p:nvPr/>
              </p:nvSpPr>
              <p:spPr bwMode="invGray">
                <a:xfrm>
                  <a:off x="13044070" y="-1831404"/>
                  <a:ext cx="12148" cy="1805"/>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735" name="Freeform 54"/>
                <p:cNvSpPr/>
                <p:nvPr/>
              </p:nvSpPr>
              <p:spPr bwMode="invGray">
                <a:xfrm>
                  <a:off x="13097723" y="-1807934"/>
                  <a:ext cx="5061" cy="3611"/>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736" name="Freeform 55"/>
                <p:cNvSpPr/>
                <p:nvPr/>
              </p:nvSpPr>
              <p:spPr bwMode="invGray">
                <a:xfrm>
                  <a:off x="12492369" y="-1795296"/>
                  <a:ext cx="3037" cy="1805"/>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737" name="Freeform 56"/>
                <p:cNvSpPr/>
                <p:nvPr/>
              </p:nvSpPr>
              <p:spPr bwMode="invGray">
                <a:xfrm>
                  <a:off x="13047107" y="-1827793"/>
                  <a:ext cx="15184"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738" name="Freeform 57"/>
                <p:cNvSpPr/>
                <p:nvPr/>
              </p:nvSpPr>
              <p:spPr bwMode="invGray">
                <a:xfrm>
                  <a:off x="13059254" y="-1831404"/>
                  <a:ext cx="12148" cy="1805"/>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739" name="Freeform 58"/>
                <p:cNvSpPr/>
                <p:nvPr/>
              </p:nvSpPr>
              <p:spPr bwMode="invGray">
                <a:xfrm>
                  <a:off x="13027875" y="-1829599"/>
                  <a:ext cx="19233" cy="1805"/>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740" name="Freeform 59"/>
                <p:cNvSpPr/>
                <p:nvPr/>
              </p:nvSpPr>
              <p:spPr bwMode="invGray">
                <a:xfrm>
                  <a:off x="8759026" y="-1797102"/>
                  <a:ext cx="13160" cy="3611"/>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741" name="Freeform 60"/>
                <p:cNvSpPr/>
                <p:nvPr/>
              </p:nvSpPr>
              <p:spPr bwMode="invGray">
                <a:xfrm>
                  <a:off x="11587379" y="-1775438"/>
                  <a:ext cx="2025" cy="1805"/>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742" name="Freeform 61"/>
                <p:cNvSpPr/>
                <p:nvPr/>
              </p:nvSpPr>
              <p:spPr bwMode="invGray">
                <a:xfrm>
                  <a:off x="11544861" y="-1791687"/>
                  <a:ext cx="42516" cy="21664"/>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743" name="Freeform 62"/>
                <p:cNvSpPr>
                  <a:spLocks noEditPoints="1"/>
                </p:cNvSpPr>
                <p:nvPr/>
              </p:nvSpPr>
              <p:spPr bwMode="invGray">
                <a:xfrm>
                  <a:off x="7145429" y="-1853069"/>
                  <a:ext cx="6098064" cy="9387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744" name="Freeform 63"/>
                <p:cNvSpPr/>
                <p:nvPr/>
              </p:nvSpPr>
              <p:spPr bwMode="invGray">
                <a:xfrm>
                  <a:off x="10937485" y="-1786269"/>
                  <a:ext cx="7086" cy="5416"/>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745" name="Freeform 64"/>
                <p:cNvSpPr/>
                <p:nvPr/>
              </p:nvSpPr>
              <p:spPr bwMode="invGray">
                <a:xfrm>
                  <a:off x="9614417" y="-1775438"/>
                  <a:ext cx="3037" cy="1805"/>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746" name="Freeform 65"/>
                <p:cNvSpPr/>
                <p:nvPr/>
              </p:nvSpPr>
              <p:spPr bwMode="invGray">
                <a:xfrm>
                  <a:off x="12317244" y="-1775438"/>
                  <a:ext cx="16197" cy="3611"/>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747" name="Freeform 66"/>
                <p:cNvSpPr/>
                <p:nvPr/>
              </p:nvSpPr>
              <p:spPr bwMode="invGray">
                <a:xfrm>
                  <a:off x="13142263" y="-1831404"/>
                  <a:ext cx="25307" cy="3611"/>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748" name="Freeform 67"/>
                <p:cNvSpPr/>
                <p:nvPr/>
              </p:nvSpPr>
              <p:spPr bwMode="invGray">
                <a:xfrm>
                  <a:off x="13374080" y="-1797102"/>
                  <a:ext cx="28344" cy="3611"/>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749" name="Freeform 68"/>
                <p:cNvSpPr/>
                <p:nvPr/>
              </p:nvSpPr>
              <p:spPr bwMode="invGray">
                <a:xfrm>
                  <a:off x="13190852" y="-1815155"/>
                  <a:ext cx="38467" cy="9027"/>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2" h="7">
                      <a:moveTo>
                        <a:pt x="0" y="3"/>
                      </a:moveTo>
                      <a:lnTo>
                        <a:pt x="0" y="3"/>
                      </a:lnTo>
                      <a:cubicBezTo>
                        <a:pt x="3" y="7"/>
                        <a:pt x="30" y="6"/>
                        <a:pt x="60" y="5"/>
                      </a:cubicBezTo>
                      <a:lnTo>
                        <a:pt x="54" y="5"/>
                      </a:lnTo>
                      <a:cubicBezTo>
                        <a:pt x="63" y="0"/>
                        <a:pt x="31" y="1"/>
                        <a:pt x="0" y="3"/>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750" name="Freeform 69"/>
                <p:cNvSpPr/>
                <p:nvPr/>
              </p:nvSpPr>
              <p:spPr bwMode="invGray">
                <a:xfrm>
                  <a:off x="13231344" y="-1811544"/>
                  <a:ext cx="18221" cy="1805"/>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751" name="Freeform 70"/>
                <p:cNvSpPr/>
                <p:nvPr/>
              </p:nvSpPr>
              <p:spPr bwMode="invGray">
                <a:xfrm>
                  <a:off x="12959038" y="-1836819"/>
                  <a:ext cx="65799" cy="14442"/>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752" name="Freeform 71"/>
                <p:cNvSpPr/>
                <p:nvPr/>
              </p:nvSpPr>
              <p:spPr bwMode="invGray">
                <a:xfrm>
                  <a:off x="13188829" y="-1800713"/>
                  <a:ext cx="17209" cy="7222"/>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753" name="Freeform 72"/>
                <p:cNvSpPr/>
                <p:nvPr/>
              </p:nvSpPr>
              <p:spPr bwMode="invGray">
                <a:xfrm>
                  <a:off x="13062293" y="-1802518"/>
                  <a:ext cx="37455" cy="3611"/>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754" name="Freeform 73"/>
                <p:cNvSpPr/>
                <p:nvPr/>
              </p:nvSpPr>
              <p:spPr bwMode="invGray">
                <a:xfrm>
                  <a:off x="13099746" y="-1800713"/>
                  <a:ext cx="23282" cy="1805"/>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755" name="Freeform 74"/>
                <p:cNvSpPr/>
                <p:nvPr/>
              </p:nvSpPr>
              <p:spPr bwMode="invGray">
                <a:xfrm>
                  <a:off x="13137204" y="-1793491"/>
                  <a:ext cx="29356"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756" name="Freeform 75"/>
                <p:cNvSpPr/>
                <p:nvPr/>
              </p:nvSpPr>
              <p:spPr bwMode="invGray">
                <a:xfrm>
                  <a:off x="12720137" y="-1802518"/>
                  <a:ext cx="39479" cy="5416"/>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757" name="Freeform 76"/>
                <p:cNvSpPr/>
                <p:nvPr/>
              </p:nvSpPr>
              <p:spPr bwMode="invGray">
                <a:xfrm>
                  <a:off x="12834527" y="-1789880"/>
                  <a:ext cx="15184" cy="9027"/>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758" name="Freeform 77"/>
                <p:cNvSpPr/>
                <p:nvPr/>
              </p:nvSpPr>
              <p:spPr bwMode="invGray">
                <a:xfrm>
                  <a:off x="12712037" y="-1780854"/>
                  <a:ext cx="74910" cy="3611"/>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759" name="Freeform 78"/>
                <p:cNvSpPr/>
                <p:nvPr/>
              </p:nvSpPr>
              <p:spPr bwMode="invGray">
                <a:xfrm>
                  <a:off x="12284852" y="-1806130"/>
                  <a:ext cx="7086" cy="12638"/>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760" name="Freeform 79"/>
                <p:cNvSpPr/>
                <p:nvPr/>
              </p:nvSpPr>
              <p:spPr bwMode="invGray">
                <a:xfrm>
                  <a:off x="11857660" y="-1773633"/>
                  <a:ext cx="61750" cy="12638"/>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0" h="10">
                      <a:moveTo>
                        <a:pt x="16" y="8"/>
                      </a:moveTo>
                      <a:lnTo>
                        <a:pt x="16" y="8"/>
                      </a:lnTo>
                      <a:cubicBezTo>
                        <a:pt x="78" y="10"/>
                        <a:pt x="31" y="1"/>
                        <a:pt x="86" y="4"/>
                      </a:cubicBezTo>
                      <a:cubicBezTo>
                        <a:pt x="101" y="2"/>
                        <a:pt x="41" y="2"/>
                        <a:pt x="56" y="0"/>
                      </a:cubicBezTo>
                      <a:cubicBezTo>
                        <a:pt x="19" y="2"/>
                        <a:pt x="0" y="1"/>
                        <a:pt x="16" y="8"/>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761" name="Freeform 80"/>
                <p:cNvSpPr/>
                <p:nvPr/>
              </p:nvSpPr>
              <p:spPr bwMode="invGray">
                <a:xfrm>
                  <a:off x="11892079" y="-1777244"/>
                  <a:ext cx="11135" cy="3611"/>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762" name="Freeform 81"/>
                <p:cNvSpPr/>
                <p:nvPr/>
              </p:nvSpPr>
              <p:spPr bwMode="invGray">
                <a:xfrm>
                  <a:off x="7161623" y="-1849457"/>
                  <a:ext cx="24295" cy="5416"/>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763" name="Freeform 82"/>
                <p:cNvSpPr/>
                <p:nvPr/>
              </p:nvSpPr>
              <p:spPr bwMode="invGray">
                <a:xfrm>
                  <a:off x="7120121" y="-1845846"/>
                  <a:ext cx="19233" cy="7222"/>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764" name="Freeform 83"/>
                <p:cNvSpPr/>
                <p:nvPr/>
              </p:nvSpPr>
              <p:spPr bwMode="invGray">
                <a:xfrm>
                  <a:off x="10389835" y="-1766412"/>
                  <a:ext cx="21258" cy="5416"/>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765" name="Freeform 84"/>
                <p:cNvSpPr/>
                <p:nvPr/>
              </p:nvSpPr>
              <p:spPr bwMode="invGray">
                <a:xfrm>
                  <a:off x="10079059" y="-1777244"/>
                  <a:ext cx="10123" cy="7222"/>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766" name="Freeform 85"/>
                <p:cNvSpPr/>
                <p:nvPr/>
              </p:nvSpPr>
              <p:spPr bwMode="invGray">
                <a:xfrm>
                  <a:off x="9808777" y="-1770023"/>
                  <a:ext cx="38467" cy="9027"/>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2" h="8">
                      <a:moveTo>
                        <a:pt x="5" y="7"/>
                      </a:moveTo>
                      <a:lnTo>
                        <a:pt x="5" y="7"/>
                      </a:lnTo>
                      <a:cubicBezTo>
                        <a:pt x="23" y="8"/>
                        <a:pt x="45" y="6"/>
                        <a:pt x="63" y="7"/>
                      </a:cubicBezTo>
                      <a:cubicBezTo>
                        <a:pt x="23" y="8"/>
                        <a:pt x="0" y="0"/>
                        <a:pt x="5" y="7"/>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grpSp>
          <p:grpSp>
            <p:nvGrpSpPr>
              <p:cNvPr id="618" name="Group 617"/>
              <p:cNvGrpSpPr/>
              <p:nvPr/>
            </p:nvGrpSpPr>
            <p:grpSpPr>
              <a:xfrm rot="16200000" flipH="1">
                <a:off x="2755772" y="808091"/>
                <a:ext cx="6019927" cy="53645"/>
                <a:chOff x="-5905150" y="-3372273"/>
                <a:chExt cx="15463222" cy="93878"/>
              </a:xfrm>
              <a:solidFill>
                <a:schemeClr val="accent1"/>
              </a:solidFill>
            </p:grpSpPr>
            <p:sp>
              <p:nvSpPr>
                <p:cNvPr id="619" name="Freeform 618"/>
                <p:cNvSpPr/>
                <p:nvPr/>
              </p:nvSpPr>
              <p:spPr bwMode="invGray">
                <a:xfrm>
                  <a:off x="9517580" y="-3340722"/>
                  <a:ext cx="40492" cy="7222"/>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620" name="Freeform 619"/>
                <p:cNvSpPr/>
                <p:nvPr/>
              </p:nvSpPr>
              <p:spPr bwMode="invGray">
                <a:xfrm>
                  <a:off x="9489842" y="-3334479"/>
                  <a:ext cx="12148" cy="1805"/>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621" name="Freeform 620"/>
                <p:cNvSpPr/>
                <p:nvPr/>
              </p:nvSpPr>
              <p:spPr bwMode="invGray">
                <a:xfrm>
                  <a:off x="9526336" y="-3337305"/>
                  <a:ext cx="25307" cy="9027"/>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622" name="Freeform 621"/>
                <p:cNvSpPr/>
                <p:nvPr/>
              </p:nvSpPr>
              <p:spPr bwMode="invGray">
                <a:xfrm>
                  <a:off x="9220314" y="-3339935"/>
                  <a:ext cx="27332" cy="7222"/>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623" name="Freeform 622"/>
                <p:cNvSpPr/>
                <p:nvPr/>
              </p:nvSpPr>
              <p:spPr bwMode="invGray">
                <a:xfrm>
                  <a:off x="9187057" y="-3335775"/>
                  <a:ext cx="26320" cy="3611"/>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624" name="Freeform 623"/>
                <p:cNvSpPr/>
                <p:nvPr/>
              </p:nvSpPr>
              <p:spPr bwMode="invGray">
                <a:xfrm>
                  <a:off x="9486249" y="-3332360"/>
                  <a:ext cx="49602" cy="5416"/>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625" name="Freeform 624"/>
                <p:cNvSpPr/>
                <p:nvPr/>
              </p:nvSpPr>
              <p:spPr bwMode="invGray">
                <a:xfrm>
                  <a:off x="8974519" y="-3342289"/>
                  <a:ext cx="25307" cy="7222"/>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626" name="Freeform 625"/>
                <p:cNvSpPr/>
                <p:nvPr/>
              </p:nvSpPr>
              <p:spPr bwMode="invGray">
                <a:xfrm>
                  <a:off x="8763400" y="-3343074"/>
                  <a:ext cx="58713" cy="7222"/>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627" name="Freeform 626"/>
                <p:cNvSpPr/>
                <p:nvPr/>
              </p:nvSpPr>
              <p:spPr bwMode="invGray">
                <a:xfrm>
                  <a:off x="8688490" y="-3340209"/>
                  <a:ext cx="22270" cy="5416"/>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628" name="Freeform 627"/>
                <p:cNvSpPr/>
                <p:nvPr/>
              </p:nvSpPr>
              <p:spPr bwMode="invGray">
                <a:xfrm>
                  <a:off x="9038096" y="-3338366"/>
                  <a:ext cx="19233" cy="7222"/>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629" name="Freeform 628"/>
                <p:cNvSpPr/>
                <p:nvPr/>
              </p:nvSpPr>
              <p:spPr bwMode="invGray">
                <a:xfrm>
                  <a:off x="9012128" y="-3334480"/>
                  <a:ext cx="22270" cy="1805"/>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630" name="Freeform 629"/>
                <p:cNvSpPr/>
                <p:nvPr/>
              </p:nvSpPr>
              <p:spPr bwMode="invGray">
                <a:xfrm>
                  <a:off x="9071803" y="-3333184"/>
                  <a:ext cx="3037"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631" name="Freeform 630"/>
                <p:cNvSpPr/>
                <p:nvPr/>
              </p:nvSpPr>
              <p:spPr bwMode="invGray">
                <a:xfrm>
                  <a:off x="9246126" y="-3334401"/>
                  <a:ext cx="45553" cy="12638"/>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632" name="Freeform 631"/>
                <p:cNvSpPr/>
                <p:nvPr/>
              </p:nvSpPr>
              <p:spPr bwMode="invGray">
                <a:xfrm>
                  <a:off x="9123180" y="-3333931"/>
                  <a:ext cx="28344" cy="5416"/>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633" name="Freeform 632"/>
                <p:cNvSpPr/>
                <p:nvPr/>
              </p:nvSpPr>
              <p:spPr bwMode="invGray">
                <a:xfrm>
                  <a:off x="9083039" y="-3331849"/>
                  <a:ext cx="13160" cy="3611"/>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634" name="Freeform 633"/>
                <p:cNvSpPr/>
                <p:nvPr/>
              </p:nvSpPr>
              <p:spPr bwMode="invGray">
                <a:xfrm>
                  <a:off x="8725845" y="-3336286"/>
                  <a:ext cx="54664" cy="5416"/>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635" name="Freeform 634"/>
                <p:cNvSpPr/>
                <p:nvPr/>
              </p:nvSpPr>
              <p:spPr bwMode="invGray">
                <a:xfrm>
                  <a:off x="8904164" y="-3334480"/>
                  <a:ext cx="3037" cy="1805"/>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636" name="Freeform 635"/>
                <p:cNvSpPr/>
                <p:nvPr/>
              </p:nvSpPr>
              <p:spPr bwMode="invGray">
                <a:xfrm>
                  <a:off x="8368647" y="-3333184"/>
                  <a:ext cx="3037"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637" name="Freeform 636"/>
                <p:cNvSpPr/>
                <p:nvPr/>
              </p:nvSpPr>
              <p:spPr bwMode="invGray">
                <a:xfrm>
                  <a:off x="8813511" y="-3334205"/>
                  <a:ext cx="28344" cy="3611"/>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638" name="Freeform 637"/>
                <p:cNvSpPr/>
                <p:nvPr/>
              </p:nvSpPr>
              <p:spPr bwMode="invGray">
                <a:xfrm>
                  <a:off x="8596369" y="-3337344"/>
                  <a:ext cx="20246" cy="3611"/>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639" name="Freeform 638"/>
                <p:cNvSpPr/>
                <p:nvPr/>
              </p:nvSpPr>
              <p:spPr bwMode="invGray">
                <a:xfrm>
                  <a:off x="8893181" y="-3334755"/>
                  <a:ext cx="4049"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640" name="Freeform 639"/>
                <p:cNvSpPr/>
                <p:nvPr/>
              </p:nvSpPr>
              <p:spPr bwMode="invGray">
                <a:xfrm>
                  <a:off x="8872122" y="-3335776"/>
                  <a:ext cx="18221" cy="3611"/>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641" name="Freeform 640"/>
                <p:cNvSpPr/>
                <p:nvPr/>
              </p:nvSpPr>
              <p:spPr bwMode="invGray">
                <a:xfrm>
                  <a:off x="8263366" y="-3342877"/>
                  <a:ext cx="120463" cy="34302"/>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642" name="Freeform 641"/>
                <p:cNvSpPr/>
                <p:nvPr/>
              </p:nvSpPr>
              <p:spPr bwMode="invGray">
                <a:xfrm>
                  <a:off x="8413140" y="-3338363"/>
                  <a:ext cx="60738" cy="7222"/>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643" name="Freeform 642"/>
                <p:cNvSpPr/>
                <p:nvPr/>
              </p:nvSpPr>
              <p:spPr bwMode="invGray">
                <a:xfrm>
                  <a:off x="8569290" y="-3339854"/>
                  <a:ext cx="86045" cy="18053"/>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644" name="Freeform 643"/>
                <p:cNvSpPr/>
                <p:nvPr/>
              </p:nvSpPr>
              <p:spPr bwMode="invGray">
                <a:xfrm>
                  <a:off x="9211151" y="-3321920"/>
                  <a:ext cx="6074" cy="1805"/>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645" name="Freeform 644"/>
                <p:cNvSpPr/>
                <p:nvPr/>
              </p:nvSpPr>
              <p:spPr bwMode="invGray">
                <a:xfrm>
                  <a:off x="9153451" y="-3331771"/>
                  <a:ext cx="74910" cy="14442"/>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646" name="Freeform 645"/>
                <p:cNvSpPr/>
                <p:nvPr/>
              </p:nvSpPr>
              <p:spPr bwMode="invGray">
                <a:xfrm>
                  <a:off x="8826370" y="-3328946"/>
                  <a:ext cx="44541" cy="7222"/>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647" name="Freeform 646"/>
                <p:cNvSpPr/>
                <p:nvPr/>
              </p:nvSpPr>
              <p:spPr bwMode="invGray">
                <a:xfrm>
                  <a:off x="8326586" y="-3339659"/>
                  <a:ext cx="24295" cy="9027"/>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648" name="Freeform 647"/>
                <p:cNvSpPr/>
                <p:nvPr/>
              </p:nvSpPr>
              <p:spPr bwMode="invGray">
                <a:xfrm>
                  <a:off x="8205917" y="-3337343"/>
                  <a:ext cx="14172" cy="3611"/>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649" name="Freeform 648"/>
                <p:cNvSpPr/>
                <p:nvPr/>
              </p:nvSpPr>
              <p:spPr bwMode="invGray">
                <a:xfrm>
                  <a:off x="947842" y="-3313285"/>
                  <a:ext cx="13160" cy="1805"/>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650" name="Freeform 649"/>
                <p:cNvSpPr/>
                <p:nvPr/>
              </p:nvSpPr>
              <p:spPr bwMode="invGray">
                <a:xfrm>
                  <a:off x="1176069" y="-3314071"/>
                  <a:ext cx="6074" cy="1805"/>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651" name="Freeform 650"/>
                <p:cNvSpPr/>
                <p:nvPr/>
              </p:nvSpPr>
              <p:spPr bwMode="invGray">
                <a:xfrm>
                  <a:off x="5002282" y="-3344093"/>
                  <a:ext cx="39479" cy="10833"/>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652" name="Freeform 651"/>
                <p:cNvSpPr/>
                <p:nvPr/>
              </p:nvSpPr>
              <p:spPr bwMode="invGray">
                <a:xfrm>
                  <a:off x="2916245" y="-3326864"/>
                  <a:ext cx="18221" cy="5416"/>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8" h="4">
                      <a:moveTo>
                        <a:pt x="0" y="3"/>
                      </a:moveTo>
                      <a:lnTo>
                        <a:pt x="0" y="3"/>
                      </a:lnTo>
                      <a:lnTo>
                        <a:pt x="9" y="4"/>
                      </a:lnTo>
                      <a:lnTo>
                        <a:pt x="29" y="0"/>
                      </a:lnTo>
                      <a:lnTo>
                        <a:pt x="0" y="3"/>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653" name="Freeform 652"/>
                <p:cNvSpPr/>
                <p:nvPr/>
              </p:nvSpPr>
              <p:spPr bwMode="invGray">
                <a:xfrm>
                  <a:off x="2834048" y="-3316151"/>
                  <a:ext cx="24295" cy="3611"/>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654" name="Freeform 653"/>
                <p:cNvSpPr/>
                <p:nvPr/>
              </p:nvSpPr>
              <p:spPr bwMode="invGray">
                <a:xfrm>
                  <a:off x="-200430" y="-3312735"/>
                  <a:ext cx="23282" cy="5416"/>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655" name="Freeform 654"/>
                <p:cNvSpPr/>
                <p:nvPr/>
              </p:nvSpPr>
              <p:spPr bwMode="invGray">
                <a:xfrm>
                  <a:off x="6843995" y="-3337578"/>
                  <a:ext cx="39479" cy="7222"/>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656" name="Freeform 655"/>
                <p:cNvSpPr/>
                <p:nvPr/>
              </p:nvSpPr>
              <p:spPr bwMode="invGray">
                <a:xfrm>
                  <a:off x="1035661" y="-3339697"/>
                  <a:ext cx="12148" cy="3611"/>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657" name="Freeform 656"/>
                <p:cNvSpPr/>
                <p:nvPr/>
              </p:nvSpPr>
              <p:spPr bwMode="invGray">
                <a:xfrm>
                  <a:off x="6743168" y="-3338638"/>
                  <a:ext cx="45553" cy="5416"/>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658" name="Freeform 657"/>
                <p:cNvSpPr/>
                <p:nvPr/>
              </p:nvSpPr>
              <p:spPr bwMode="invGray">
                <a:xfrm>
                  <a:off x="-4359035" y="-3317210"/>
                  <a:ext cx="5061" cy="1805"/>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659" name="Freeform 658"/>
                <p:cNvSpPr/>
                <p:nvPr/>
              </p:nvSpPr>
              <p:spPr bwMode="invGray">
                <a:xfrm>
                  <a:off x="-5551599" y="-3341543"/>
                  <a:ext cx="22270" cy="1805"/>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660" name="Freeform 659"/>
                <p:cNvSpPr/>
                <p:nvPr/>
              </p:nvSpPr>
              <p:spPr bwMode="invGray">
                <a:xfrm>
                  <a:off x="7715652" y="-3336833"/>
                  <a:ext cx="12148" cy="1805"/>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661" name="Freeform 660"/>
                <p:cNvSpPr/>
                <p:nvPr/>
              </p:nvSpPr>
              <p:spPr bwMode="invGray">
                <a:xfrm>
                  <a:off x="7834447" y="-3327139"/>
                  <a:ext cx="5061" cy="3611"/>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662" name="Freeform 661"/>
                <p:cNvSpPr/>
                <p:nvPr/>
              </p:nvSpPr>
              <p:spPr bwMode="invGray">
                <a:xfrm>
                  <a:off x="6440786" y="-3321136"/>
                  <a:ext cx="3037" cy="1805"/>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663" name="Freeform 662"/>
                <p:cNvSpPr/>
                <p:nvPr/>
              </p:nvSpPr>
              <p:spPr bwMode="invGray">
                <a:xfrm>
                  <a:off x="7724609" y="-3334753"/>
                  <a:ext cx="15184"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664" name="Freeform 663"/>
                <p:cNvSpPr/>
                <p:nvPr/>
              </p:nvSpPr>
              <p:spPr bwMode="invGray">
                <a:xfrm>
                  <a:off x="7750577" y="-3336833"/>
                  <a:ext cx="12148" cy="1805"/>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665" name="Freeform 664"/>
                <p:cNvSpPr/>
                <p:nvPr/>
              </p:nvSpPr>
              <p:spPr bwMode="invGray">
                <a:xfrm>
                  <a:off x="7683004" y="-3336048"/>
                  <a:ext cx="19233" cy="1805"/>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666" name="Freeform 665"/>
                <p:cNvSpPr/>
                <p:nvPr/>
              </p:nvSpPr>
              <p:spPr bwMode="invGray">
                <a:xfrm>
                  <a:off x="-2139525" y="-3322429"/>
                  <a:ext cx="13160" cy="3611"/>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667" name="Freeform 666"/>
                <p:cNvSpPr/>
                <p:nvPr/>
              </p:nvSpPr>
              <p:spPr bwMode="invGray">
                <a:xfrm>
                  <a:off x="4358599" y="-3312499"/>
                  <a:ext cx="2025" cy="1805"/>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668" name="Freeform 667"/>
                <p:cNvSpPr/>
                <p:nvPr/>
              </p:nvSpPr>
              <p:spPr bwMode="invGray">
                <a:xfrm>
                  <a:off x="4287128" y="-3325178"/>
                  <a:ext cx="42516" cy="21664"/>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669" name="Freeform 668"/>
                <p:cNvSpPr>
                  <a:spLocks noEditPoints="1"/>
                </p:cNvSpPr>
                <p:nvPr/>
              </p:nvSpPr>
              <p:spPr bwMode="invGray">
                <a:xfrm>
                  <a:off x="-1895536" y="-3372273"/>
                  <a:ext cx="6098064" cy="9387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670" name="Freeform 669"/>
                <p:cNvSpPr/>
                <p:nvPr/>
              </p:nvSpPr>
              <p:spPr bwMode="invGray">
                <a:xfrm>
                  <a:off x="2867098" y="-3318230"/>
                  <a:ext cx="7086" cy="5416"/>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671" name="Freeform 670"/>
                <p:cNvSpPr/>
                <p:nvPr/>
              </p:nvSpPr>
              <p:spPr bwMode="invGray">
                <a:xfrm>
                  <a:off x="-178664" y="-3312499"/>
                  <a:ext cx="3037" cy="1805"/>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672" name="Freeform 671"/>
                <p:cNvSpPr/>
                <p:nvPr/>
              </p:nvSpPr>
              <p:spPr bwMode="invGray">
                <a:xfrm>
                  <a:off x="6046541" y="-3313009"/>
                  <a:ext cx="16197" cy="3611"/>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673" name="Freeform 672"/>
                <p:cNvSpPr/>
                <p:nvPr/>
              </p:nvSpPr>
              <p:spPr bwMode="invGray">
                <a:xfrm>
                  <a:off x="7950054" y="-3337342"/>
                  <a:ext cx="25307" cy="3611"/>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674" name="Freeform 673"/>
                <p:cNvSpPr/>
                <p:nvPr/>
              </p:nvSpPr>
              <p:spPr bwMode="invGray">
                <a:xfrm>
                  <a:off x="8485217" y="-3322430"/>
                  <a:ext cx="28344" cy="3611"/>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675" name="Freeform 674"/>
                <p:cNvSpPr/>
                <p:nvPr/>
              </p:nvSpPr>
              <p:spPr bwMode="invGray">
                <a:xfrm>
                  <a:off x="8070368" y="-3331810"/>
                  <a:ext cx="38467" cy="9027"/>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2" h="7">
                      <a:moveTo>
                        <a:pt x="0" y="3"/>
                      </a:moveTo>
                      <a:lnTo>
                        <a:pt x="0" y="3"/>
                      </a:lnTo>
                      <a:cubicBezTo>
                        <a:pt x="3" y="7"/>
                        <a:pt x="30" y="6"/>
                        <a:pt x="60" y="5"/>
                      </a:cubicBezTo>
                      <a:lnTo>
                        <a:pt x="54" y="5"/>
                      </a:lnTo>
                      <a:cubicBezTo>
                        <a:pt x="63" y="0"/>
                        <a:pt x="31" y="1"/>
                        <a:pt x="0" y="3"/>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676" name="Freeform 675"/>
                <p:cNvSpPr/>
                <p:nvPr/>
              </p:nvSpPr>
              <p:spPr bwMode="invGray">
                <a:xfrm>
                  <a:off x="8150340" y="-3328199"/>
                  <a:ext cx="18221" cy="1805"/>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677" name="Freeform 676"/>
                <p:cNvSpPr/>
                <p:nvPr/>
              </p:nvSpPr>
              <p:spPr bwMode="invGray">
                <a:xfrm>
                  <a:off x="7554947" y="-3342758"/>
                  <a:ext cx="65799" cy="14442"/>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678" name="Freeform 677"/>
                <p:cNvSpPr/>
                <p:nvPr/>
              </p:nvSpPr>
              <p:spPr bwMode="invGray">
                <a:xfrm>
                  <a:off x="8051894" y="-3325020"/>
                  <a:ext cx="17209" cy="7222"/>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679" name="Freeform 678"/>
                <p:cNvSpPr/>
                <p:nvPr/>
              </p:nvSpPr>
              <p:spPr bwMode="invGray">
                <a:xfrm>
                  <a:off x="7774012" y="-3324785"/>
                  <a:ext cx="37455" cy="3611"/>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680" name="Freeform 679"/>
                <p:cNvSpPr/>
                <p:nvPr/>
              </p:nvSpPr>
              <p:spPr bwMode="invGray">
                <a:xfrm>
                  <a:off x="7850949" y="-3323489"/>
                  <a:ext cx="23282" cy="1805"/>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681" name="Freeform 680"/>
                <p:cNvSpPr/>
                <p:nvPr/>
              </p:nvSpPr>
              <p:spPr bwMode="invGray">
                <a:xfrm>
                  <a:off x="7941046" y="-3319838"/>
                  <a:ext cx="29356"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682" name="Freeform 681"/>
                <p:cNvSpPr/>
                <p:nvPr/>
              </p:nvSpPr>
              <p:spPr bwMode="invGray">
                <a:xfrm>
                  <a:off x="6988353" y="-3325294"/>
                  <a:ext cx="39479" cy="5416"/>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683" name="Freeform 682"/>
                <p:cNvSpPr/>
                <p:nvPr/>
              </p:nvSpPr>
              <p:spPr bwMode="invGray">
                <a:xfrm>
                  <a:off x="7235659" y="-3320821"/>
                  <a:ext cx="15184" cy="9027"/>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684" name="Freeform 683"/>
                <p:cNvSpPr/>
                <p:nvPr/>
              </p:nvSpPr>
              <p:spPr bwMode="invGray">
                <a:xfrm>
                  <a:off x="6992757" y="-3315364"/>
                  <a:ext cx="74910" cy="3611"/>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685" name="Freeform 684"/>
                <p:cNvSpPr/>
                <p:nvPr/>
              </p:nvSpPr>
              <p:spPr bwMode="invGray">
                <a:xfrm>
                  <a:off x="5966113" y="-3328904"/>
                  <a:ext cx="7086" cy="12638"/>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686" name="Freeform 685"/>
                <p:cNvSpPr/>
                <p:nvPr/>
              </p:nvSpPr>
              <p:spPr bwMode="invGray">
                <a:xfrm>
                  <a:off x="5019088" y="-3314774"/>
                  <a:ext cx="61750" cy="12638"/>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0" h="10">
                      <a:moveTo>
                        <a:pt x="16" y="8"/>
                      </a:moveTo>
                      <a:lnTo>
                        <a:pt x="16" y="8"/>
                      </a:lnTo>
                      <a:cubicBezTo>
                        <a:pt x="78" y="10"/>
                        <a:pt x="31" y="1"/>
                        <a:pt x="86" y="4"/>
                      </a:cubicBezTo>
                      <a:cubicBezTo>
                        <a:pt x="101" y="2"/>
                        <a:pt x="41" y="2"/>
                        <a:pt x="56" y="0"/>
                      </a:cubicBezTo>
                      <a:cubicBezTo>
                        <a:pt x="19" y="2"/>
                        <a:pt x="0" y="1"/>
                        <a:pt x="16" y="8"/>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687" name="Freeform 686"/>
                <p:cNvSpPr/>
                <p:nvPr/>
              </p:nvSpPr>
              <p:spPr bwMode="invGray">
                <a:xfrm>
                  <a:off x="5065349" y="-3313796"/>
                  <a:ext cx="11135" cy="3611"/>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688" name="Freeform 687"/>
                <p:cNvSpPr/>
                <p:nvPr/>
              </p:nvSpPr>
              <p:spPr bwMode="invGray">
                <a:xfrm>
                  <a:off x="-5806398" y="-3345702"/>
                  <a:ext cx="24295" cy="5416"/>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689" name="Freeform 688"/>
                <p:cNvSpPr/>
                <p:nvPr/>
              </p:nvSpPr>
              <p:spPr bwMode="invGray">
                <a:xfrm>
                  <a:off x="-5905150" y="-3344642"/>
                  <a:ext cx="19233" cy="7222"/>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690" name="Freeform 689"/>
                <p:cNvSpPr/>
                <p:nvPr/>
              </p:nvSpPr>
              <p:spPr bwMode="invGray">
                <a:xfrm>
                  <a:off x="1616684" y="-3309597"/>
                  <a:ext cx="21258" cy="5416"/>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691" name="Freeform 690"/>
                <p:cNvSpPr/>
                <p:nvPr/>
              </p:nvSpPr>
              <p:spPr bwMode="invGray">
                <a:xfrm>
                  <a:off x="894647" y="-3314815"/>
                  <a:ext cx="10123" cy="7222"/>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692" name="Freeform 691"/>
                <p:cNvSpPr/>
                <p:nvPr/>
              </p:nvSpPr>
              <p:spPr bwMode="invGray">
                <a:xfrm>
                  <a:off x="291407" y="-3312187"/>
                  <a:ext cx="38467" cy="9027"/>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2" h="8">
                      <a:moveTo>
                        <a:pt x="5" y="7"/>
                      </a:moveTo>
                      <a:lnTo>
                        <a:pt x="5" y="7"/>
                      </a:lnTo>
                      <a:cubicBezTo>
                        <a:pt x="23" y="8"/>
                        <a:pt x="45" y="6"/>
                        <a:pt x="63" y="7"/>
                      </a:cubicBezTo>
                      <a:cubicBezTo>
                        <a:pt x="23" y="8"/>
                        <a:pt x="0" y="0"/>
                        <a:pt x="5" y="7"/>
                      </a:cubicBezTo>
                      <a:close/>
                    </a:path>
                  </a:pathLst>
                </a:custGeom>
                <a:grp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grpSp>
        </p:grpSp>
      </p:grpSp>
      <p:sp>
        <p:nvSpPr>
          <p:cNvPr id="2" name="Title 1"/>
          <p:cNvSpPr>
            <a:spLocks noGrp="1"/>
          </p:cNvSpPr>
          <p:nvPr>
            <p:ph type="title"/>
          </p:nvPr>
        </p:nvSpPr>
        <p:spPr>
          <a:xfrm>
            <a:off x="1522414" y="274638"/>
            <a:ext cx="9143998" cy="1020762"/>
          </a:xfrm>
        </p:spPr>
        <p:txBody>
          <a:bodyPr anchor="b">
            <a:noAutofit/>
          </a:bodyPr>
          <a:lstStyle>
            <a:lvl1pPr algn="l">
              <a:defRPr sz="2041" b="0"/>
            </a:lvl1pPr>
          </a:lstStyle>
          <a:p>
            <a:r>
              <a:rPr lang="en-US"/>
              <a:t>Click to edit Master title style</a:t>
            </a:r>
            <a:endParaRPr/>
          </a:p>
        </p:txBody>
      </p:sp>
      <p:sp>
        <p:nvSpPr>
          <p:cNvPr id="3" name="Picture Placeholder 2"/>
          <p:cNvSpPr>
            <a:spLocks noGrp="1"/>
          </p:cNvSpPr>
          <p:nvPr>
            <p:ph type="pic" idx="1"/>
          </p:nvPr>
        </p:nvSpPr>
        <p:spPr>
          <a:xfrm>
            <a:off x="1113262" y="2763656"/>
            <a:ext cx="3615107" cy="5927750"/>
          </a:xfrm>
          <a:solidFill>
            <a:schemeClr val="bg1"/>
          </a:solidFill>
        </p:spPr>
        <p:txBody>
          <a:bodyPr tIns="914400">
            <a:normAutofit/>
          </a:bodyPr>
          <a:lstStyle>
            <a:lvl1pPr marL="0" indent="0" algn="ctr">
              <a:buNone/>
              <a:defRPr sz="1530"/>
            </a:lvl1pPr>
            <a:lvl2pPr marL="291541" indent="0">
              <a:buNone/>
              <a:defRPr sz="1785"/>
            </a:lvl2pPr>
            <a:lvl3pPr marL="583082" indent="0">
              <a:buNone/>
              <a:defRPr sz="1530"/>
            </a:lvl3pPr>
            <a:lvl4pPr marL="874623" indent="0">
              <a:buNone/>
              <a:defRPr sz="1275"/>
            </a:lvl4pPr>
            <a:lvl5pPr marL="1166164" indent="0">
              <a:buNone/>
              <a:defRPr sz="1275"/>
            </a:lvl5pPr>
            <a:lvl6pPr marL="1457705" indent="0">
              <a:buNone/>
              <a:defRPr sz="1275"/>
            </a:lvl6pPr>
            <a:lvl7pPr marL="1749246" indent="0">
              <a:buNone/>
              <a:defRPr sz="1275"/>
            </a:lvl7pPr>
            <a:lvl8pPr marL="2040786" indent="0">
              <a:buNone/>
              <a:defRPr sz="1275"/>
            </a:lvl8pPr>
            <a:lvl9pPr marL="2332327" indent="0">
              <a:buNone/>
              <a:defRPr sz="1275"/>
            </a:lvl9pPr>
          </a:lstStyle>
          <a:p>
            <a:r>
              <a:rPr lang="en-US"/>
              <a:t>Click icon to add picture</a:t>
            </a:r>
            <a:endParaRPr/>
          </a:p>
        </p:txBody>
      </p:sp>
      <p:sp>
        <p:nvSpPr>
          <p:cNvPr id="4" name="Text Placeholder 3"/>
          <p:cNvSpPr>
            <a:spLocks noGrp="1"/>
          </p:cNvSpPr>
          <p:nvPr>
            <p:ph type="body" sz="half" idx="2"/>
          </p:nvPr>
        </p:nvSpPr>
        <p:spPr>
          <a:xfrm>
            <a:off x="5041362" y="5003897"/>
            <a:ext cx="1749246" cy="4023360"/>
          </a:xfrm>
        </p:spPr>
        <p:txBody>
          <a:bodyPr anchor="b">
            <a:normAutofit/>
          </a:bodyPr>
          <a:lstStyle>
            <a:lvl1pPr marL="0" indent="0">
              <a:spcBef>
                <a:spcPts val="765"/>
              </a:spcBef>
              <a:buNone/>
              <a:defRPr sz="1020"/>
            </a:lvl1pPr>
            <a:lvl2pPr marL="291541" indent="0">
              <a:buNone/>
              <a:defRPr sz="765"/>
            </a:lvl2pPr>
            <a:lvl3pPr marL="583082" indent="0">
              <a:buNone/>
              <a:defRPr sz="638"/>
            </a:lvl3pPr>
            <a:lvl4pPr marL="874623" indent="0">
              <a:buNone/>
              <a:defRPr sz="574"/>
            </a:lvl4pPr>
            <a:lvl5pPr marL="1166164" indent="0">
              <a:buNone/>
              <a:defRPr sz="574"/>
            </a:lvl5pPr>
            <a:lvl6pPr marL="1457705" indent="0">
              <a:buNone/>
              <a:defRPr sz="574"/>
            </a:lvl6pPr>
            <a:lvl7pPr marL="1749246" indent="0">
              <a:buNone/>
              <a:defRPr sz="574"/>
            </a:lvl7pPr>
            <a:lvl8pPr marL="2040786" indent="0">
              <a:buNone/>
              <a:defRPr sz="574"/>
            </a:lvl8pPr>
            <a:lvl9pPr marL="2332327" indent="0">
              <a:buNone/>
              <a:defRPr sz="574"/>
            </a:lvl9pPr>
          </a:lstStyle>
          <a:p>
            <a:pPr lvl="0"/>
            <a:r>
              <a:rPr lang="en-US"/>
              <a:t>Click to edit Master text styles</a:t>
            </a:r>
          </a:p>
        </p:txBody>
      </p:sp>
      <p:sp>
        <p:nvSpPr>
          <p:cNvPr id="5" name="Date Placeholder 4"/>
          <p:cNvSpPr>
            <a:spLocks noGrp="1"/>
          </p:cNvSpPr>
          <p:nvPr>
            <p:ph type="dt" sz="half" idx="10"/>
          </p:nvPr>
        </p:nvSpPr>
        <p:spPr/>
        <p:txBody>
          <a:bodyPr/>
          <a:lstStyle/>
          <a:p>
            <a:fld id="{9AFE8FB1-0A7A-443E-AAF7-31D4FA1AA312}" type="datetimeFigureOut">
              <a:rPr lang="en-US" smtClean="0"/>
              <a:t>4/23/2024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5BA54BD-C84D-46CE-8B72-31BFB26ABA43}" type="slidenum">
              <a:rPr lang="en-US" smtClean="0"/>
              <a:t>‹#›</a:t>
            </a:fld>
            <a:endParaRPr lang="en-US"/>
          </a:p>
        </p:txBody>
      </p:sp>
    </p:spTree>
    <p:extLst>
      <p:ext uri="{BB962C8B-B14F-4D97-AF65-F5344CB8AC3E}">
        <p14:creationId xmlns:p14="http://schemas.microsoft.com/office/powerpoint/2010/main" val="28194912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grpSp>
        <p:nvGrpSpPr>
          <p:cNvPr id="7" name="line"/>
          <p:cNvGrpSpPr/>
          <p:nvPr/>
        </p:nvGrpSpPr>
        <p:grpSpPr>
          <a:xfrm>
            <a:off x="970791" y="2221231"/>
            <a:ext cx="6739859" cy="93878"/>
            <a:chOff x="970791" y="2221231"/>
            <a:chExt cx="6739859" cy="93878"/>
          </a:xfrm>
        </p:grpSpPr>
        <p:sp>
          <p:nvSpPr>
            <p:cNvPr id="8" name="Freeform 7"/>
            <p:cNvSpPr/>
            <p:nvPr/>
          </p:nvSpPr>
          <p:spPr bwMode="invGray">
            <a:xfrm>
              <a:off x="7670158" y="2237480"/>
              <a:ext cx="40492" cy="7222"/>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9" name="Freeform 8"/>
            <p:cNvSpPr/>
            <p:nvPr/>
          </p:nvSpPr>
          <p:spPr bwMode="invGray">
            <a:xfrm>
              <a:off x="7666110" y="2248310"/>
              <a:ext cx="12148" cy="1805"/>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10" name="Freeform 9"/>
            <p:cNvSpPr/>
            <p:nvPr/>
          </p:nvSpPr>
          <p:spPr bwMode="invGray">
            <a:xfrm>
              <a:off x="7678257" y="2246506"/>
              <a:ext cx="25307" cy="9027"/>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11" name="Freeform 15"/>
            <p:cNvSpPr/>
            <p:nvPr/>
          </p:nvSpPr>
          <p:spPr bwMode="invGray">
            <a:xfrm>
              <a:off x="7544634" y="2239283"/>
              <a:ext cx="27332" cy="7222"/>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12" name="Freeform 16"/>
            <p:cNvSpPr/>
            <p:nvPr/>
          </p:nvSpPr>
          <p:spPr bwMode="invGray">
            <a:xfrm>
              <a:off x="7530462" y="2246505"/>
              <a:ext cx="26320" cy="3611"/>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13" name="Freeform 17"/>
            <p:cNvSpPr/>
            <p:nvPr/>
          </p:nvSpPr>
          <p:spPr bwMode="invGray">
            <a:xfrm>
              <a:off x="7653961" y="2255533"/>
              <a:ext cx="49602" cy="5416"/>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14" name="Freeform 18"/>
            <p:cNvSpPr/>
            <p:nvPr/>
          </p:nvSpPr>
          <p:spPr bwMode="invGray">
            <a:xfrm>
              <a:off x="7438343" y="2233869"/>
              <a:ext cx="25307" cy="7222"/>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15" name="Freeform 19"/>
            <p:cNvSpPr/>
            <p:nvPr/>
          </p:nvSpPr>
          <p:spPr bwMode="invGray">
            <a:xfrm>
              <a:off x="7337113" y="2232063"/>
              <a:ext cx="58713" cy="7222"/>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16" name="Freeform 20"/>
            <p:cNvSpPr/>
            <p:nvPr/>
          </p:nvSpPr>
          <p:spPr bwMode="invGray">
            <a:xfrm>
              <a:off x="7314843" y="2237480"/>
              <a:ext cx="22270" cy="5416"/>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17" name="Freeform 21"/>
            <p:cNvSpPr/>
            <p:nvPr/>
          </p:nvSpPr>
          <p:spPr bwMode="invGray">
            <a:xfrm>
              <a:off x="7467699" y="2242894"/>
              <a:ext cx="19233" cy="7222"/>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18" name="Freeform 22"/>
            <p:cNvSpPr/>
            <p:nvPr/>
          </p:nvSpPr>
          <p:spPr bwMode="invGray">
            <a:xfrm>
              <a:off x="7455552" y="2248310"/>
              <a:ext cx="22270" cy="1805"/>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19" name="Freeform 23"/>
            <p:cNvSpPr/>
            <p:nvPr/>
          </p:nvSpPr>
          <p:spPr bwMode="invGray">
            <a:xfrm>
              <a:off x="7486933" y="2250116"/>
              <a:ext cx="3037"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20" name="Freeform 24"/>
            <p:cNvSpPr/>
            <p:nvPr/>
          </p:nvSpPr>
          <p:spPr bwMode="invGray">
            <a:xfrm>
              <a:off x="7550706" y="2255532"/>
              <a:ext cx="45553" cy="12638"/>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21" name="Freeform 25"/>
            <p:cNvSpPr/>
            <p:nvPr/>
          </p:nvSpPr>
          <p:spPr bwMode="invGray">
            <a:xfrm>
              <a:off x="7502115" y="2251922"/>
              <a:ext cx="28344" cy="5416"/>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22" name="Freeform 26"/>
            <p:cNvSpPr/>
            <p:nvPr/>
          </p:nvSpPr>
          <p:spPr bwMode="invGray">
            <a:xfrm>
              <a:off x="7488955" y="2255533"/>
              <a:ext cx="13160" cy="3611"/>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23" name="Freeform 27"/>
            <p:cNvSpPr/>
            <p:nvPr/>
          </p:nvSpPr>
          <p:spPr bwMode="invGray">
            <a:xfrm>
              <a:off x="7321927" y="2246505"/>
              <a:ext cx="54664" cy="5416"/>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24" name="Freeform 28"/>
            <p:cNvSpPr/>
            <p:nvPr/>
          </p:nvSpPr>
          <p:spPr bwMode="invGray">
            <a:xfrm>
              <a:off x="7414047" y="2248311"/>
              <a:ext cx="3037" cy="1805"/>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25" name="Freeform 29"/>
            <p:cNvSpPr/>
            <p:nvPr/>
          </p:nvSpPr>
          <p:spPr bwMode="invGray">
            <a:xfrm>
              <a:off x="7181220" y="2250116"/>
              <a:ext cx="3037"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26" name="Freeform 30"/>
            <p:cNvSpPr/>
            <p:nvPr/>
          </p:nvSpPr>
          <p:spPr bwMode="invGray">
            <a:xfrm>
              <a:off x="7367480" y="2250116"/>
              <a:ext cx="28344" cy="3611"/>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27" name="Freeform 31"/>
            <p:cNvSpPr/>
            <p:nvPr/>
          </p:nvSpPr>
          <p:spPr bwMode="invGray">
            <a:xfrm>
              <a:off x="7275361" y="2242894"/>
              <a:ext cx="20246" cy="3611"/>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28" name="Freeform 32"/>
            <p:cNvSpPr/>
            <p:nvPr/>
          </p:nvSpPr>
          <p:spPr bwMode="invGray">
            <a:xfrm>
              <a:off x="7408987" y="2246505"/>
              <a:ext cx="4049"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29" name="Freeform 33"/>
            <p:cNvSpPr/>
            <p:nvPr/>
          </p:nvSpPr>
          <p:spPr bwMode="invGray">
            <a:xfrm>
              <a:off x="7395824" y="2246505"/>
              <a:ext cx="18221" cy="3611"/>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30" name="Freeform 34"/>
            <p:cNvSpPr/>
            <p:nvPr/>
          </p:nvSpPr>
          <p:spPr bwMode="invGray">
            <a:xfrm>
              <a:off x="7102258" y="2250116"/>
              <a:ext cx="120463" cy="34302"/>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31" name="Freeform 35"/>
            <p:cNvSpPr/>
            <p:nvPr/>
          </p:nvSpPr>
          <p:spPr bwMode="invGray">
            <a:xfrm>
              <a:off x="7184255" y="2242894"/>
              <a:ext cx="60738" cy="7222"/>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32" name="Freeform 36"/>
            <p:cNvSpPr/>
            <p:nvPr/>
          </p:nvSpPr>
          <p:spPr bwMode="invGray">
            <a:xfrm>
              <a:off x="7244993" y="2246505"/>
              <a:ext cx="86045" cy="18053"/>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33" name="Freeform 37"/>
            <p:cNvSpPr/>
            <p:nvPr/>
          </p:nvSpPr>
          <p:spPr bwMode="invGray">
            <a:xfrm>
              <a:off x="7546659" y="2277197"/>
              <a:ext cx="6074" cy="1805"/>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34" name="Freeform 38"/>
            <p:cNvSpPr/>
            <p:nvPr/>
          </p:nvSpPr>
          <p:spPr bwMode="invGray">
            <a:xfrm>
              <a:off x="7502117" y="2262755"/>
              <a:ext cx="74910" cy="14442"/>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35" name="Freeform 39"/>
            <p:cNvSpPr/>
            <p:nvPr/>
          </p:nvSpPr>
          <p:spPr bwMode="invGray">
            <a:xfrm>
              <a:off x="7368494" y="2264559"/>
              <a:ext cx="44541" cy="7222"/>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36" name="Freeform 40"/>
            <p:cNvSpPr/>
            <p:nvPr/>
          </p:nvSpPr>
          <p:spPr bwMode="invGray">
            <a:xfrm>
              <a:off x="7156922" y="2241091"/>
              <a:ext cx="24295" cy="9027"/>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37" name="Freeform 41"/>
            <p:cNvSpPr/>
            <p:nvPr/>
          </p:nvSpPr>
          <p:spPr bwMode="invGray">
            <a:xfrm>
              <a:off x="7107323" y="2242894"/>
              <a:ext cx="14172" cy="3611"/>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38" name="Freeform 42"/>
            <p:cNvSpPr/>
            <p:nvPr/>
          </p:nvSpPr>
          <p:spPr bwMode="invGray">
            <a:xfrm>
              <a:off x="3951999" y="2297056"/>
              <a:ext cx="13160" cy="1805"/>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39" name="Freeform 43"/>
            <p:cNvSpPr/>
            <p:nvPr/>
          </p:nvSpPr>
          <p:spPr bwMode="invGray">
            <a:xfrm>
              <a:off x="4053230" y="2295250"/>
              <a:ext cx="6074" cy="1805"/>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40" name="Freeform 44"/>
            <p:cNvSpPr/>
            <p:nvPr/>
          </p:nvSpPr>
          <p:spPr bwMode="invGray">
            <a:xfrm>
              <a:off x="5707318" y="2232063"/>
              <a:ext cx="39479" cy="10833"/>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41" name="Freeform 45"/>
            <p:cNvSpPr/>
            <p:nvPr/>
          </p:nvSpPr>
          <p:spPr bwMode="invGray">
            <a:xfrm>
              <a:off x="4806376" y="2268169"/>
              <a:ext cx="18221" cy="5416"/>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8" h="4">
                  <a:moveTo>
                    <a:pt x="0" y="3"/>
                  </a:moveTo>
                  <a:lnTo>
                    <a:pt x="0" y="3"/>
                  </a:lnTo>
                  <a:lnTo>
                    <a:pt x="9" y="4"/>
                  </a:lnTo>
                  <a:lnTo>
                    <a:pt x="29" y="0"/>
                  </a:lnTo>
                  <a:lnTo>
                    <a:pt x="0" y="3"/>
                  </a:ln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42" name="Freeform 46"/>
            <p:cNvSpPr/>
            <p:nvPr/>
          </p:nvSpPr>
          <p:spPr bwMode="invGray">
            <a:xfrm>
              <a:off x="4768922" y="2291639"/>
              <a:ext cx="24295" cy="3611"/>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43" name="Freeform 47"/>
            <p:cNvSpPr/>
            <p:nvPr/>
          </p:nvSpPr>
          <p:spPr bwMode="invGray">
            <a:xfrm>
              <a:off x="3449901" y="2300667"/>
              <a:ext cx="23282" cy="5416"/>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44" name="Freeform 48"/>
            <p:cNvSpPr/>
            <p:nvPr/>
          </p:nvSpPr>
          <p:spPr bwMode="invGray">
            <a:xfrm>
              <a:off x="6508044" y="2244700"/>
              <a:ext cx="39479" cy="7222"/>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45" name="Freeform 49"/>
            <p:cNvSpPr/>
            <p:nvPr/>
          </p:nvSpPr>
          <p:spPr bwMode="invGray">
            <a:xfrm>
              <a:off x="3990466" y="2237480"/>
              <a:ext cx="12148" cy="3611"/>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46" name="Freeform 50"/>
            <p:cNvSpPr/>
            <p:nvPr/>
          </p:nvSpPr>
          <p:spPr bwMode="invGray">
            <a:xfrm>
              <a:off x="6462490" y="2241091"/>
              <a:ext cx="45553" cy="5416"/>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47" name="Freeform 51"/>
            <p:cNvSpPr/>
            <p:nvPr/>
          </p:nvSpPr>
          <p:spPr bwMode="invGray">
            <a:xfrm>
              <a:off x="1647004" y="2288029"/>
              <a:ext cx="5061" cy="1805"/>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48" name="Freeform 52"/>
            <p:cNvSpPr/>
            <p:nvPr/>
          </p:nvSpPr>
          <p:spPr bwMode="invGray">
            <a:xfrm>
              <a:off x="1123647" y="2232063"/>
              <a:ext cx="22270" cy="1805"/>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49" name="Freeform 53"/>
            <p:cNvSpPr/>
            <p:nvPr/>
          </p:nvSpPr>
          <p:spPr bwMode="invGray">
            <a:xfrm>
              <a:off x="6894743" y="2242894"/>
              <a:ext cx="12148" cy="1805"/>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50" name="Freeform 54"/>
            <p:cNvSpPr/>
            <p:nvPr/>
          </p:nvSpPr>
          <p:spPr bwMode="invGray">
            <a:xfrm>
              <a:off x="6948394" y="2266364"/>
              <a:ext cx="5061" cy="3611"/>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51" name="Freeform 55"/>
            <p:cNvSpPr/>
            <p:nvPr/>
          </p:nvSpPr>
          <p:spPr bwMode="invGray">
            <a:xfrm>
              <a:off x="6343038" y="2279002"/>
              <a:ext cx="3037" cy="1805"/>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52" name="Freeform 56"/>
            <p:cNvSpPr/>
            <p:nvPr/>
          </p:nvSpPr>
          <p:spPr bwMode="invGray">
            <a:xfrm>
              <a:off x="6897777" y="2246506"/>
              <a:ext cx="15184"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53" name="Freeform 57"/>
            <p:cNvSpPr/>
            <p:nvPr/>
          </p:nvSpPr>
          <p:spPr bwMode="invGray">
            <a:xfrm>
              <a:off x="6909927" y="2242894"/>
              <a:ext cx="12148" cy="1805"/>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54" name="Freeform 58"/>
            <p:cNvSpPr/>
            <p:nvPr/>
          </p:nvSpPr>
          <p:spPr bwMode="invGray">
            <a:xfrm>
              <a:off x="6878544" y="2244700"/>
              <a:ext cx="19233" cy="1805"/>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55" name="Freeform 59"/>
            <p:cNvSpPr/>
            <p:nvPr/>
          </p:nvSpPr>
          <p:spPr bwMode="invGray">
            <a:xfrm>
              <a:off x="2609696" y="2277197"/>
              <a:ext cx="13160" cy="3611"/>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56" name="Freeform 60"/>
            <p:cNvSpPr/>
            <p:nvPr/>
          </p:nvSpPr>
          <p:spPr bwMode="invGray">
            <a:xfrm>
              <a:off x="5438048" y="2298861"/>
              <a:ext cx="2025" cy="1805"/>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57" name="Freeform 61"/>
            <p:cNvSpPr/>
            <p:nvPr/>
          </p:nvSpPr>
          <p:spPr bwMode="invGray">
            <a:xfrm>
              <a:off x="5395530" y="2282612"/>
              <a:ext cx="42516" cy="21664"/>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58" name="Freeform 62"/>
            <p:cNvSpPr>
              <a:spLocks noEditPoints="1"/>
            </p:cNvSpPr>
            <p:nvPr/>
          </p:nvSpPr>
          <p:spPr bwMode="invGray">
            <a:xfrm>
              <a:off x="996098" y="2221231"/>
              <a:ext cx="6098064" cy="9387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59" name="Freeform 63"/>
            <p:cNvSpPr/>
            <p:nvPr/>
          </p:nvSpPr>
          <p:spPr bwMode="invGray">
            <a:xfrm>
              <a:off x="4788154" y="2288030"/>
              <a:ext cx="7086" cy="5416"/>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60" name="Freeform 64"/>
            <p:cNvSpPr/>
            <p:nvPr/>
          </p:nvSpPr>
          <p:spPr bwMode="invGray">
            <a:xfrm>
              <a:off x="3465084" y="2298861"/>
              <a:ext cx="3037" cy="1805"/>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61" name="Freeform 65"/>
            <p:cNvSpPr/>
            <p:nvPr/>
          </p:nvSpPr>
          <p:spPr bwMode="invGray">
            <a:xfrm>
              <a:off x="6167913" y="2298861"/>
              <a:ext cx="16197" cy="3611"/>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62" name="Freeform 66"/>
            <p:cNvSpPr/>
            <p:nvPr/>
          </p:nvSpPr>
          <p:spPr bwMode="invGray">
            <a:xfrm>
              <a:off x="6992934" y="2242894"/>
              <a:ext cx="25307" cy="3611"/>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63" name="Freeform 67"/>
            <p:cNvSpPr/>
            <p:nvPr/>
          </p:nvSpPr>
          <p:spPr bwMode="invGray">
            <a:xfrm>
              <a:off x="7224749" y="2277197"/>
              <a:ext cx="28344" cy="3611"/>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64" name="Freeform 68"/>
            <p:cNvSpPr/>
            <p:nvPr/>
          </p:nvSpPr>
          <p:spPr bwMode="invGray">
            <a:xfrm>
              <a:off x="7041525" y="2259144"/>
              <a:ext cx="38467" cy="9027"/>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2" h="7">
                  <a:moveTo>
                    <a:pt x="0" y="3"/>
                  </a:moveTo>
                  <a:lnTo>
                    <a:pt x="0" y="3"/>
                  </a:lnTo>
                  <a:cubicBezTo>
                    <a:pt x="3" y="7"/>
                    <a:pt x="30" y="6"/>
                    <a:pt x="60" y="5"/>
                  </a:cubicBezTo>
                  <a:lnTo>
                    <a:pt x="54" y="5"/>
                  </a:lnTo>
                  <a:cubicBezTo>
                    <a:pt x="63" y="0"/>
                    <a:pt x="31" y="1"/>
                    <a:pt x="0" y="3"/>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65" name="Freeform 69"/>
            <p:cNvSpPr/>
            <p:nvPr/>
          </p:nvSpPr>
          <p:spPr bwMode="invGray">
            <a:xfrm>
              <a:off x="7082014" y="2262755"/>
              <a:ext cx="18221" cy="1805"/>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66" name="Freeform 70"/>
            <p:cNvSpPr/>
            <p:nvPr/>
          </p:nvSpPr>
          <p:spPr bwMode="invGray">
            <a:xfrm>
              <a:off x="6809711" y="2237479"/>
              <a:ext cx="65799" cy="14442"/>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67" name="Freeform 71"/>
            <p:cNvSpPr/>
            <p:nvPr/>
          </p:nvSpPr>
          <p:spPr bwMode="invGray">
            <a:xfrm>
              <a:off x="7039499" y="2273586"/>
              <a:ext cx="17209" cy="7222"/>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68" name="Freeform 72"/>
            <p:cNvSpPr/>
            <p:nvPr/>
          </p:nvSpPr>
          <p:spPr bwMode="invGray">
            <a:xfrm>
              <a:off x="6912965" y="2271780"/>
              <a:ext cx="37455" cy="3611"/>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69" name="Freeform 73"/>
            <p:cNvSpPr/>
            <p:nvPr/>
          </p:nvSpPr>
          <p:spPr bwMode="invGray">
            <a:xfrm>
              <a:off x="6950417" y="2273586"/>
              <a:ext cx="23282" cy="1805"/>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70" name="Freeform 74"/>
            <p:cNvSpPr/>
            <p:nvPr/>
          </p:nvSpPr>
          <p:spPr bwMode="invGray">
            <a:xfrm>
              <a:off x="6987873" y="2280808"/>
              <a:ext cx="29356"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71" name="Freeform 75"/>
            <p:cNvSpPr/>
            <p:nvPr/>
          </p:nvSpPr>
          <p:spPr bwMode="invGray">
            <a:xfrm>
              <a:off x="6570809" y="2271781"/>
              <a:ext cx="39479" cy="5416"/>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72" name="Freeform 76"/>
            <p:cNvSpPr/>
            <p:nvPr/>
          </p:nvSpPr>
          <p:spPr bwMode="invGray">
            <a:xfrm>
              <a:off x="6685196" y="2284419"/>
              <a:ext cx="15184" cy="9027"/>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73" name="Freeform 77"/>
            <p:cNvSpPr/>
            <p:nvPr/>
          </p:nvSpPr>
          <p:spPr bwMode="invGray">
            <a:xfrm>
              <a:off x="6562710" y="2293445"/>
              <a:ext cx="74910" cy="3611"/>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74" name="Freeform 78"/>
            <p:cNvSpPr/>
            <p:nvPr/>
          </p:nvSpPr>
          <p:spPr bwMode="invGray">
            <a:xfrm>
              <a:off x="6135519" y="2268170"/>
              <a:ext cx="7086" cy="12638"/>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75" name="Freeform 79"/>
            <p:cNvSpPr/>
            <p:nvPr/>
          </p:nvSpPr>
          <p:spPr bwMode="invGray">
            <a:xfrm>
              <a:off x="5708331" y="2300667"/>
              <a:ext cx="61750" cy="12638"/>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0" h="10">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76" name="Freeform 80"/>
            <p:cNvSpPr/>
            <p:nvPr/>
          </p:nvSpPr>
          <p:spPr bwMode="invGray">
            <a:xfrm>
              <a:off x="5742749" y="2297056"/>
              <a:ext cx="11135" cy="3611"/>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77" name="Freeform 81"/>
            <p:cNvSpPr/>
            <p:nvPr/>
          </p:nvSpPr>
          <p:spPr bwMode="invGray">
            <a:xfrm>
              <a:off x="1012295" y="2224841"/>
              <a:ext cx="24295" cy="5416"/>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78" name="Freeform 82"/>
            <p:cNvSpPr/>
            <p:nvPr/>
          </p:nvSpPr>
          <p:spPr bwMode="invGray">
            <a:xfrm>
              <a:off x="970791" y="2228453"/>
              <a:ext cx="19233" cy="7222"/>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79" name="Freeform 83"/>
            <p:cNvSpPr/>
            <p:nvPr/>
          </p:nvSpPr>
          <p:spPr bwMode="invGray">
            <a:xfrm>
              <a:off x="4240503" y="2307887"/>
              <a:ext cx="21258" cy="5416"/>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80" name="Freeform 84"/>
            <p:cNvSpPr/>
            <p:nvPr/>
          </p:nvSpPr>
          <p:spPr bwMode="invGray">
            <a:xfrm>
              <a:off x="3929729" y="2297056"/>
              <a:ext cx="10123" cy="7222"/>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81" name="Freeform 85"/>
            <p:cNvSpPr/>
            <p:nvPr/>
          </p:nvSpPr>
          <p:spPr bwMode="invGray">
            <a:xfrm>
              <a:off x="3659447" y="2304276"/>
              <a:ext cx="38467" cy="9027"/>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2" h="8">
                  <a:moveTo>
                    <a:pt x="5" y="7"/>
                  </a:moveTo>
                  <a:lnTo>
                    <a:pt x="5" y="7"/>
                  </a:lnTo>
                  <a:cubicBezTo>
                    <a:pt x="23" y="8"/>
                    <a:pt x="45" y="6"/>
                    <a:pt x="63" y="7"/>
                  </a:cubicBezTo>
                  <a:cubicBezTo>
                    <a:pt x="23" y="8"/>
                    <a:pt x="0" y="0"/>
                    <a:pt x="5" y="7"/>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grpSp>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lvl5pPr>
              <a:defRPr/>
            </a:lvl5pPr>
            <a:lvl6pPr marL="1247795">
              <a:defRPr/>
            </a:lvl6pPr>
            <a:lvl7pPr marL="1247795">
              <a:defRPr/>
            </a:lvl7pPr>
            <a:lvl8pPr marL="1247795">
              <a:defRPr/>
            </a:lvl8pPr>
            <a:lvl9pPr marL="1247795">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9AFE8FB1-0A7A-443E-AAF7-31D4FA1AA312}" type="datetimeFigureOut">
              <a:rPr lang="en-US" smtClean="0"/>
              <a:t>4/23/2024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5BA54BD-C84D-46CE-8B72-31BFB26ABA43}" type="slidenum">
              <a:rPr lang="en-US" smtClean="0"/>
              <a:t>‹#›</a:t>
            </a:fld>
            <a:endParaRPr lang="en-US"/>
          </a:p>
        </p:txBody>
      </p:sp>
    </p:spTree>
    <p:extLst>
      <p:ext uri="{BB962C8B-B14F-4D97-AF65-F5344CB8AC3E}">
        <p14:creationId xmlns:p14="http://schemas.microsoft.com/office/powerpoint/2010/main" val="30103098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grpSp>
        <p:nvGrpSpPr>
          <p:cNvPr id="7" name="line"/>
          <p:cNvGrpSpPr/>
          <p:nvPr/>
        </p:nvGrpSpPr>
        <p:grpSpPr>
          <a:xfrm rot="5400000">
            <a:off x="1698091" y="5088903"/>
            <a:ext cx="9498106" cy="93878"/>
            <a:chOff x="1731297" y="5162928"/>
            <a:chExt cx="15463220" cy="93878"/>
          </a:xfrm>
        </p:grpSpPr>
        <p:sp>
          <p:nvSpPr>
            <p:cNvPr id="8" name="Freeform 10"/>
            <p:cNvSpPr/>
            <p:nvPr/>
          </p:nvSpPr>
          <p:spPr bwMode="invGray">
            <a:xfrm>
              <a:off x="17154026" y="5194484"/>
              <a:ext cx="40492" cy="7222"/>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9" name="Freeform 11"/>
            <p:cNvSpPr/>
            <p:nvPr/>
          </p:nvSpPr>
          <p:spPr bwMode="invGray">
            <a:xfrm>
              <a:off x="17126290" y="5200724"/>
              <a:ext cx="12148" cy="1805"/>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10" name="Freeform 12"/>
            <p:cNvSpPr/>
            <p:nvPr/>
          </p:nvSpPr>
          <p:spPr bwMode="invGray">
            <a:xfrm>
              <a:off x="17162783" y="5197897"/>
              <a:ext cx="25307" cy="9027"/>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11" name="Freeform 15"/>
            <p:cNvSpPr/>
            <p:nvPr/>
          </p:nvSpPr>
          <p:spPr bwMode="invGray">
            <a:xfrm>
              <a:off x="16856759" y="5195268"/>
              <a:ext cx="27332" cy="7222"/>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12" name="Freeform 16"/>
            <p:cNvSpPr/>
            <p:nvPr/>
          </p:nvSpPr>
          <p:spPr bwMode="invGray">
            <a:xfrm>
              <a:off x="16823506" y="5199428"/>
              <a:ext cx="26320" cy="3611"/>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13" name="Freeform 17"/>
            <p:cNvSpPr/>
            <p:nvPr/>
          </p:nvSpPr>
          <p:spPr bwMode="invGray">
            <a:xfrm>
              <a:off x="17122697" y="5202843"/>
              <a:ext cx="49602" cy="5416"/>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14" name="Freeform 18"/>
            <p:cNvSpPr/>
            <p:nvPr/>
          </p:nvSpPr>
          <p:spPr bwMode="invGray">
            <a:xfrm>
              <a:off x="16610966" y="5192914"/>
              <a:ext cx="25307" cy="7222"/>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15" name="Freeform 19"/>
            <p:cNvSpPr/>
            <p:nvPr/>
          </p:nvSpPr>
          <p:spPr bwMode="invGray">
            <a:xfrm>
              <a:off x="16399847" y="5192129"/>
              <a:ext cx="58713" cy="7222"/>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16" name="Freeform 20"/>
            <p:cNvSpPr/>
            <p:nvPr/>
          </p:nvSpPr>
          <p:spPr bwMode="invGray">
            <a:xfrm>
              <a:off x="16324938" y="5194995"/>
              <a:ext cx="22270" cy="5416"/>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17" name="Freeform 21"/>
            <p:cNvSpPr/>
            <p:nvPr/>
          </p:nvSpPr>
          <p:spPr bwMode="invGray">
            <a:xfrm>
              <a:off x="16674542" y="5196838"/>
              <a:ext cx="19233" cy="7222"/>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18" name="Freeform 22"/>
            <p:cNvSpPr/>
            <p:nvPr/>
          </p:nvSpPr>
          <p:spPr bwMode="invGray">
            <a:xfrm>
              <a:off x="16648579" y="5200724"/>
              <a:ext cx="22270" cy="1805"/>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19" name="Freeform 23"/>
            <p:cNvSpPr/>
            <p:nvPr/>
          </p:nvSpPr>
          <p:spPr bwMode="invGray">
            <a:xfrm>
              <a:off x="16708250" y="5202019"/>
              <a:ext cx="3037"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20" name="Freeform 24"/>
            <p:cNvSpPr/>
            <p:nvPr/>
          </p:nvSpPr>
          <p:spPr bwMode="invGray">
            <a:xfrm>
              <a:off x="16882576" y="5200802"/>
              <a:ext cx="45553" cy="12638"/>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21" name="Freeform 25"/>
            <p:cNvSpPr/>
            <p:nvPr/>
          </p:nvSpPr>
          <p:spPr bwMode="invGray">
            <a:xfrm>
              <a:off x="16759630" y="5201273"/>
              <a:ext cx="28344" cy="5416"/>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22" name="Freeform 26"/>
            <p:cNvSpPr/>
            <p:nvPr/>
          </p:nvSpPr>
          <p:spPr bwMode="invGray">
            <a:xfrm>
              <a:off x="16719486" y="5203354"/>
              <a:ext cx="13160" cy="3611"/>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23" name="Freeform 27"/>
            <p:cNvSpPr/>
            <p:nvPr/>
          </p:nvSpPr>
          <p:spPr bwMode="invGray">
            <a:xfrm>
              <a:off x="16362293" y="5198918"/>
              <a:ext cx="54664" cy="5416"/>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24" name="Freeform 28"/>
            <p:cNvSpPr/>
            <p:nvPr/>
          </p:nvSpPr>
          <p:spPr bwMode="invGray">
            <a:xfrm>
              <a:off x="16540609" y="5200724"/>
              <a:ext cx="3037" cy="1805"/>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25" name="Freeform 29"/>
            <p:cNvSpPr/>
            <p:nvPr/>
          </p:nvSpPr>
          <p:spPr bwMode="invGray">
            <a:xfrm>
              <a:off x="16005094" y="5202020"/>
              <a:ext cx="3037"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26" name="Freeform 30"/>
            <p:cNvSpPr/>
            <p:nvPr/>
          </p:nvSpPr>
          <p:spPr bwMode="invGray">
            <a:xfrm>
              <a:off x="16449959" y="5200999"/>
              <a:ext cx="28344" cy="3611"/>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27" name="Freeform 31"/>
            <p:cNvSpPr/>
            <p:nvPr/>
          </p:nvSpPr>
          <p:spPr bwMode="invGray">
            <a:xfrm>
              <a:off x="16232815" y="5197859"/>
              <a:ext cx="20246" cy="3611"/>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28" name="Freeform 32"/>
            <p:cNvSpPr/>
            <p:nvPr/>
          </p:nvSpPr>
          <p:spPr bwMode="invGray">
            <a:xfrm>
              <a:off x="16529628" y="5200449"/>
              <a:ext cx="4049"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29" name="Freeform 33"/>
            <p:cNvSpPr/>
            <p:nvPr/>
          </p:nvSpPr>
          <p:spPr bwMode="invGray">
            <a:xfrm>
              <a:off x="16508572" y="5199429"/>
              <a:ext cx="18221" cy="3611"/>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30" name="Freeform 34"/>
            <p:cNvSpPr/>
            <p:nvPr/>
          </p:nvSpPr>
          <p:spPr bwMode="invGray">
            <a:xfrm>
              <a:off x="15899816" y="5192325"/>
              <a:ext cx="120463" cy="34302"/>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31" name="Freeform 35"/>
            <p:cNvSpPr/>
            <p:nvPr/>
          </p:nvSpPr>
          <p:spPr bwMode="invGray">
            <a:xfrm>
              <a:off x="16049586" y="5196838"/>
              <a:ext cx="60738" cy="7222"/>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32" name="Freeform 36"/>
            <p:cNvSpPr/>
            <p:nvPr/>
          </p:nvSpPr>
          <p:spPr bwMode="invGray">
            <a:xfrm>
              <a:off x="16205735" y="5195347"/>
              <a:ext cx="86045" cy="18053"/>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33" name="Freeform 37"/>
            <p:cNvSpPr/>
            <p:nvPr/>
          </p:nvSpPr>
          <p:spPr bwMode="invGray">
            <a:xfrm>
              <a:off x="16847596" y="5213283"/>
              <a:ext cx="6074" cy="1805"/>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34" name="Freeform 38"/>
            <p:cNvSpPr/>
            <p:nvPr/>
          </p:nvSpPr>
          <p:spPr bwMode="invGray">
            <a:xfrm>
              <a:off x="16789896" y="5203432"/>
              <a:ext cx="74910" cy="14442"/>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35" name="Freeform 39"/>
            <p:cNvSpPr/>
            <p:nvPr/>
          </p:nvSpPr>
          <p:spPr bwMode="invGray">
            <a:xfrm>
              <a:off x="16462815" y="5206257"/>
              <a:ext cx="44541" cy="7222"/>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36" name="Freeform 40"/>
            <p:cNvSpPr/>
            <p:nvPr/>
          </p:nvSpPr>
          <p:spPr bwMode="invGray">
            <a:xfrm>
              <a:off x="15963032" y="5195544"/>
              <a:ext cx="24295" cy="9027"/>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37" name="Freeform 41"/>
            <p:cNvSpPr/>
            <p:nvPr/>
          </p:nvSpPr>
          <p:spPr bwMode="invGray">
            <a:xfrm>
              <a:off x="15842365" y="5197859"/>
              <a:ext cx="14172" cy="3611"/>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38" name="Freeform 42"/>
            <p:cNvSpPr/>
            <p:nvPr/>
          </p:nvSpPr>
          <p:spPr bwMode="invGray">
            <a:xfrm>
              <a:off x="8584290" y="5221917"/>
              <a:ext cx="13160" cy="1805"/>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39" name="Freeform 43"/>
            <p:cNvSpPr/>
            <p:nvPr/>
          </p:nvSpPr>
          <p:spPr bwMode="invGray">
            <a:xfrm>
              <a:off x="8812518" y="5221132"/>
              <a:ext cx="6074" cy="1805"/>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40" name="Freeform 44"/>
            <p:cNvSpPr/>
            <p:nvPr/>
          </p:nvSpPr>
          <p:spPr bwMode="invGray">
            <a:xfrm>
              <a:off x="12638729" y="5191108"/>
              <a:ext cx="39479" cy="10833"/>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41" name="Freeform 45"/>
            <p:cNvSpPr/>
            <p:nvPr/>
          </p:nvSpPr>
          <p:spPr bwMode="invGray">
            <a:xfrm>
              <a:off x="10552693" y="5208337"/>
              <a:ext cx="18221" cy="5416"/>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8" h="4">
                  <a:moveTo>
                    <a:pt x="0" y="3"/>
                  </a:moveTo>
                  <a:lnTo>
                    <a:pt x="0" y="3"/>
                  </a:lnTo>
                  <a:lnTo>
                    <a:pt x="9" y="4"/>
                  </a:lnTo>
                  <a:lnTo>
                    <a:pt x="29" y="0"/>
                  </a:lnTo>
                  <a:lnTo>
                    <a:pt x="0" y="3"/>
                  </a:ln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42" name="Freeform 46"/>
            <p:cNvSpPr/>
            <p:nvPr/>
          </p:nvSpPr>
          <p:spPr bwMode="invGray">
            <a:xfrm>
              <a:off x="10470494" y="5219052"/>
              <a:ext cx="24295" cy="3611"/>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43" name="Freeform 47"/>
            <p:cNvSpPr/>
            <p:nvPr/>
          </p:nvSpPr>
          <p:spPr bwMode="invGray">
            <a:xfrm>
              <a:off x="7436017" y="5222466"/>
              <a:ext cx="23282" cy="5416"/>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44" name="Freeform 48"/>
            <p:cNvSpPr/>
            <p:nvPr/>
          </p:nvSpPr>
          <p:spPr bwMode="invGray">
            <a:xfrm>
              <a:off x="14480443" y="5197623"/>
              <a:ext cx="39479" cy="7222"/>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45" name="Freeform 49"/>
            <p:cNvSpPr/>
            <p:nvPr/>
          </p:nvSpPr>
          <p:spPr bwMode="invGray">
            <a:xfrm>
              <a:off x="8672109" y="5195505"/>
              <a:ext cx="12148" cy="3611"/>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46" name="Freeform 50"/>
            <p:cNvSpPr/>
            <p:nvPr/>
          </p:nvSpPr>
          <p:spPr bwMode="invGray">
            <a:xfrm>
              <a:off x="14379617" y="5196564"/>
              <a:ext cx="45553" cy="5416"/>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47" name="Freeform 51"/>
            <p:cNvSpPr/>
            <p:nvPr/>
          </p:nvSpPr>
          <p:spPr bwMode="invGray">
            <a:xfrm>
              <a:off x="3277411" y="5217993"/>
              <a:ext cx="5061" cy="1805"/>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48" name="Freeform 52"/>
            <p:cNvSpPr/>
            <p:nvPr/>
          </p:nvSpPr>
          <p:spPr bwMode="invGray">
            <a:xfrm>
              <a:off x="2084849" y="5193660"/>
              <a:ext cx="22270" cy="1805"/>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49" name="Freeform 53"/>
            <p:cNvSpPr/>
            <p:nvPr/>
          </p:nvSpPr>
          <p:spPr bwMode="invGray">
            <a:xfrm>
              <a:off x="15352100" y="5198369"/>
              <a:ext cx="12148" cy="1805"/>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50" name="Freeform 54"/>
            <p:cNvSpPr/>
            <p:nvPr/>
          </p:nvSpPr>
          <p:spPr bwMode="invGray">
            <a:xfrm>
              <a:off x="15470891" y="5208063"/>
              <a:ext cx="5061" cy="3611"/>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51" name="Freeform 55"/>
            <p:cNvSpPr/>
            <p:nvPr/>
          </p:nvSpPr>
          <p:spPr bwMode="invGray">
            <a:xfrm>
              <a:off x="14077234" y="5214068"/>
              <a:ext cx="3037" cy="1805"/>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52" name="Freeform 56"/>
            <p:cNvSpPr/>
            <p:nvPr/>
          </p:nvSpPr>
          <p:spPr bwMode="invGray">
            <a:xfrm>
              <a:off x="15361056" y="5200449"/>
              <a:ext cx="15184"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53" name="Freeform 57"/>
            <p:cNvSpPr/>
            <p:nvPr/>
          </p:nvSpPr>
          <p:spPr bwMode="invGray">
            <a:xfrm>
              <a:off x="15387022" y="5198369"/>
              <a:ext cx="12148" cy="1805"/>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54" name="Freeform 58"/>
            <p:cNvSpPr/>
            <p:nvPr/>
          </p:nvSpPr>
          <p:spPr bwMode="invGray">
            <a:xfrm>
              <a:off x="15319454" y="5199154"/>
              <a:ext cx="19233" cy="1805"/>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55" name="Freeform 59"/>
            <p:cNvSpPr/>
            <p:nvPr/>
          </p:nvSpPr>
          <p:spPr bwMode="invGray">
            <a:xfrm>
              <a:off x="5496920" y="5212773"/>
              <a:ext cx="13160" cy="3611"/>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56" name="Freeform 60"/>
            <p:cNvSpPr/>
            <p:nvPr/>
          </p:nvSpPr>
          <p:spPr bwMode="invGray">
            <a:xfrm>
              <a:off x="11995045" y="5222702"/>
              <a:ext cx="2025" cy="1805"/>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57" name="Freeform 61"/>
            <p:cNvSpPr/>
            <p:nvPr/>
          </p:nvSpPr>
          <p:spPr bwMode="invGray">
            <a:xfrm>
              <a:off x="11923575" y="5210025"/>
              <a:ext cx="42516" cy="21664"/>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58" name="Freeform 62"/>
            <p:cNvSpPr>
              <a:spLocks noEditPoints="1"/>
            </p:cNvSpPr>
            <p:nvPr/>
          </p:nvSpPr>
          <p:spPr bwMode="invGray">
            <a:xfrm>
              <a:off x="5740911" y="5162928"/>
              <a:ext cx="6098064" cy="9387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59" name="Freeform 63"/>
            <p:cNvSpPr/>
            <p:nvPr/>
          </p:nvSpPr>
          <p:spPr bwMode="invGray">
            <a:xfrm>
              <a:off x="10503546" y="5216973"/>
              <a:ext cx="7086" cy="5416"/>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60" name="Freeform 64"/>
            <p:cNvSpPr/>
            <p:nvPr/>
          </p:nvSpPr>
          <p:spPr bwMode="invGray">
            <a:xfrm>
              <a:off x="7457781" y="5222702"/>
              <a:ext cx="3037" cy="1805"/>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61" name="Freeform 65"/>
            <p:cNvSpPr/>
            <p:nvPr/>
          </p:nvSpPr>
          <p:spPr bwMode="invGray">
            <a:xfrm>
              <a:off x="13682987" y="5222192"/>
              <a:ext cx="16197" cy="3611"/>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62" name="Freeform 66"/>
            <p:cNvSpPr/>
            <p:nvPr/>
          </p:nvSpPr>
          <p:spPr bwMode="invGray">
            <a:xfrm>
              <a:off x="15586500" y="5197859"/>
              <a:ext cx="25307" cy="3611"/>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63" name="Freeform 67"/>
            <p:cNvSpPr/>
            <p:nvPr/>
          </p:nvSpPr>
          <p:spPr bwMode="invGray">
            <a:xfrm>
              <a:off x="16121664" y="5212773"/>
              <a:ext cx="28344" cy="3611"/>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64" name="Freeform 68"/>
            <p:cNvSpPr/>
            <p:nvPr/>
          </p:nvSpPr>
          <p:spPr bwMode="invGray">
            <a:xfrm>
              <a:off x="15706815" y="5203393"/>
              <a:ext cx="38467" cy="9027"/>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2" h="7">
                  <a:moveTo>
                    <a:pt x="0" y="3"/>
                  </a:moveTo>
                  <a:lnTo>
                    <a:pt x="0" y="3"/>
                  </a:lnTo>
                  <a:cubicBezTo>
                    <a:pt x="3" y="7"/>
                    <a:pt x="30" y="6"/>
                    <a:pt x="60" y="5"/>
                  </a:cubicBezTo>
                  <a:lnTo>
                    <a:pt x="54" y="5"/>
                  </a:lnTo>
                  <a:cubicBezTo>
                    <a:pt x="63" y="0"/>
                    <a:pt x="31" y="1"/>
                    <a:pt x="0" y="3"/>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65" name="Freeform 69"/>
            <p:cNvSpPr/>
            <p:nvPr/>
          </p:nvSpPr>
          <p:spPr bwMode="invGray">
            <a:xfrm>
              <a:off x="15786788" y="5207004"/>
              <a:ext cx="18221" cy="1805"/>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66" name="Freeform 70"/>
            <p:cNvSpPr/>
            <p:nvPr/>
          </p:nvSpPr>
          <p:spPr bwMode="invGray">
            <a:xfrm>
              <a:off x="15191392" y="5192444"/>
              <a:ext cx="65799" cy="14442"/>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67" name="Freeform 71"/>
            <p:cNvSpPr/>
            <p:nvPr/>
          </p:nvSpPr>
          <p:spPr bwMode="invGray">
            <a:xfrm>
              <a:off x="15688339" y="5210182"/>
              <a:ext cx="17209" cy="7222"/>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68" name="Freeform 72"/>
            <p:cNvSpPr/>
            <p:nvPr/>
          </p:nvSpPr>
          <p:spPr bwMode="invGray">
            <a:xfrm>
              <a:off x="15410458" y="5210418"/>
              <a:ext cx="37455" cy="3611"/>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69" name="Freeform 73"/>
            <p:cNvSpPr/>
            <p:nvPr/>
          </p:nvSpPr>
          <p:spPr bwMode="invGray">
            <a:xfrm>
              <a:off x="15487396" y="5211713"/>
              <a:ext cx="23282" cy="1805"/>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70" name="Freeform 74"/>
            <p:cNvSpPr/>
            <p:nvPr/>
          </p:nvSpPr>
          <p:spPr bwMode="invGray">
            <a:xfrm>
              <a:off x="15577493" y="5215363"/>
              <a:ext cx="29356"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71" name="Freeform 75"/>
            <p:cNvSpPr/>
            <p:nvPr/>
          </p:nvSpPr>
          <p:spPr bwMode="invGray">
            <a:xfrm>
              <a:off x="14624800" y="5209908"/>
              <a:ext cx="39479" cy="5416"/>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72" name="Freeform 76"/>
            <p:cNvSpPr/>
            <p:nvPr/>
          </p:nvSpPr>
          <p:spPr bwMode="invGray">
            <a:xfrm>
              <a:off x="14872108" y="5214382"/>
              <a:ext cx="15184" cy="9027"/>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73" name="Freeform 77"/>
            <p:cNvSpPr/>
            <p:nvPr/>
          </p:nvSpPr>
          <p:spPr bwMode="invGray">
            <a:xfrm>
              <a:off x="14629202" y="5219837"/>
              <a:ext cx="74910" cy="3611"/>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74" name="Freeform 78"/>
            <p:cNvSpPr/>
            <p:nvPr/>
          </p:nvSpPr>
          <p:spPr bwMode="invGray">
            <a:xfrm>
              <a:off x="13602557" y="5206298"/>
              <a:ext cx="7086" cy="12638"/>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75" name="Freeform 79"/>
            <p:cNvSpPr/>
            <p:nvPr/>
          </p:nvSpPr>
          <p:spPr bwMode="invGray">
            <a:xfrm>
              <a:off x="12655534" y="5220427"/>
              <a:ext cx="61750" cy="12638"/>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0" h="10">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76" name="Freeform 80"/>
            <p:cNvSpPr/>
            <p:nvPr/>
          </p:nvSpPr>
          <p:spPr bwMode="invGray">
            <a:xfrm>
              <a:off x="12701798" y="5221407"/>
              <a:ext cx="11135" cy="3611"/>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77" name="Freeform 81"/>
            <p:cNvSpPr/>
            <p:nvPr/>
          </p:nvSpPr>
          <p:spPr bwMode="invGray">
            <a:xfrm>
              <a:off x="1830048" y="5189500"/>
              <a:ext cx="24295" cy="5416"/>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78" name="Freeform 82"/>
            <p:cNvSpPr/>
            <p:nvPr/>
          </p:nvSpPr>
          <p:spPr bwMode="invGray">
            <a:xfrm>
              <a:off x="1731297" y="5190559"/>
              <a:ext cx="19233" cy="7222"/>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79" name="Freeform 83"/>
            <p:cNvSpPr/>
            <p:nvPr/>
          </p:nvSpPr>
          <p:spPr bwMode="invGray">
            <a:xfrm>
              <a:off x="9253131" y="5225605"/>
              <a:ext cx="21258" cy="5416"/>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80" name="Freeform 84"/>
            <p:cNvSpPr/>
            <p:nvPr/>
          </p:nvSpPr>
          <p:spPr bwMode="invGray">
            <a:xfrm>
              <a:off x="8531093" y="5220385"/>
              <a:ext cx="10123" cy="7222"/>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sp>
          <p:nvSpPr>
            <p:cNvPr id="81" name="Freeform 85"/>
            <p:cNvSpPr/>
            <p:nvPr/>
          </p:nvSpPr>
          <p:spPr bwMode="invGray">
            <a:xfrm>
              <a:off x="7927854" y="5223015"/>
              <a:ext cx="38467" cy="9027"/>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2" h="8">
                  <a:moveTo>
                    <a:pt x="5" y="7"/>
                  </a:moveTo>
                  <a:lnTo>
                    <a:pt x="5" y="7"/>
                  </a:lnTo>
                  <a:cubicBezTo>
                    <a:pt x="23" y="8"/>
                    <a:pt x="45" y="6"/>
                    <a:pt x="63" y="7"/>
                  </a:cubicBezTo>
                  <a:cubicBezTo>
                    <a:pt x="23" y="8"/>
                    <a:pt x="0" y="0"/>
                    <a:pt x="5" y="7"/>
                  </a:cubicBezTo>
                  <a:close/>
                </a:path>
              </a:pathLst>
            </a:custGeom>
            <a:solidFill>
              <a:schemeClr val="accent1"/>
            </a:solidFill>
            <a:ln w="0">
              <a:noFill/>
              <a:prstDash val="solid"/>
              <a:round/>
            </a:ln>
          </p:spPr>
          <p:txBody>
            <a:bodyPr vert="horz" wrap="square" lIns="91440" tIns="45720" rIns="91440" bIns="45720" numCol="1" anchor="t" anchorCtr="0" compatLnSpc="1">
              <a:prstTxWarp prst="textNoShape">
                <a:avLst/>
              </a:prstTxWarp>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a:ln>
                  <a:noFill/>
                </a:ln>
              </a:endParaRPr>
            </a:p>
          </p:txBody>
        </p:sp>
      </p:grpSp>
      <p:sp>
        <p:nvSpPr>
          <p:cNvPr id="2" name="Vertical Title 1"/>
          <p:cNvSpPr>
            <a:spLocks noGrp="1"/>
          </p:cNvSpPr>
          <p:nvPr>
            <p:ph type="title" orient="vert"/>
          </p:nvPr>
        </p:nvSpPr>
        <p:spPr>
          <a:xfrm>
            <a:off x="6607248" y="402804"/>
            <a:ext cx="874623" cy="8655896"/>
          </a:xfrm>
        </p:spPr>
        <p:txBody>
          <a:bodyPr vert="eaVert"/>
          <a:lstStyle/>
          <a:p>
            <a:r>
              <a:rPr lang="en-US"/>
              <a:t>Click to edit Master title style</a:t>
            </a:r>
            <a:endParaRPr/>
          </a:p>
        </p:txBody>
      </p:sp>
      <p:sp>
        <p:nvSpPr>
          <p:cNvPr id="3" name="Vertical Text Placeholder 2"/>
          <p:cNvSpPr>
            <a:spLocks noGrp="1"/>
          </p:cNvSpPr>
          <p:nvPr>
            <p:ph type="body" orient="vert" idx="1"/>
          </p:nvPr>
        </p:nvSpPr>
        <p:spPr>
          <a:xfrm>
            <a:off x="387708" y="407459"/>
            <a:ext cx="5830819" cy="8651240"/>
          </a:xfrm>
        </p:spPr>
        <p:txBody>
          <a:bodyPr vert="eaVert"/>
          <a:lstStyle>
            <a:lvl5pPr>
              <a:defRPr/>
            </a:lvl5pPr>
            <a:lvl6pPr>
              <a:defRPr/>
            </a:lvl6pPr>
            <a:lvl7pPr>
              <a:defRPr/>
            </a:lvl7pPr>
            <a:lvl8pPr>
              <a:defRPr baseline="0"/>
            </a:lvl8pPr>
            <a:lvl9pPr>
              <a:defRPr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9AFE8FB1-0A7A-443E-AAF7-31D4FA1AA312}" type="datetimeFigureOut">
              <a:rPr lang="en-US" smtClean="0"/>
              <a:t>4/23/2024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5BA54BD-C84D-46CE-8B72-31BFB26ABA43}" type="slidenum">
              <a:rPr lang="en-US" smtClean="0"/>
              <a:t>‹#›</a:t>
            </a:fld>
            <a:endParaRPr lang="en-US"/>
          </a:p>
        </p:txBody>
      </p:sp>
    </p:spTree>
    <p:extLst>
      <p:ext uri="{BB962C8B-B14F-4D97-AF65-F5344CB8AC3E}">
        <p14:creationId xmlns:p14="http://schemas.microsoft.com/office/powerpoint/2010/main" val="29276476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 /><Relationship Id="rId2" Type="http://schemas.openxmlformats.org/officeDocument/2006/relationships/slideLayout" Target="../slideLayouts/slideLayout13.xml" /><Relationship Id="rId1" Type="http://schemas.openxmlformats.org/officeDocument/2006/relationships/slideLayout" Target="../slideLayouts/slideLayout12.xml" /><Relationship Id="rId6" Type="http://schemas.openxmlformats.org/officeDocument/2006/relationships/theme" Target="../theme/theme2.xml" /><Relationship Id="rId5" Type="http://schemas.openxmlformats.org/officeDocument/2006/relationships/slideLayout" Target="../slideLayouts/slideLayout16.xml" /><Relationship Id="rId4" Type="http://schemas.openxmlformats.org/officeDocument/2006/relationships/slideLayout" Target="../slideLayouts/slideLayout15.xml" /></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4.xml" /><Relationship Id="rId3" Type="http://schemas.openxmlformats.org/officeDocument/2006/relationships/slideLayout" Target="../slideLayouts/slideLayout19.xml" /><Relationship Id="rId7" Type="http://schemas.openxmlformats.org/officeDocument/2006/relationships/slideLayout" Target="../slideLayouts/slideLayout23.xml" /><Relationship Id="rId12" Type="http://schemas.openxmlformats.org/officeDocument/2006/relationships/theme" Target="../theme/theme3.xml" /><Relationship Id="rId2" Type="http://schemas.openxmlformats.org/officeDocument/2006/relationships/slideLayout" Target="../slideLayouts/slideLayout18.xml" /><Relationship Id="rId1" Type="http://schemas.openxmlformats.org/officeDocument/2006/relationships/slideLayout" Target="../slideLayouts/slideLayout17.xml" /><Relationship Id="rId6" Type="http://schemas.openxmlformats.org/officeDocument/2006/relationships/slideLayout" Target="../slideLayouts/slideLayout22.xml" /><Relationship Id="rId11" Type="http://schemas.openxmlformats.org/officeDocument/2006/relationships/slideLayout" Target="../slideLayouts/slideLayout27.xml" /><Relationship Id="rId5" Type="http://schemas.openxmlformats.org/officeDocument/2006/relationships/slideLayout" Target="../slideLayouts/slideLayout21.xml" /><Relationship Id="rId10" Type="http://schemas.openxmlformats.org/officeDocument/2006/relationships/slideLayout" Target="../slideLayouts/slideLayout26.xml" /><Relationship Id="rId4" Type="http://schemas.openxmlformats.org/officeDocument/2006/relationships/slideLayout" Target="../slideLayouts/slideLayout20.xml" /><Relationship Id="rId9" Type="http://schemas.openxmlformats.org/officeDocument/2006/relationships/slideLayout" Target="../slideLayouts/slideLayout25.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8FD0B7A-F5DD-4F40-B4CB-3B2C354B893A}" type="datetimeFigureOut">
              <a:rPr lang="en-US" smtClean="0"/>
              <a:t>4/23/2024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3AE1883-0942-4AA3-9DB2-9C7C3A0314B1}"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388620" y="402336"/>
            <a:ext cx="6995160" cy="1609344"/>
          </a:xfrm>
          <a:prstGeom prst="rect">
            <a:avLst/>
          </a:prstGeom>
        </p:spPr>
        <p:txBody>
          <a:bodyPr wrap="square" lIns="0" tIns="0" rIns="0" bIns="0">
            <a:spAutoFit/>
          </a:bodyPr>
          <a:lstStyle>
            <a:lvl1pPr>
              <a:defRPr/>
            </a:lvl1pPr>
          </a:lstStyle>
          <a:p>
            <a:endParaRPr/>
          </a:p>
        </p:txBody>
      </p:sp>
      <p:sp>
        <p:nvSpPr>
          <p:cNvPr id="3" name="Holder 3"/>
          <p:cNvSpPr>
            <a:spLocks noGrp="1"/>
          </p:cNvSpPr>
          <p:nvPr>
            <p:ph type="body" idx="1"/>
          </p:nvPr>
        </p:nvSpPr>
        <p:spPr>
          <a:xfrm>
            <a:off x="388620" y="2313432"/>
            <a:ext cx="6995160" cy="6638544"/>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2642616" y="9354312"/>
            <a:ext cx="2487168" cy="502920"/>
          </a:xfrm>
          <a:prstGeom prst="rect">
            <a:avLst/>
          </a:prstGeom>
        </p:spPr>
        <p:txBody>
          <a:bodyPr wrap="square" lIns="0" tIns="0" rIns="0" bIns="0">
            <a:spAutoFit/>
          </a:bodyPr>
          <a:lstStyle>
            <a:defPPr>
              <a:defRPr kern="0"/>
            </a:defPPr>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388620" y="9354312"/>
            <a:ext cx="1787652" cy="502920"/>
          </a:xfrm>
          <a:prstGeom prst="rect">
            <a:avLst/>
          </a:prstGeom>
        </p:spPr>
        <p:txBody>
          <a:bodyPr wrap="square" lIns="0" tIns="0" rIns="0" bIns="0">
            <a:spAutoFit/>
          </a:bodyPr>
          <a:lstStyle>
            <a:defPPr>
              <a:defRPr kern="0"/>
            </a:defPPr>
            <a:lvl1pPr algn="l">
              <a:defRPr>
                <a:solidFill>
                  <a:schemeClr val="tx1">
                    <a:tint val="75000"/>
                  </a:schemeClr>
                </a:solidFill>
              </a:defRPr>
            </a:lvl1pPr>
          </a:lstStyle>
          <a:p>
            <a:fld id="{1D8BD707-D9CF-40AE-B4C6-C98DA3205C09}" type="datetimeFigureOut">
              <a:rPr lang="en-US"/>
              <a:t>4/23/2024</a:t>
            </a:fld>
            <a:endParaRPr lang="en-US"/>
          </a:p>
        </p:txBody>
      </p:sp>
      <p:sp>
        <p:nvSpPr>
          <p:cNvPr id="6" name="Holder 6"/>
          <p:cNvSpPr>
            <a:spLocks noGrp="1"/>
          </p:cNvSpPr>
          <p:nvPr>
            <p:ph type="sldNum" sz="quarter" idx="7"/>
          </p:nvPr>
        </p:nvSpPr>
        <p:spPr>
          <a:xfrm>
            <a:off x="5596128" y="9354312"/>
            <a:ext cx="1787652" cy="502920"/>
          </a:xfrm>
          <a:prstGeom prst="rect">
            <a:avLst/>
          </a:prstGeom>
        </p:spPr>
        <p:txBody>
          <a:bodyPr wrap="square" lIns="0" tIns="0" rIns="0" bIns="0">
            <a:spAutoFit/>
          </a:bodyPr>
          <a:lstStyle>
            <a:defPPr>
              <a:defRPr kern="0"/>
            </a:defPPr>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0" r:id="rId1"/>
    <p:sldLayoutId id="2147483662" r:id="rId2"/>
    <p:sldLayoutId id="2147483663" r:id="rId3"/>
    <p:sldLayoutId id="2147483664" r:id="rId4"/>
    <p:sldLayoutId id="2147483665" r:id="rId5"/>
  </p:sldLayoutIdLst>
  <p:transition/>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70792" y="402802"/>
            <a:ext cx="5830817" cy="1497118"/>
          </a:xfrm>
          <a:prstGeom prst="rect">
            <a:avLst/>
          </a:prstGeom>
        </p:spPr>
        <p:txBody>
          <a:bodyPr vert="horz" lIns="91440" tIns="45720" rIns="91440" bIns="45720" rtlCol="0" anchor="b">
            <a:normAutofit/>
          </a:bodyPr>
          <a:lstStyle/>
          <a:p>
            <a:r>
              <a:rPr lang="en-US"/>
              <a:t>Click to edit Master title style</a:t>
            </a:r>
            <a:endParaRPr/>
          </a:p>
        </p:txBody>
      </p:sp>
      <p:sp>
        <p:nvSpPr>
          <p:cNvPr id="3" name="Text Placeholder 2"/>
          <p:cNvSpPr>
            <a:spLocks noGrp="1"/>
          </p:cNvSpPr>
          <p:nvPr>
            <p:ph type="body" idx="1"/>
          </p:nvPr>
        </p:nvSpPr>
        <p:spPr>
          <a:xfrm>
            <a:off x="970792" y="2794000"/>
            <a:ext cx="5830819" cy="625856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2"/>
          </p:nvPr>
        </p:nvSpPr>
        <p:spPr>
          <a:xfrm>
            <a:off x="5149543" y="9387842"/>
            <a:ext cx="793167" cy="405131"/>
          </a:xfrm>
          <a:prstGeom prst="rect">
            <a:avLst/>
          </a:prstGeom>
        </p:spPr>
        <p:txBody>
          <a:bodyPr vert="horz" lIns="91440" tIns="45720" rIns="91440" bIns="45720" rtlCol="0" anchor="ctr"/>
          <a:lstStyle>
            <a:defPPr>
              <a:defRPr lang="en-US"/>
            </a:defPPr>
            <a:lvl1pPr marL="0" algn="r" defTabSz="583082" rtl="0" eaLnBrk="1" latinLnBrk="0" hangingPunct="1">
              <a:defRPr sz="638" kern="1200">
                <a:solidFill>
                  <a:schemeClr val="tx1">
                    <a:tint val="75000"/>
                  </a:schemeClr>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fld id="{9AFE8FB1-0A7A-443E-AAF7-31D4FA1AA312}" type="datetimeFigureOut">
              <a:rPr lang="en-US" smtClean="0"/>
              <a:t>4/23/2024</a:t>
            </a:fld>
            <a:endParaRPr lang="en-US"/>
          </a:p>
        </p:txBody>
      </p:sp>
      <p:sp>
        <p:nvSpPr>
          <p:cNvPr id="5" name="Footer Placeholder 4"/>
          <p:cNvSpPr>
            <a:spLocks noGrp="1"/>
          </p:cNvSpPr>
          <p:nvPr>
            <p:ph type="ftr" sz="quarter" idx="3"/>
          </p:nvPr>
        </p:nvSpPr>
        <p:spPr>
          <a:xfrm>
            <a:off x="970791" y="9387842"/>
            <a:ext cx="4032982" cy="405131"/>
          </a:xfrm>
          <a:prstGeom prst="rect">
            <a:avLst/>
          </a:prstGeom>
        </p:spPr>
        <p:txBody>
          <a:bodyPr vert="horz" lIns="91440" tIns="45720" rIns="91440" bIns="45720" rtlCol="0" anchor="ctr"/>
          <a:lstStyle>
            <a:defPPr>
              <a:defRPr lang="en-US"/>
            </a:defPPr>
            <a:lvl1pPr marL="0" algn="l" defTabSz="583082" rtl="0" eaLnBrk="1" latinLnBrk="0" hangingPunct="1">
              <a:defRPr sz="638" kern="1200">
                <a:solidFill>
                  <a:schemeClr val="tx1">
                    <a:tint val="75000"/>
                  </a:schemeClr>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endParaRPr lang="en-US"/>
          </a:p>
        </p:txBody>
      </p:sp>
      <p:sp>
        <p:nvSpPr>
          <p:cNvPr id="6" name="Slide Number Placeholder 5"/>
          <p:cNvSpPr>
            <a:spLocks noGrp="1"/>
          </p:cNvSpPr>
          <p:nvPr>
            <p:ph type="sldNum" sz="quarter" idx="4"/>
          </p:nvPr>
        </p:nvSpPr>
        <p:spPr>
          <a:xfrm>
            <a:off x="6072756" y="9387842"/>
            <a:ext cx="728854" cy="405131"/>
          </a:xfrm>
          <a:prstGeom prst="rect">
            <a:avLst/>
          </a:prstGeom>
        </p:spPr>
        <p:txBody>
          <a:bodyPr vert="horz" lIns="91440" tIns="45720" rIns="91440" bIns="45720" rtlCol="0" anchor="ctr"/>
          <a:lstStyle>
            <a:defPPr>
              <a:defRPr lang="en-US"/>
            </a:defPPr>
            <a:lvl1pPr marL="0" algn="r" defTabSz="583082" rtl="0" eaLnBrk="1" latinLnBrk="0" hangingPunct="1">
              <a:defRPr sz="638" kern="1200">
                <a:solidFill>
                  <a:schemeClr val="tx1">
                    <a:tint val="75000"/>
                  </a:schemeClr>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fld id="{25BA54BD-C84D-46CE-8B72-31BFB26ABA43}" type="slidenum">
              <a:rPr lang="en-US" smtClean="0"/>
              <a:t>‹#›</a:t>
            </a:fld>
            <a:endParaRPr lang="en-US"/>
          </a:p>
        </p:txBody>
      </p:sp>
    </p:spTree>
    <p:extLst>
      <p:ext uri="{BB962C8B-B14F-4D97-AF65-F5344CB8AC3E}">
        <p14:creationId xmlns:p14="http://schemas.microsoft.com/office/powerpoint/2010/main" val="2718059455"/>
      </p:ext>
    </p:extLst>
  </p:cSld>
  <p:clrMap bg1="dk1" tx1="lt1" bg2="dk2" tx2="lt2" accent1="accent1" accent2="accent2" accent3="accent3" accent4="accent4" accent5="accent5" accent6="accent6" hlink="hlink" folHlink="folHlink"/>
  <p:sldLayoutIdLst>
    <p:sldLayoutId id="2147483667"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mc:AlternateContent xmlns:mc="http://schemas.openxmlformats.org/markup-compatibility/2006" xmlns:p14="http://schemas.microsoft.com/office/powerpoint/2010/main">
    <mc:Choice Requires="p14">
      <p:transition spd="med" p14:dur="700">
        <p:fade/>
      </p:transition>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med">
        <p:fade/>
      </p:transition>
    </mc:Fallback>
  </mc:AlternateContent>
  <p:txStyles>
    <p:titleStyle>
      <a:lvl1pPr algn="l" defTabSz="583082" rtl="0" eaLnBrk="1" latinLnBrk="0" hangingPunct="1">
        <a:lnSpc>
          <a:spcPct val="90000"/>
        </a:lnSpc>
        <a:spcBef>
          <a:spcPct val="0"/>
        </a:spcBef>
        <a:buNone/>
        <a:defRPr sz="2041" kern="1200">
          <a:solidFill>
            <a:schemeClr val="tx1"/>
          </a:solidFill>
          <a:latin typeface="+mj-lt"/>
          <a:ea typeface="+mj-ea"/>
          <a:cs typeface="+mj-cs"/>
        </a:defRPr>
      </a:lvl1pPr>
    </p:titleStyle>
    <p:bodyStyle>
      <a:lvl1pPr marL="174925" indent="-174925" algn="l" defTabSz="583082" rtl="0" eaLnBrk="1" latinLnBrk="0" hangingPunct="1">
        <a:lnSpc>
          <a:spcPct val="90000"/>
        </a:lnSpc>
        <a:spcBef>
          <a:spcPts val="1148"/>
        </a:spcBef>
        <a:buSzTx/>
        <a:buFont typeface="Arial" pitchFamily="34" charset="0"/>
        <a:buChar char="▪"/>
        <a:defRPr sz="1530" kern="1200">
          <a:solidFill>
            <a:schemeClr val="tx1"/>
          </a:solidFill>
          <a:latin typeface="+mn-lt"/>
          <a:ea typeface="+mn-ea"/>
          <a:cs typeface="+mn-cs"/>
        </a:defRPr>
      </a:lvl1pPr>
      <a:lvl2pPr marL="367342" indent="-174925" algn="l" defTabSz="583082" rtl="0" eaLnBrk="1" latinLnBrk="0" hangingPunct="1">
        <a:lnSpc>
          <a:spcPct val="90000"/>
        </a:lnSpc>
        <a:spcBef>
          <a:spcPts val="383"/>
        </a:spcBef>
        <a:buSzTx/>
        <a:buFont typeface="Consolas" pitchFamily="49" charset="0"/>
        <a:buChar char="–"/>
        <a:defRPr sz="1275" kern="1200">
          <a:solidFill>
            <a:schemeClr val="tx1"/>
          </a:solidFill>
          <a:latin typeface="+mn-lt"/>
          <a:ea typeface="+mn-ea"/>
          <a:cs typeface="+mn-cs"/>
        </a:defRPr>
      </a:lvl2pPr>
      <a:lvl3pPr marL="513112" indent="-145770" algn="l" defTabSz="583082" rtl="0" eaLnBrk="1" latinLnBrk="0" hangingPunct="1">
        <a:lnSpc>
          <a:spcPct val="90000"/>
        </a:lnSpc>
        <a:spcBef>
          <a:spcPts val="383"/>
        </a:spcBef>
        <a:buSzTx/>
        <a:buFont typeface="Arial" pitchFamily="34" charset="0"/>
        <a:buChar char="▪"/>
        <a:defRPr sz="1148" kern="1200">
          <a:solidFill>
            <a:schemeClr val="tx1"/>
          </a:solidFill>
          <a:latin typeface="+mn-lt"/>
          <a:ea typeface="+mn-ea"/>
          <a:cs typeface="+mn-cs"/>
        </a:defRPr>
      </a:lvl3pPr>
      <a:lvl4pPr marL="658882" indent="-145770" algn="l" defTabSz="583082" rtl="0" eaLnBrk="1" latinLnBrk="0" hangingPunct="1">
        <a:lnSpc>
          <a:spcPct val="90000"/>
        </a:lnSpc>
        <a:spcBef>
          <a:spcPts val="383"/>
        </a:spcBef>
        <a:buSzTx/>
        <a:buFont typeface="Consolas" pitchFamily="49" charset="0"/>
        <a:buChar char="–"/>
        <a:defRPr sz="1020" kern="1200">
          <a:solidFill>
            <a:schemeClr val="tx1"/>
          </a:solidFill>
          <a:latin typeface="+mn-lt"/>
          <a:ea typeface="+mn-ea"/>
          <a:cs typeface="+mn-cs"/>
        </a:defRPr>
      </a:lvl4pPr>
      <a:lvl5pPr marL="804653" indent="-145770" algn="l" defTabSz="583082" rtl="0" eaLnBrk="1" latinLnBrk="0" hangingPunct="1">
        <a:lnSpc>
          <a:spcPct val="90000"/>
        </a:lnSpc>
        <a:spcBef>
          <a:spcPts val="383"/>
        </a:spcBef>
        <a:buSzTx/>
        <a:buFont typeface="Arial" pitchFamily="34" charset="0"/>
        <a:buChar char="▪"/>
        <a:defRPr sz="1020" kern="1200">
          <a:solidFill>
            <a:schemeClr val="tx1"/>
          </a:solidFill>
          <a:latin typeface="+mn-lt"/>
          <a:ea typeface="+mn-ea"/>
          <a:cs typeface="+mn-cs"/>
        </a:defRPr>
      </a:lvl5pPr>
      <a:lvl6pPr marL="950423" indent="-145770" algn="l" defTabSz="583082" rtl="0" eaLnBrk="1" latinLnBrk="0" hangingPunct="1">
        <a:lnSpc>
          <a:spcPct val="90000"/>
        </a:lnSpc>
        <a:spcBef>
          <a:spcPts val="383"/>
        </a:spcBef>
        <a:buSzTx/>
        <a:buFont typeface="Consolas" pitchFamily="49" charset="0"/>
        <a:buChar char="–"/>
        <a:defRPr sz="1020" kern="1200">
          <a:solidFill>
            <a:schemeClr val="tx1"/>
          </a:solidFill>
          <a:latin typeface="+mn-lt"/>
          <a:ea typeface="+mn-ea"/>
          <a:cs typeface="+mn-cs"/>
        </a:defRPr>
      </a:lvl6pPr>
      <a:lvl7pPr marL="1096194" indent="-145770" algn="l" defTabSz="583082" rtl="0" eaLnBrk="1" latinLnBrk="0" hangingPunct="1">
        <a:lnSpc>
          <a:spcPct val="90000"/>
        </a:lnSpc>
        <a:spcBef>
          <a:spcPts val="383"/>
        </a:spcBef>
        <a:buSzTx/>
        <a:buFont typeface="Arial" pitchFamily="34" charset="0"/>
        <a:buChar char="▪"/>
        <a:defRPr sz="1020" kern="1200">
          <a:solidFill>
            <a:schemeClr val="tx1"/>
          </a:solidFill>
          <a:latin typeface="+mn-lt"/>
          <a:ea typeface="+mn-ea"/>
          <a:cs typeface="+mn-cs"/>
        </a:defRPr>
      </a:lvl7pPr>
      <a:lvl8pPr marL="1241964" indent="-145770" algn="l" defTabSz="583082" rtl="0" eaLnBrk="1" latinLnBrk="0" hangingPunct="1">
        <a:lnSpc>
          <a:spcPct val="90000"/>
        </a:lnSpc>
        <a:spcBef>
          <a:spcPts val="383"/>
        </a:spcBef>
        <a:buSzTx/>
        <a:buFont typeface="Consolas" pitchFamily="49" charset="0"/>
        <a:buChar char="–"/>
        <a:defRPr sz="1020" kern="1200">
          <a:solidFill>
            <a:schemeClr val="tx1"/>
          </a:solidFill>
          <a:latin typeface="+mn-lt"/>
          <a:ea typeface="+mn-ea"/>
          <a:cs typeface="+mn-cs"/>
        </a:defRPr>
      </a:lvl8pPr>
      <a:lvl9pPr marL="1387735" indent="-145770" algn="l" defTabSz="583082" rtl="0" eaLnBrk="1" latinLnBrk="0" hangingPunct="1">
        <a:lnSpc>
          <a:spcPct val="90000"/>
        </a:lnSpc>
        <a:spcBef>
          <a:spcPts val="383"/>
        </a:spcBef>
        <a:buSzTx/>
        <a:buFont typeface="Arial" pitchFamily="34" charset="0"/>
        <a:buChar char="▪"/>
        <a:defRPr sz="1020" kern="1200">
          <a:solidFill>
            <a:schemeClr val="tx1"/>
          </a:solidFill>
          <a:latin typeface="+mn-lt"/>
          <a:ea typeface="+mn-ea"/>
          <a:cs typeface="+mn-cs"/>
        </a:defRPr>
      </a:lvl9pPr>
    </p:bodyStyle>
    <p:otherStyle>
      <a:defPPr>
        <a:defRPr/>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2160" userDrawn="1">
          <p15:clr>
            <a:srgbClr val="F26B43"/>
          </p15:clr>
        </p15:guide>
        <p15:guide id="4" pos="3839"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Layout" Target="../slideLayouts/slideLayout17.xml" /></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7.xml" /></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8.xml" /></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8.xml" /></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0.xml" /></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0.xml" /></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8.xml" /></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2.xml" /></Relationships>
</file>

<file path=ppt/slides/_rels/slide9.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Layout" Target="../slideLayouts/slideLayout18.xml" /></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6.xml" /></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6.xml" /></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6.xml" /></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6.xml" /></Relationships>
</file>

<file path=ppt/slides/_rels/slide14.xml.rels><?xml version="1.0" encoding="UTF-8" standalone="yes"?>
<Relationships xmlns="http://schemas.openxmlformats.org/package/2006/relationships"><Relationship Id="rId3" Type="http://schemas.openxmlformats.org/officeDocument/2006/relationships/hyperlink" Target="https://www.sciencedirect.com/topics/computer-science/machine-learning" TargetMode="External" /><Relationship Id="rId2" Type="http://schemas.openxmlformats.org/officeDocument/2006/relationships/hyperlink" Target="https://www.sciencedirect.com/topics/engineering/convolutional-neural-network" TargetMode="External" /><Relationship Id="rId1" Type="http://schemas.openxmlformats.org/officeDocument/2006/relationships/slideLayout" Target="../slideLayouts/slideLayout16.xml" /><Relationship Id="rId4" Type="http://schemas.openxmlformats.org/officeDocument/2006/relationships/hyperlink" Target="https://www.sciencedirect.com/topics/engineering/deep-learning" TargetMode="External" /></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6.xml" /></Relationships>
</file>

<file path=ppt/slides/_rels/slide16.xml.rels><?xml version="1.0" encoding="UTF-8" standalone="yes"?>
<Relationships xmlns="http://schemas.openxmlformats.org/package/2006/relationships"><Relationship Id="rId3" Type="http://schemas.openxmlformats.org/officeDocument/2006/relationships/hyperlink" Target="https://www.researchgate.net/profile/Anjan-Talukdar-4" TargetMode="External" /><Relationship Id="rId2" Type="http://schemas.openxmlformats.org/officeDocument/2006/relationships/hyperlink" Target="https://www.researchgate.net/scientific-contributions/Shyamtanu-Bhowmik-2190071857?_tp=eyJjb250ZXh0Ijp7ImZpcnN0UGFnZSI6InB1YmxpY2F0aW9uIiwicGFnZSI6InB1YmxpY2F0aW9uIn19" TargetMode="External" /><Relationship Id="rId1" Type="http://schemas.openxmlformats.org/officeDocument/2006/relationships/slideLayout" Target="../slideLayouts/slideLayout16.xml" /></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6.xml" /></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6.xml" /></Relationships>
</file>

<file path=ppt/slides/_rels/slide19.xml.rels><?xml version="1.0" encoding="UTF-8" standalone="yes"?>
<Relationships xmlns="http://schemas.openxmlformats.org/package/2006/relationships"><Relationship Id="rId2" Type="http://schemas.openxmlformats.org/officeDocument/2006/relationships/image" Target="../media/image4.png" /><Relationship Id="rId1" Type="http://schemas.openxmlformats.org/officeDocument/2006/relationships/slideLayout" Target="../slideLayouts/slideLayout25.xml" /></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0.xml" /></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8.xml" /></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8.xml" /></Relationships>
</file>

<file path=ppt/slides/_rels/slide23.xml.rels><?xml version="1.0" encoding="UTF-8" standalone="yes"?>
<Relationships xmlns="http://schemas.openxmlformats.org/package/2006/relationships"><Relationship Id="rId3" Type="http://schemas.openxmlformats.org/officeDocument/2006/relationships/image" Target="../media/image6.png" /><Relationship Id="rId2" Type="http://schemas.openxmlformats.org/officeDocument/2006/relationships/image" Target="../media/image5.png" /><Relationship Id="rId1" Type="http://schemas.openxmlformats.org/officeDocument/2006/relationships/slideLayout" Target="../slideLayouts/slideLayout18.xml" /></Relationships>
</file>

<file path=ppt/slides/_rels/slide24.xml.rels><?xml version="1.0" encoding="UTF-8" standalone="yes"?>
<Relationships xmlns="http://schemas.openxmlformats.org/package/2006/relationships"><Relationship Id="rId3" Type="http://schemas.openxmlformats.org/officeDocument/2006/relationships/image" Target="../media/image8.png" /><Relationship Id="rId2" Type="http://schemas.openxmlformats.org/officeDocument/2006/relationships/image" Target="../media/image7.png" /><Relationship Id="rId1" Type="http://schemas.openxmlformats.org/officeDocument/2006/relationships/slideLayout" Target="../slideLayouts/slideLayout20.xml" /></Relationships>
</file>

<file path=ppt/slides/_rels/slide25.xml.rels><?xml version="1.0" encoding="UTF-8" standalone="yes"?>
<Relationships xmlns="http://schemas.openxmlformats.org/package/2006/relationships"><Relationship Id="rId3" Type="http://schemas.openxmlformats.org/officeDocument/2006/relationships/image" Target="../media/image10.png" /><Relationship Id="rId2" Type="http://schemas.openxmlformats.org/officeDocument/2006/relationships/image" Target="../media/image9.png" /><Relationship Id="rId1" Type="http://schemas.openxmlformats.org/officeDocument/2006/relationships/slideLayout" Target="../slideLayouts/slideLayout20.xml" /></Relationships>
</file>

<file path=ppt/slides/_rels/slide26.xml.rels><?xml version="1.0" encoding="UTF-8" standalone="yes"?>
<Relationships xmlns="http://schemas.openxmlformats.org/package/2006/relationships"><Relationship Id="rId3" Type="http://schemas.openxmlformats.org/officeDocument/2006/relationships/image" Target="../media/image12.png" /><Relationship Id="rId2" Type="http://schemas.openxmlformats.org/officeDocument/2006/relationships/image" Target="../media/image11.png" /><Relationship Id="rId1" Type="http://schemas.openxmlformats.org/officeDocument/2006/relationships/slideLayout" Target="../slideLayouts/slideLayout20.xml" /></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8.xml" /></Relationships>
</file>

<file path=ppt/slides/_rels/slide28.xml.rels><?xml version="1.0" encoding="UTF-8" standalone="yes"?>
<Relationships xmlns="http://schemas.openxmlformats.org/package/2006/relationships"><Relationship Id="rId3" Type="http://schemas.openxmlformats.org/officeDocument/2006/relationships/hyperlink" Target="https://doi.org/10.3390/s23104769" TargetMode="External" /><Relationship Id="rId2" Type="http://schemas.openxmlformats.org/officeDocument/2006/relationships/hyperlink" Target="https://doi.org/10.1016/j.atech.2023.100238" TargetMode="External" /><Relationship Id="rId1" Type="http://schemas.openxmlformats.org/officeDocument/2006/relationships/slideLayout" Target="../slideLayouts/slideLayout18.xml" /><Relationship Id="rId4" Type="http://schemas.openxmlformats.org/officeDocument/2006/relationships/hyperlink" Target="https://doi.org/10.7324/JABB.2021.100126" TargetMode="External" /></Relationships>
</file>

<file path=ppt/slides/_rels/slide29.xml.rels><?xml version="1.0" encoding="UTF-8" standalone="yes"?>
<Relationships xmlns="http://schemas.openxmlformats.org/package/2006/relationships"><Relationship Id="rId3" Type="http://schemas.openxmlformats.org/officeDocument/2006/relationships/hyperlink" Target="https://arxiv.org/ftp/arxiv/papers/1901/1901.02694.pdf" TargetMode="External" /><Relationship Id="rId2" Type="http://schemas.openxmlformats.org/officeDocument/2006/relationships/hyperlink" Target="https://www.iaeng.org/IJCS/issues_v49/issue_1/IJCS_49_1_23.pdf" TargetMode="External" /><Relationship Id="rId1" Type="http://schemas.openxmlformats.org/officeDocument/2006/relationships/slideLayout" Target="../slideLayouts/slideLayout18.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970791" y="3250053"/>
            <a:ext cx="5830819" cy="583830"/>
          </a:xfrm>
        </p:spPr>
        <p:txBody>
          <a:bodyPr/>
          <a:lstStyle/>
          <a:p>
            <a:r>
              <a:rPr lang="en-US" sz="2806">
                <a:ea typeface="+mj-lt"/>
                <a:cs typeface="+mj-lt"/>
              </a:rPr>
              <a:t>PROJECT REVIEW</a:t>
            </a:r>
            <a:endParaRPr lang="en-US"/>
          </a:p>
        </p:txBody>
      </p:sp>
      <p:sp>
        <p:nvSpPr>
          <p:cNvPr id="3" name="Subtitle 2"/>
          <p:cNvSpPr>
            <a:spLocks noGrp="1"/>
          </p:cNvSpPr>
          <p:nvPr>
            <p:ph type="subTitle" idx="1"/>
          </p:nvPr>
        </p:nvSpPr>
        <p:spPr/>
        <p:txBody>
          <a:bodyPr/>
          <a:lstStyle/>
          <a:p>
            <a:r>
              <a:rPr lang="en-US"/>
              <a:t>Subtitle</a:t>
            </a:r>
          </a:p>
        </p:txBody>
      </p:sp>
      <p:sp>
        <p:nvSpPr>
          <p:cNvPr id="5" name="Title 1">
            <a:extLst>
              <a:ext uri="{FF2B5EF4-FFF2-40B4-BE49-F238E27FC236}">
                <a16:creationId xmlns:a16="http://schemas.microsoft.com/office/drawing/2014/main" id="{7D198905-305E-7A38-56FF-FB40A32006AD}"/>
              </a:ext>
            </a:extLst>
          </p:cNvPr>
          <p:cNvSpPr txBox="1"/>
          <p:nvPr/>
        </p:nvSpPr>
        <p:spPr>
          <a:xfrm>
            <a:off x="973842" y="4511154"/>
            <a:ext cx="3598606" cy="516551"/>
          </a:xfrm>
          <a:prstGeom prst="rect">
            <a:avLst/>
          </a:prstGeom>
        </p:spPr>
        <p:txBody>
          <a:bodyPr vert="horz" lIns="58308" tIns="29154" rIns="58308" bIns="29154" rtlCol="0" anchor="b">
            <a:noAutofit/>
          </a:bodyPr>
          <a:lstStyle>
            <a:defPPr>
              <a:defRPr lang="en-US"/>
            </a:defPPr>
            <a:lvl1pPr marL="0" algn="l" defTabSz="583082" rtl="0" eaLnBrk="1" latinLnBrk="0" hangingPunct="1">
              <a:lnSpc>
                <a:spcPct val="90000"/>
              </a:lnSpc>
              <a:spcBef>
                <a:spcPct val="0"/>
              </a:spcBef>
              <a:buNone/>
              <a:defRPr sz="3443" kern="1200">
                <a:solidFill>
                  <a:schemeClr val="tx1"/>
                </a:solidFill>
                <a:latin typeface="+mj-lt"/>
                <a:ea typeface="+mj-ea"/>
                <a:cs typeface="+mj-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r>
              <a:rPr lang="en-US" sz="1530">
                <a:solidFill>
                  <a:schemeClr val="accent2"/>
                </a:solidFill>
                <a:ea typeface="+mj-lt"/>
                <a:cs typeface="+mj-lt"/>
              </a:rPr>
              <a:t>TEA LEAVES DISEASE DETECTION USING DEEP LEARNING</a:t>
            </a:r>
            <a:endParaRPr lang="en-US" sz="1530">
              <a:solidFill>
                <a:schemeClr val="accent2"/>
              </a:solidFill>
            </a:endParaRPr>
          </a:p>
        </p:txBody>
      </p:sp>
      <p:pic>
        <p:nvPicPr>
          <p:cNvPr id="7" name="Picture 6" descr="A collage of leaves with different colors&#10;&#10;Description automatically generated">
            <a:extLst>
              <a:ext uri="{FF2B5EF4-FFF2-40B4-BE49-F238E27FC236}">
                <a16:creationId xmlns:a16="http://schemas.microsoft.com/office/drawing/2014/main" id="{D85A565A-4273-84A9-7CDE-456C6A124F69}"/>
              </a:ext>
            </a:extLst>
          </p:cNvPr>
          <p:cNvPicPr>
            <a:picLocks noChangeAspect="1"/>
          </p:cNvPicPr>
          <p:nvPr/>
        </p:nvPicPr>
        <p:blipFill>
          <a:blip r:embed="rId2"/>
          <a:stretch>
            <a:fillRect/>
          </a:stretch>
        </p:blipFill>
        <p:spPr>
          <a:xfrm>
            <a:off x="972577" y="5449505"/>
            <a:ext cx="3377546" cy="1413226"/>
          </a:xfrm>
          <a:prstGeom prst="rect">
            <a:avLst/>
          </a:prstGeom>
        </p:spPr>
      </p:pic>
    </p:spTree>
    <p:extLst>
      <p:ext uri="{BB962C8B-B14F-4D97-AF65-F5344CB8AC3E}">
        <p14:creationId xmlns:p14="http://schemas.microsoft.com/office/powerpoint/2010/main" val="19201110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73F359-24F5-D7B7-1D69-27EDE715154E}"/>
              </a:ext>
            </a:extLst>
          </p:cNvPr>
          <p:cNvSpPr>
            <a:spLocks noGrp="1"/>
          </p:cNvSpPr>
          <p:nvPr>
            <p:ph type="ctrTitle"/>
          </p:nvPr>
        </p:nvSpPr>
        <p:spPr>
          <a:xfrm>
            <a:off x="922200" y="3377135"/>
            <a:ext cx="5830819" cy="680262"/>
          </a:xfrm>
        </p:spPr>
        <p:txBody>
          <a:bodyPr/>
          <a:lstStyle/>
          <a:p>
            <a:r>
              <a:rPr lang="en-US"/>
              <a:t>Team Members:</a:t>
            </a:r>
            <a:endParaRPr lang="en-IN"/>
          </a:p>
        </p:txBody>
      </p:sp>
      <p:sp>
        <p:nvSpPr>
          <p:cNvPr id="3" name="Subtitle 2">
            <a:extLst>
              <a:ext uri="{FF2B5EF4-FFF2-40B4-BE49-F238E27FC236}">
                <a16:creationId xmlns:a16="http://schemas.microsoft.com/office/drawing/2014/main" id="{9753AAA7-96DC-1734-DA69-D43444295540}"/>
              </a:ext>
            </a:extLst>
          </p:cNvPr>
          <p:cNvSpPr>
            <a:spLocks noGrp="1"/>
          </p:cNvSpPr>
          <p:nvPr>
            <p:ph type="subTitle" idx="1"/>
          </p:nvPr>
        </p:nvSpPr>
        <p:spPr>
          <a:xfrm>
            <a:off x="970791" y="4640479"/>
            <a:ext cx="5830818" cy="2137967"/>
          </a:xfrm>
        </p:spPr>
        <p:txBody>
          <a:bodyPr/>
          <a:lstStyle/>
          <a:p>
            <a:r>
              <a:rPr lang="en-US"/>
              <a:t>21BRS1173 –  VISHAAL</a:t>
            </a:r>
          </a:p>
          <a:p>
            <a:endParaRPr lang="en-US"/>
          </a:p>
          <a:p>
            <a:r>
              <a:rPr lang="en-US"/>
              <a:t>21BAI1535 – ADITHYA VARDHAN</a:t>
            </a:r>
          </a:p>
          <a:p>
            <a:endParaRPr lang="en-US"/>
          </a:p>
          <a:p>
            <a:r>
              <a:rPr lang="en-US"/>
              <a:t>21BRS1682 – ANIRUDDHAN</a:t>
            </a:r>
            <a:endParaRPr lang="en-IN"/>
          </a:p>
        </p:txBody>
      </p:sp>
    </p:spTree>
    <p:extLst>
      <p:ext uri="{BB962C8B-B14F-4D97-AF65-F5344CB8AC3E}">
        <p14:creationId xmlns:p14="http://schemas.microsoft.com/office/powerpoint/2010/main" val="15488775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normAutofit/>
          </a:bodyPr>
          <a:lstStyle/>
          <a:p>
            <a:r>
              <a:rPr lang="en-US" sz="2296">
                <a:solidFill>
                  <a:schemeClr val="accent2"/>
                </a:solidFill>
                <a:ea typeface="+mj-lt"/>
                <a:cs typeface="+mj-lt"/>
              </a:rPr>
              <a:t>Problem Statement</a:t>
            </a:r>
            <a:endParaRPr lang="en-US">
              <a:solidFill>
                <a:schemeClr val="accent2"/>
              </a:solidFill>
            </a:endParaRPr>
          </a:p>
        </p:txBody>
      </p:sp>
      <p:sp>
        <p:nvSpPr>
          <p:cNvPr id="14" name="Content Placeholder 13"/>
          <p:cNvSpPr>
            <a:spLocks noGrp="1"/>
          </p:cNvSpPr>
          <p:nvPr>
            <p:ph idx="1"/>
          </p:nvPr>
        </p:nvSpPr>
        <p:spPr>
          <a:xfrm>
            <a:off x="831546" y="4278900"/>
            <a:ext cx="5830819" cy="2721049"/>
          </a:xfrm>
        </p:spPr>
        <p:txBody>
          <a:bodyPr vert="horz" lIns="91440" tIns="45720" rIns="91440" bIns="45720" rtlCol="0" anchor="t">
            <a:normAutofit/>
          </a:bodyPr>
          <a:lstStyle/>
          <a:p>
            <a:r>
              <a:rPr lang="en-US" sz="1275">
                <a:ea typeface="+mn-lt"/>
                <a:cs typeface="+mn-lt"/>
              </a:rPr>
              <a:t>The challenge lies in developing an automated and accurate tea leaf disease detection system to improve crop management and minimize losses.</a:t>
            </a:r>
            <a:endParaRPr lang="en-US" sz="574">
              <a:ea typeface="+mn-lt"/>
              <a:cs typeface="+mn-lt"/>
            </a:endParaRPr>
          </a:p>
          <a:p>
            <a:r>
              <a:rPr lang="en-US" sz="1275">
                <a:solidFill>
                  <a:srgbClr val="ECECEC"/>
                </a:solidFill>
                <a:ea typeface="+mn-lt"/>
                <a:cs typeface="+mn-lt"/>
              </a:rPr>
              <a:t>Explore methods for augmenting limited tea leaf disease image datasets to improve the generalization and robustness of deep learning models, thereby enhancing their performance in real-world scenarios.</a:t>
            </a:r>
          </a:p>
          <a:p>
            <a:r>
              <a:rPr lang="en-US" sz="1275">
                <a:solidFill>
                  <a:srgbClr val="ECECEC"/>
                </a:solidFill>
                <a:ea typeface="+mn-lt"/>
                <a:cs typeface="+mn-lt"/>
              </a:rPr>
              <a:t>Develop a deep learning model capable of accurately classifying tea leaf images into multiple disease categories, such as gray blight, blister blight, and red rust.</a:t>
            </a:r>
          </a:p>
          <a:p>
            <a:br>
              <a:rPr lang="en-US" sz="574">
                <a:ea typeface="+mn-lt"/>
                <a:cs typeface="+mn-lt"/>
              </a:rPr>
            </a:br>
            <a:endParaRPr lang="en-US" sz="574">
              <a:ea typeface="+mn-lt"/>
              <a:cs typeface="+mn-lt"/>
            </a:endParaRPr>
          </a:p>
        </p:txBody>
      </p:sp>
    </p:spTree>
    <p:extLst>
      <p:ext uri="{BB962C8B-B14F-4D97-AF65-F5344CB8AC3E}">
        <p14:creationId xmlns:p14="http://schemas.microsoft.com/office/powerpoint/2010/main" val="21285360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olidFill>
                  <a:schemeClr val="accent2"/>
                </a:solidFill>
              </a:rPr>
              <a:t>Abstract</a:t>
            </a:r>
          </a:p>
        </p:txBody>
      </p:sp>
      <p:sp>
        <p:nvSpPr>
          <p:cNvPr id="4" name="Content Placeholder 3">
            <a:extLst>
              <a:ext uri="{FF2B5EF4-FFF2-40B4-BE49-F238E27FC236}">
                <a16:creationId xmlns:a16="http://schemas.microsoft.com/office/drawing/2014/main" id="{7FB388DF-E9A4-9BF8-87BD-467AB2B35E61}"/>
              </a:ext>
            </a:extLst>
          </p:cNvPr>
          <p:cNvSpPr>
            <a:spLocks noGrp="1"/>
          </p:cNvSpPr>
          <p:nvPr>
            <p:ph idx="1"/>
          </p:nvPr>
        </p:nvSpPr>
        <p:spPr/>
        <p:txBody>
          <a:bodyPr vert="horz" lIns="91440" tIns="45720" rIns="91440" bIns="45720" rtlCol="0" anchor="t">
            <a:normAutofit/>
          </a:bodyPr>
          <a:lstStyle/>
          <a:p>
            <a:pPr marL="0" indent="0">
              <a:buNone/>
            </a:pPr>
            <a:r>
              <a:rPr lang="en-US">
                <a:ea typeface="+mn-lt"/>
                <a:cs typeface="+mn-lt"/>
              </a:rPr>
              <a:t>Tea cultivation faces significant challenges due to diseases like gray blight, blister blight, and red rust, impacting yield and quality. Traditional detection methods are labor-intensive and subjective. This paper explores the application of deep learning algorithms, including VGG16, MySequential, and Inception, for automated tea leaf disease detection. Convolutional neural networks (CNNs), particularly VGG16, offer robust feature extraction capabilities, while MySequential and Inception architectures enhance model performance through deeper network layers and efficient utilization of computational resources. Transfer learning enables the adaptation of pre-trained models to tea leaf disease datasets, addressing data scarcity challenges. Augmentation techniques and advanced architectures facilitate precise disease localization and segmentation within tea leaf images. Integration of deep learning algorithms promises timely insights for farmers, empowering proactive disease management and sustainable tea cultivation practices. Ongoing research efforts are essential to overcome challenges and realize the full potential of deep learning in revolutionizing tea leaf disease detection and agricultural resilience.</a:t>
            </a:r>
            <a:endParaRPr lang="en-US"/>
          </a:p>
        </p:txBody>
      </p:sp>
    </p:spTree>
    <p:extLst>
      <p:ext uri="{BB962C8B-B14F-4D97-AF65-F5344CB8AC3E}">
        <p14:creationId xmlns:p14="http://schemas.microsoft.com/office/powerpoint/2010/main" val="39658073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olidFill>
                  <a:schemeClr val="accent2"/>
                </a:solidFill>
              </a:rPr>
              <a:t>Introduction</a:t>
            </a:r>
          </a:p>
        </p:txBody>
      </p:sp>
      <p:sp>
        <p:nvSpPr>
          <p:cNvPr id="5" name="Content Placeholder 4"/>
          <p:cNvSpPr>
            <a:spLocks noGrp="1"/>
          </p:cNvSpPr>
          <p:nvPr>
            <p:ph sz="half" idx="1"/>
          </p:nvPr>
        </p:nvSpPr>
        <p:spPr>
          <a:xfrm>
            <a:off x="882180" y="4139669"/>
            <a:ext cx="6115802" cy="2638776"/>
          </a:xfrm>
        </p:spPr>
        <p:txBody>
          <a:bodyPr vert="horz" lIns="91440" tIns="45720" rIns="91440" bIns="45720" rtlCol="0" anchor="t">
            <a:normAutofit fontScale="70000" lnSpcReduction="20000"/>
          </a:bodyPr>
          <a:lstStyle/>
          <a:p>
            <a:pPr marL="0" indent="0">
              <a:buNone/>
            </a:pPr>
            <a:endParaRPr lang="en-US"/>
          </a:p>
          <a:p>
            <a:r>
              <a:rPr lang="en-US">
                <a:ea typeface="+mn-lt"/>
                <a:cs typeface="+mn-lt"/>
              </a:rPr>
              <a:t>Tea cultivation faces numerous challenges, with diseases like gray blight, blister blight, and red rust significantly impacting yield and quality. Traditional detection methods are time-consuming and subjective. Deep learning offers a transformative solution by automating disease detection from digital images. This paper explores the synergy between tea leaf diseases and deep learning algorithms.</a:t>
            </a:r>
            <a:endParaRPr lang="en-US"/>
          </a:p>
          <a:p>
            <a:r>
              <a:rPr lang="en-US">
                <a:ea typeface="+mn-lt"/>
                <a:cs typeface="+mn-lt"/>
              </a:rPr>
              <a:t>Deep learning, particularly convolutional neural networks (CNNs), excels in extracting intricate image features, making it ideal for tea leaf disease detection. Architectures like VGG16, MySequential, and Inception have been successfully adapted to classify tea leaf diseases with high accuracy. Transfer learning enhances model performance by leveraging pre-trained CNNs like VGG16 and Inception, fine-tuning them on tea leaf datasets to mitigate data scarcity issues. Data augmentation techniques and advanced architectures facilitate accurate disease localization and segmentation, empowering targeted interventions.</a:t>
            </a:r>
            <a:endParaRPr lang="en-US"/>
          </a:p>
          <a:p>
            <a:r>
              <a:rPr lang="en-US">
                <a:ea typeface="+mn-lt"/>
                <a:cs typeface="+mn-lt"/>
              </a:rPr>
              <a:t>The integration of deep learning in tea leaf disease detection promises automated, timely insights for farmers, enabling proactive disease management. Despite challenges like dataset scarcity and model interpretability, ongoing research endeavors are crucial for realizing the potential of deep learning in revolutionizing tea cultivation practices. With continued advancements, deep learning can drive sustainable tea production and enhance agricultural resilience.</a:t>
            </a:r>
            <a:endParaRPr lang="en-US"/>
          </a:p>
        </p:txBody>
      </p:sp>
      <p:sp>
        <p:nvSpPr>
          <p:cNvPr id="6" name="Content Placeholder 5">
            <a:extLst>
              <a:ext uri="{FF2B5EF4-FFF2-40B4-BE49-F238E27FC236}">
                <a16:creationId xmlns:a16="http://schemas.microsoft.com/office/drawing/2014/main" id="{2F3D47F7-0E8F-C7AE-4DC3-1AA9F60F0CCD}"/>
              </a:ext>
            </a:extLst>
          </p:cNvPr>
          <p:cNvSpPr>
            <a:spLocks noGrp="1"/>
          </p:cNvSpPr>
          <p:nvPr>
            <p:ph sz="half" idx="2"/>
          </p:nvPr>
        </p:nvSpPr>
        <p:spPr>
          <a:xfrm flipH="1">
            <a:off x="6801610" y="5626908"/>
            <a:ext cx="1643940" cy="1151538"/>
          </a:xfrm>
        </p:spPr>
        <p:txBody>
          <a:bodyPr>
            <a:normAutofit fontScale="70000" lnSpcReduction="20000"/>
          </a:bodyPr>
          <a:lstStyle/>
          <a:p>
            <a:endParaRPr lang="en-US"/>
          </a:p>
        </p:txBody>
      </p:sp>
    </p:spTree>
    <p:extLst>
      <p:ext uri="{BB962C8B-B14F-4D97-AF65-F5344CB8AC3E}">
        <p14:creationId xmlns:p14="http://schemas.microsoft.com/office/powerpoint/2010/main" val="2237309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olidFill>
                  <a:schemeClr val="accent2"/>
                </a:solidFill>
                <a:ea typeface="+mj-lt"/>
                <a:cs typeface="+mj-lt"/>
              </a:rPr>
              <a:t>Research challenges</a:t>
            </a:r>
            <a:endParaRPr lang="en-US">
              <a:solidFill>
                <a:schemeClr val="accent2"/>
              </a:solidFill>
            </a:endParaRPr>
          </a:p>
          <a:p>
            <a:endParaRPr lang="en-US"/>
          </a:p>
        </p:txBody>
      </p:sp>
      <p:sp>
        <p:nvSpPr>
          <p:cNvPr id="6" name="Content Placeholder 5"/>
          <p:cNvSpPr>
            <a:spLocks noGrp="1"/>
          </p:cNvSpPr>
          <p:nvPr>
            <p:ph sz="half" idx="2"/>
          </p:nvPr>
        </p:nvSpPr>
        <p:spPr>
          <a:xfrm>
            <a:off x="888348" y="4057397"/>
            <a:ext cx="5989214" cy="2853950"/>
          </a:xfrm>
        </p:spPr>
        <p:txBody>
          <a:bodyPr vert="horz" lIns="91440" tIns="45720" rIns="91440" bIns="45720" rtlCol="0" anchor="t">
            <a:normAutofit fontScale="92500" lnSpcReduction="20000"/>
          </a:bodyPr>
          <a:lstStyle/>
          <a:p>
            <a:r>
              <a:rPr lang="en-US" sz="1275">
                <a:ea typeface="+mn-lt"/>
                <a:cs typeface="+mn-lt"/>
              </a:rPr>
              <a:t>Overcoming the complexities of accurately identifying and classifying various tea leaf diseases using machine learning techniques.</a:t>
            </a:r>
          </a:p>
          <a:p>
            <a:r>
              <a:rPr lang="en-US" sz="1275">
                <a:ea typeface="+mn-lt"/>
                <a:cs typeface="+mn-lt"/>
              </a:rPr>
              <a:t>Limited Data Availability: Acquiring labeled datasets for training deep learning models in the domain of tea leaf disease detection can be challenging due to factors such as the diversity of tea cultivars, variations in disease manifestations, and the need for expert annotation. Addressing this challenge involves strategies for efficient data collection, annotation, and augmentation to ensure model robustness and generalization across different disease types and environmental conditions.</a:t>
            </a:r>
            <a:endParaRPr lang="en-US"/>
          </a:p>
          <a:p>
            <a:r>
              <a:rPr lang="en-US" sz="1275">
                <a:ea typeface="+mn-lt"/>
                <a:cs typeface="+mn-lt"/>
              </a:rPr>
              <a:t>Interpretability and Explainability: Deep learning models, particularly complex architectures like convolutional neural networks (CNNs), often lack interpretability, making it difficult to understand the underlying reasoning behind disease classification decisions. Enhancing the interpretability and explainability of deep learning models for tea leaf disease detection is crucial for gaining trust from end-users, such as tea farmers and agricultural experts, and for facilitating informed decision-making based on model predictions. Developing methods for visualizing and interpreting model predictions, as well as incorporating domain knowledge into model architectures, are areas of active research to address this challenge.</a:t>
            </a:r>
            <a:endParaRPr lang="en-US"/>
          </a:p>
        </p:txBody>
      </p:sp>
      <p:sp>
        <p:nvSpPr>
          <p:cNvPr id="13" name="Content Placeholder 12">
            <a:extLst>
              <a:ext uri="{FF2B5EF4-FFF2-40B4-BE49-F238E27FC236}">
                <a16:creationId xmlns:a16="http://schemas.microsoft.com/office/drawing/2014/main" id="{C50C9B3F-F0AE-01B3-5043-4112EC4EDFD3}"/>
              </a:ext>
            </a:extLst>
          </p:cNvPr>
          <p:cNvSpPr>
            <a:spLocks noGrp="1"/>
          </p:cNvSpPr>
          <p:nvPr>
            <p:ph sz="half" idx="1"/>
          </p:nvPr>
        </p:nvSpPr>
        <p:spPr>
          <a:xfrm>
            <a:off x="647996" y="3937152"/>
            <a:ext cx="6590499" cy="3183042"/>
          </a:xfrm>
        </p:spPr>
        <p:txBody>
          <a:bodyPr vert="horz" lIns="91440" tIns="45720" rIns="91440" bIns="45720" rtlCol="0" anchor="t">
            <a:normAutofit fontScale="92500" lnSpcReduction="20000"/>
          </a:bodyPr>
          <a:lstStyle/>
          <a:p>
            <a:pPr>
              <a:buNone/>
            </a:pPr>
            <a:r>
              <a:rPr lang="en-US"/>
              <a:t>.</a:t>
            </a:r>
          </a:p>
        </p:txBody>
      </p:sp>
    </p:spTree>
    <p:extLst>
      <p:ext uri="{BB962C8B-B14F-4D97-AF65-F5344CB8AC3E}">
        <p14:creationId xmlns:p14="http://schemas.microsoft.com/office/powerpoint/2010/main" val="19895557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1977">
                <a:solidFill>
                  <a:schemeClr val="accent2"/>
                </a:solidFill>
                <a:ea typeface="+mj-lt"/>
                <a:cs typeface="+mj-lt"/>
              </a:rPr>
              <a:t>PROJECT OBJECTIVE</a:t>
            </a:r>
            <a:endParaRPr lang="en-US">
              <a:solidFill>
                <a:schemeClr val="accent2"/>
              </a:solidFill>
            </a:endParaRPr>
          </a:p>
        </p:txBody>
      </p:sp>
      <p:sp>
        <p:nvSpPr>
          <p:cNvPr id="4" name="Content Placeholder 3"/>
          <p:cNvSpPr>
            <a:spLocks noGrp="1"/>
          </p:cNvSpPr>
          <p:nvPr>
            <p:ph idx="1"/>
          </p:nvPr>
        </p:nvSpPr>
        <p:spPr/>
        <p:txBody>
          <a:bodyPr vert="horz" lIns="91440" tIns="45720" rIns="91440" bIns="45720" rtlCol="0" anchor="t">
            <a:normAutofit/>
          </a:bodyPr>
          <a:lstStyle/>
          <a:p>
            <a:r>
              <a:rPr lang="en-US">
                <a:ea typeface="+mn-lt"/>
                <a:cs typeface="+mn-lt"/>
              </a:rPr>
              <a:t>Objective: The goal of this project is to develop an accurate and efficient tea leaf disease detection system using deep learning algorithms.</a:t>
            </a:r>
          </a:p>
          <a:p>
            <a:r>
              <a:rPr lang="en-US">
                <a:ea typeface="+mn-lt"/>
                <a:cs typeface="+mn-lt"/>
              </a:rPr>
              <a:t>Benefits: This system will enable early detection of diseases, leading to timely interventions and improved crop management. It will reduce economic losses and enhance tea production yield and quality.</a:t>
            </a:r>
          </a:p>
          <a:p>
            <a:r>
              <a:rPr lang="en-US">
                <a:ea typeface="+mn-lt"/>
                <a:cs typeface="+mn-lt"/>
              </a:rPr>
              <a:t>Importance: The automated nature of the system will make it accessible to farmers with limited technical knowledge, facilitating sustainable tea production.</a:t>
            </a:r>
            <a:endParaRPr lang="en-US"/>
          </a:p>
        </p:txBody>
      </p:sp>
    </p:spTree>
    <p:extLst>
      <p:ext uri="{BB962C8B-B14F-4D97-AF65-F5344CB8AC3E}">
        <p14:creationId xmlns:p14="http://schemas.microsoft.com/office/powerpoint/2010/main" val="41351513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296">
                <a:solidFill>
                  <a:schemeClr val="accent2"/>
                </a:solidFill>
                <a:ea typeface="+mj-lt"/>
                <a:cs typeface="+mj-lt"/>
              </a:rPr>
              <a:t>Contributions</a:t>
            </a:r>
            <a:endParaRPr lang="en-US" sz="2296">
              <a:solidFill>
                <a:schemeClr val="accent2"/>
              </a:solidFill>
            </a:endParaRPr>
          </a:p>
          <a:p>
            <a:endParaRPr lang="en-US"/>
          </a:p>
        </p:txBody>
      </p:sp>
      <p:sp>
        <p:nvSpPr>
          <p:cNvPr id="4" name="TextBox 3">
            <a:extLst>
              <a:ext uri="{FF2B5EF4-FFF2-40B4-BE49-F238E27FC236}">
                <a16:creationId xmlns:a16="http://schemas.microsoft.com/office/drawing/2014/main" id="{AFE1F9E9-6127-E00B-0373-E3E957EA7A55}"/>
              </a:ext>
            </a:extLst>
          </p:cNvPr>
          <p:cNvSpPr txBox="1"/>
          <p:nvPr/>
        </p:nvSpPr>
        <p:spPr>
          <a:xfrm>
            <a:off x="972144" y="4001035"/>
            <a:ext cx="5667091" cy="2655380"/>
          </a:xfrm>
          <a:prstGeom prst="rect">
            <a:avLst/>
          </a:prstGeom>
          <a:noFill/>
        </p:spPr>
        <p:txBody>
          <a:bodyPr rot="0" spcFirstLastPara="0" vertOverflow="overflow" horzOverflow="overflow" vert="horz" wrap="square" lIns="58308" tIns="29154" rIns="58308" bIns="29154" numCol="1" spcCol="0" rtlCol="0" fromWordArt="0" anchor="t" anchorCtr="0" forceAA="0" compatLnSpc="1">
            <a:prstTxWarp prst="textNoShape">
              <a:avLst/>
            </a:prstTxWarp>
            <a:spAutoFit/>
          </a:bodyPr>
          <a:lstStyle>
            <a:defPPr>
              <a:defRPr lang="en-US"/>
            </a:defPPr>
            <a:lvl1pPr marL="0" algn="l" defTabSz="583082" rtl="0" eaLnBrk="1" latinLnBrk="0" hangingPunct="1">
              <a:defRPr sz="1148" kern="1200">
                <a:solidFill>
                  <a:schemeClr val="tx1"/>
                </a:solidFill>
                <a:latin typeface="+mn-lt"/>
                <a:ea typeface="+mn-ea"/>
                <a:cs typeface="+mn-cs"/>
              </a:defRPr>
            </a:lvl1pPr>
            <a:lvl2pPr marL="291541" algn="l" defTabSz="583082" rtl="0" eaLnBrk="1" latinLnBrk="0" hangingPunct="1">
              <a:defRPr sz="1148" kern="1200">
                <a:solidFill>
                  <a:schemeClr val="tx1"/>
                </a:solidFill>
                <a:latin typeface="+mn-lt"/>
                <a:ea typeface="+mn-ea"/>
                <a:cs typeface="+mn-cs"/>
              </a:defRPr>
            </a:lvl2pPr>
            <a:lvl3pPr marL="583082" algn="l" defTabSz="583082" rtl="0" eaLnBrk="1" latinLnBrk="0" hangingPunct="1">
              <a:defRPr sz="1148" kern="1200">
                <a:solidFill>
                  <a:schemeClr val="tx1"/>
                </a:solidFill>
                <a:latin typeface="+mn-lt"/>
                <a:ea typeface="+mn-ea"/>
                <a:cs typeface="+mn-cs"/>
              </a:defRPr>
            </a:lvl3pPr>
            <a:lvl4pPr marL="874623" algn="l" defTabSz="583082" rtl="0" eaLnBrk="1" latinLnBrk="0" hangingPunct="1">
              <a:defRPr sz="1148" kern="1200">
                <a:solidFill>
                  <a:schemeClr val="tx1"/>
                </a:solidFill>
                <a:latin typeface="+mn-lt"/>
                <a:ea typeface="+mn-ea"/>
                <a:cs typeface="+mn-cs"/>
              </a:defRPr>
            </a:lvl4pPr>
            <a:lvl5pPr marL="1166164" algn="l" defTabSz="583082" rtl="0" eaLnBrk="1" latinLnBrk="0" hangingPunct="1">
              <a:defRPr sz="1148" kern="1200">
                <a:solidFill>
                  <a:schemeClr val="tx1"/>
                </a:solidFill>
                <a:latin typeface="+mn-lt"/>
                <a:ea typeface="+mn-ea"/>
                <a:cs typeface="+mn-cs"/>
              </a:defRPr>
            </a:lvl5pPr>
            <a:lvl6pPr marL="1457705" algn="l" defTabSz="583082" rtl="0" eaLnBrk="1" latinLnBrk="0" hangingPunct="1">
              <a:defRPr sz="1148" kern="1200">
                <a:solidFill>
                  <a:schemeClr val="tx1"/>
                </a:solidFill>
                <a:latin typeface="+mn-lt"/>
                <a:ea typeface="+mn-ea"/>
                <a:cs typeface="+mn-cs"/>
              </a:defRPr>
            </a:lvl6pPr>
            <a:lvl7pPr marL="1749246" algn="l" defTabSz="583082" rtl="0" eaLnBrk="1" latinLnBrk="0" hangingPunct="1">
              <a:defRPr sz="1148" kern="1200">
                <a:solidFill>
                  <a:schemeClr val="tx1"/>
                </a:solidFill>
                <a:latin typeface="+mn-lt"/>
                <a:ea typeface="+mn-ea"/>
                <a:cs typeface="+mn-cs"/>
              </a:defRPr>
            </a:lvl7pPr>
            <a:lvl8pPr marL="2040786" algn="l" defTabSz="583082" rtl="0" eaLnBrk="1" latinLnBrk="0" hangingPunct="1">
              <a:defRPr sz="1148" kern="1200">
                <a:solidFill>
                  <a:schemeClr val="tx1"/>
                </a:solidFill>
                <a:latin typeface="+mn-lt"/>
                <a:ea typeface="+mn-ea"/>
                <a:cs typeface="+mn-cs"/>
              </a:defRPr>
            </a:lvl8pPr>
            <a:lvl9pPr marL="2332327" algn="l" defTabSz="583082" rtl="0" eaLnBrk="1" latinLnBrk="0" hangingPunct="1">
              <a:defRPr sz="1148" kern="1200">
                <a:solidFill>
                  <a:schemeClr val="tx1"/>
                </a:solidFill>
                <a:latin typeface="+mn-lt"/>
                <a:ea typeface="+mn-ea"/>
                <a:cs typeface="+mn-cs"/>
              </a:defRPr>
            </a:lvl9pPr>
          </a:lstStyle>
          <a:p>
            <a:pPr>
              <a:lnSpc>
                <a:spcPct val="90000"/>
              </a:lnSpc>
            </a:pPr>
            <a:r>
              <a:rPr lang="en-US" sz="1275">
                <a:ea typeface="+mn-lt"/>
                <a:cs typeface="+mn-lt"/>
              </a:rPr>
              <a:t>N Aniruddhan:</a:t>
            </a:r>
          </a:p>
          <a:p>
            <a:pPr>
              <a:lnSpc>
                <a:spcPct val="90000"/>
              </a:lnSpc>
            </a:pPr>
            <a:r>
              <a:rPr lang="en-US" sz="1275"/>
              <a:t>-Preparation review 1(Powerpoint presentation).</a:t>
            </a:r>
          </a:p>
          <a:p>
            <a:pPr>
              <a:lnSpc>
                <a:spcPct val="90000"/>
              </a:lnSpc>
            </a:pPr>
            <a:r>
              <a:rPr lang="en-US" sz="1275"/>
              <a:t>-Front end development.(flask)</a:t>
            </a:r>
          </a:p>
          <a:p>
            <a:pPr>
              <a:lnSpc>
                <a:spcPct val="90000"/>
              </a:lnSpc>
            </a:pPr>
            <a:r>
              <a:rPr lang="en-US" sz="1275"/>
              <a:t>-Inceptionv3 code.</a:t>
            </a:r>
          </a:p>
          <a:p>
            <a:pPr>
              <a:lnSpc>
                <a:spcPct val="90000"/>
              </a:lnSpc>
            </a:pPr>
            <a:endParaRPr lang="en-US" sz="1275"/>
          </a:p>
          <a:p>
            <a:pPr>
              <a:lnSpc>
                <a:spcPct val="90000"/>
              </a:lnSpc>
            </a:pPr>
            <a:r>
              <a:rPr lang="en-US" sz="1275"/>
              <a:t>Adithya Vardhan:</a:t>
            </a:r>
          </a:p>
          <a:p>
            <a:pPr>
              <a:lnSpc>
                <a:spcPct val="90000"/>
              </a:lnSpc>
            </a:pPr>
            <a:r>
              <a:rPr lang="en-US" sz="1275"/>
              <a:t>-Preparation review 2.(Powerpoint presentation).</a:t>
            </a:r>
          </a:p>
          <a:p>
            <a:pPr>
              <a:lnSpc>
                <a:spcPct val="90000"/>
              </a:lnSpc>
            </a:pPr>
            <a:r>
              <a:rPr lang="en-US" sz="1275">
                <a:ea typeface="+mn-lt"/>
                <a:cs typeface="+mn-lt"/>
              </a:rPr>
              <a:t>-VGG16 code.</a:t>
            </a:r>
          </a:p>
          <a:p>
            <a:pPr>
              <a:lnSpc>
                <a:spcPct val="90000"/>
              </a:lnSpc>
            </a:pPr>
            <a:r>
              <a:rPr lang="en-US" sz="1275">
                <a:ea typeface="+mn-lt"/>
                <a:cs typeface="+mn-lt"/>
              </a:rPr>
              <a:t>-Front end development.(html)</a:t>
            </a:r>
          </a:p>
          <a:p>
            <a:pPr>
              <a:lnSpc>
                <a:spcPct val="90000"/>
              </a:lnSpc>
            </a:pPr>
            <a:endParaRPr lang="en-US" sz="1275">
              <a:ea typeface="+mn-lt"/>
              <a:cs typeface="+mn-lt"/>
            </a:endParaRPr>
          </a:p>
          <a:p>
            <a:pPr>
              <a:lnSpc>
                <a:spcPct val="90000"/>
              </a:lnSpc>
            </a:pPr>
            <a:r>
              <a:rPr lang="en-US" sz="1275">
                <a:ea typeface="+mn-lt"/>
                <a:cs typeface="+mn-lt"/>
              </a:rPr>
              <a:t>D Vishaal:</a:t>
            </a:r>
          </a:p>
          <a:p>
            <a:pPr>
              <a:lnSpc>
                <a:spcPct val="90000"/>
              </a:lnSpc>
            </a:pPr>
            <a:r>
              <a:rPr lang="en-US" sz="1275">
                <a:ea typeface="+mn-lt"/>
                <a:cs typeface="+mn-lt"/>
              </a:rPr>
              <a:t>-Mysequential Code.</a:t>
            </a:r>
          </a:p>
          <a:p>
            <a:pPr>
              <a:lnSpc>
                <a:spcPct val="90000"/>
              </a:lnSpc>
            </a:pPr>
            <a:r>
              <a:rPr lang="en-US" sz="1275">
                <a:ea typeface="+mn-lt"/>
                <a:cs typeface="+mn-lt"/>
              </a:rPr>
              <a:t>-NasNetWithCustomLayers code.</a:t>
            </a:r>
          </a:p>
          <a:p>
            <a:pPr>
              <a:lnSpc>
                <a:spcPct val="90000"/>
              </a:lnSpc>
            </a:pPr>
            <a:r>
              <a:rPr lang="en-US" sz="1275">
                <a:ea typeface="+mn-lt"/>
                <a:cs typeface="+mn-lt"/>
              </a:rPr>
              <a:t>-Preparation review 2.(Powerpoint presentation).</a:t>
            </a:r>
          </a:p>
          <a:p>
            <a:pPr>
              <a:lnSpc>
                <a:spcPct val="90000"/>
              </a:lnSpc>
            </a:pPr>
            <a:endParaRPr lang="en-US" sz="893">
              <a:ea typeface="+mn-lt"/>
              <a:cs typeface="+mn-lt"/>
            </a:endParaRPr>
          </a:p>
        </p:txBody>
      </p:sp>
    </p:spTree>
    <p:extLst>
      <p:ext uri="{BB962C8B-B14F-4D97-AF65-F5344CB8AC3E}">
        <p14:creationId xmlns:p14="http://schemas.microsoft.com/office/powerpoint/2010/main" val="22158949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C2C283-E8C6-273D-9F98-983A8727995A}"/>
              </a:ext>
            </a:extLst>
          </p:cNvPr>
          <p:cNvSpPr>
            <a:spLocks noGrp="1"/>
          </p:cNvSpPr>
          <p:nvPr>
            <p:ph type="title"/>
          </p:nvPr>
        </p:nvSpPr>
        <p:spPr/>
        <p:txBody>
          <a:bodyPr/>
          <a:lstStyle/>
          <a:p>
            <a:r>
              <a:rPr lang="en-US" sz="2296">
                <a:solidFill>
                  <a:schemeClr val="accent2"/>
                </a:solidFill>
                <a:ea typeface="+mj-lt"/>
                <a:cs typeface="+mj-lt"/>
              </a:rPr>
              <a:t>Literature review</a:t>
            </a:r>
            <a:endParaRPr lang="en-US" sz="2296">
              <a:solidFill>
                <a:schemeClr val="accent2"/>
              </a:solidFill>
            </a:endParaRPr>
          </a:p>
          <a:p>
            <a:endParaRPr lang="en-US"/>
          </a:p>
        </p:txBody>
      </p:sp>
      <p:pic>
        <p:nvPicPr>
          <p:cNvPr id="4" name="Content Placeholder 3" descr="A screenshot of a report&#10;&#10;Description automatically generated">
            <a:extLst>
              <a:ext uri="{FF2B5EF4-FFF2-40B4-BE49-F238E27FC236}">
                <a16:creationId xmlns:a16="http://schemas.microsoft.com/office/drawing/2014/main" id="{4CF7E411-4759-C3C3-6A0D-5CC80E98AED7}"/>
              </a:ext>
            </a:extLst>
          </p:cNvPr>
          <p:cNvPicPr>
            <a:picLocks noGrp="1" noChangeAspect="1"/>
          </p:cNvPicPr>
          <p:nvPr>
            <p:ph idx="1"/>
          </p:nvPr>
        </p:nvPicPr>
        <p:blipFill>
          <a:blip r:embed="rId2"/>
          <a:stretch>
            <a:fillRect/>
          </a:stretch>
        </p:blipFill>
        <p:spPr>
          <a:xfrm>
            <a:off x="888799" y="4095369"/>
            <a:ext cx="5203637" cy="2942551"/>
          </a:xfrm>
        </p:spPr>
      </p:pic>
    </p:spTree>
    <p:extLst>
      <p:ext uri="{BB962C8B-B14F-4D97-AF65-F5344CB8AC3E}">
        <p14:creationId xmlns:p14="http://schemas.microsoft.com/office/powerpoint/2010/main" val="4650214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2" name="object 2"/>
          <p:cNvGraphicFramePr>
            <a:graphicFrameLocks noGrp="1"/>
          </p:cNvGraphicFramePr>
          <p:nvPr/>
        </p:nvGraphicFramePr>
        <p:xfrm>
          <a:off x="914717" y="914780"/>
          <a:ext cx="5946140" cy="8079105"/>
        </p:xfrm>
        <a:graphic>
          <a:graphicData uri="http://schemas.openxmlformats.org/drawingml/2006/table">
            <a:tbl>
              <a:tblPr firstRow="1" bandRow="1">
                <a:tableStyleId>{2D5ABB26-0587-4C30-8999-92F81FD0307C}</a:tableStyleId>
              </a:tblPr>
              <a:tblGrid>
                <a:gridCol w="1188085">
                  <a:extLst>
                    <a:ext uri="{9D8B030D-6E8A-4147-A177-3AD203B41FA5}">
                      <a16:colId xmlns:a16="http://schemas.microsoft.com/office/drawing/2014/main" val="20000"/>
                    </a:ext>
                  </a:extLst>
                </a:gridCol>
                <a:gridCol w="1190625">
                  <a:extLst>
                    <a:ext uri="{9D8B030D-6E8A-4147-A177-3AD203B41FA5}">
                      <a16:colId xmlns:a16="http://schemas.microsoft.com/office/drawing/2014/main" val="20001"/>
                    </a:ext>
                  </a:extLst>
                </a:gridCol>
                <a:gridCol w="1188085">
                  <a:extLst>
                    <a:ext uri="{9D8B030D-6E8A-4147-A177-3AD203B41FA5}">
                      <a16:colId xmlns:a16="http://schemas.microsoft.com/office/drawing/2014/main" val="20002"/>
                    </a:ext>
                  </a:extLst>
                </a:gridCol>
                <a:gridCol w="1191260">
                  <a:extLst>
                    <a:ext uri="{9D8B030D-6E8A-4147-A177-3AD203B41FA5}">
                      <a16:colId xmlns:a16="http://schemas.microsoft.com/office/drawing/2014/main" val="20003"/>
                    </a:ext>
                  </a:extLst>
                </a:gridCol>
                <a:gridCol w="1188085">
                  <a:extLst>
                    <a:ext uri="{9D8B030D-6E8A-4147-A177-3AD203B41FA5}">
                      <a16:colId xmlns:a16="http://schemas.microsoft.com/office/drawing/2014/main" val="20004"/>
                    </a:ext>
                  </a:extLst>
                </a:gridCol>
              </a:tblGrid>
              <a:tr h="196850">
                <a:tc>
                  <a:txBody>
                    <a:bodyPr/>
                    <a:lstStyle/>
                    <a:p>
                      <a:pPr marL="69850">
                        <a:lnSpc>
                          <a:spcPts val="1295"/>
                        </a:lnSpc>
                      </a:pPr>
                      <a:r>
                        <a:rPr sz="1100" spc="-20">
                          <a:latin typeface="Calibri"/>
                          <a:cs typeface="Calibri"/>
                        </a:rPr>
                        <a:t>S.no</a:t>
                      </a:r>
                      <a:endParaRPr sz="1100">
                        <a:latin typeface="Calibri"/>
                        <a:cs typeface="Calibri"/>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9850">
                        <a:lnSpc>
                          <a:spcPts val="1295"/>
                        </a:lnSpc>
                      </a:pPr>
                      <a:r>
                        <a:rPr sz="1100" spc="-10">
                          <a:latin typeface="Calibri"/>
                          <a:cs typeface="Calibri"/>
                        </a:rPr>
                        <a:t>Title</a:t>
                      </a:r>
                      <a:endParaRPr sz="1100">
                        <a:latin typeface="Calibri"/>
                        <a:cs typeface="Calibri"/>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675">
                        <a:lnSpc>
                          <a:spcPts val="1295"/>
                        </a:lnSpc>
                      </a:pPr>
                      <a:r>
                        <a:rPr sz="1100" spc="-20">
                          <a:latin typeface="Calibri"/>
                          <a:cs typeface="Calibri"/>
                        </a:rPr>
                        <a:t>Year</a:t>
                      </a:r>
                      <a:endParaRPr sz="1100">
                        <a:latin typeface="Calibri"/>
                        <a:cs typeface="Calibri"/>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9850">
                        <a:lnSpc>
                          <a:spcPts val="1295"/>
                        </a:lnSpc>
                      </a:pPr>
                      <a:r>
                        <a:rPr sz="1100" spc="-10">
                          <a:latin typeface="Calibri"/>
                          <a:cs typeface="Calibri"/>
                        </a:rPr>
                        <a:t>Author</a:t>
                      </a:r>
                      <a:endParaRPr sz="1100">
                        <a:latin typeface="Calibri"/>
                        <a:cs typeface="Calibri"/>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675">
                        <a:lnSpc>
                          <a:spcPts val="1295"/>
                        </a:lnSpc>
                      </a:pPr>
                      <a:r>
                        <a:rPr sz="1100" spc="-10">
                          <a:latin typeface="Calibri"/>
                          <a:cs typeface="Calibri"/>
                        </a:rPr>
                        <a:t>Methodology</a:t>
                      </a:r>
                      <a:endParaRPr sz="1100">
                        <a:latin typeface="Calibri"/>
                        <a:cs typeface="Calibri"/>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0"/>
                  </a:ext>
                </a:extLst>
              </a:tr>
              <a:tr h="5976620">
                <a:tc>
                  <a:txBody>
                    <a:bodyPr/>
                    <a:lstStyle/>
                    <a:p>
                      <a:pPr marL="69850">
                        <a:lnSpc>
                          <a:spcPts val="1295"/>
                        </a:lnSpc>
                      </a:pPr>
                      <a:r>
                        <a:rPr sz="1100" spc="-50">
                          <a:latin typeface="Calibri"/>
                          <a:cs typeface="Calibri"/>
                        </a:rPr>
                        <a:t>1</a:t>
                      </a:r>
                      <a:endParaRPr sz="1100">
                        <a:latin typeface="Calibri"/>
                        <a:cs typeface="Calibri"/>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9850" marR="96520">
                        <a:lnSpc>
                          <a:spcPts val="1330"/>
                        </a:lnSpc>
                        <a:spcBef>
                          <a:spcPts val="10"/>
                        </a:spcBef>
                      </a:pPr>
                      <a:r>
                        <a:rPr sz="1100">
                          <a:latin typeface="Calibri"/>
                          <a:cs typeface="Calibri"/>
                        </a:rPr>
                        <a:t>TEA</a:t>
                      </a:r>
                      <a:r>
                        <a:rPr sz="1100" spc="-30">
                          <a:latin typeface="Calibri"/>
                          <a:cs typeface="Calibri"/>
                        </a:rPr>
                        <a:t> </a:t>
                      </a:r>
                      <a:r>
                        <a:rPr sz="1100">
                          <a:latin typeface="Calibri"/>
                          <a:cs typeface="Calibri"/>
                        </a:rPr>
                        <a:t>LEAF</a:t>
                      </a:r>
                      <a:r>
                        <a:rPr sz="1100" spc="-20">
                          <a:latin typeface="Calibri"/>
                          <a:cs typeface="Calibri"/>
                        </a:rPr>
                        <a:t> </a:t>
                      </a:r>
                      <a:r>
                        <a:rPr sz="1100" spc="-10">
                          <a:latin typeface="Calibri"/>
                          <a:cs typeface="Calibri"/>
                        </a:rPr>
                        <a:t>DISEASE DETECTION</a:t>
                      </a:r>
                      <a:endParaRPr sz="1100">
                        <a:latin typeface="Calibri"/>
                        <a:cs typeface="Calibri"/>
                      </a:endParaRPr>
                    </a:p>
                  </a:txBody>
                  <a:tcPr marL="0" marR="0" marT="127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675">
                        <a:lnSpc>
                          <a:spcPts val="1295"/>
                        </a:lnSpc>
                      </a:pPr>
                      <a:r>
                        <a:rPr sz="1100" spc="-20">
                          <a:latin typeface="Calibri"/>
                          <a:cs typeface="Calibri"/>
                        </a:rPr>
                        <a:t>2023</a:t>
                      </a:r>
                      <a:endParaRPr sz="1100">
                        <a:latin typeface="Calibri"/>
                        <a:cs typeface="Calibri"/>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9850" marR="313690">
                        <a:lnSpc>
                          <a:spcPts val="1330"/>
                        </a:lnSpc>
                        <a:spcBef>
                          <a:spcPts val="10"/>
                        </a:spcBef>
                      </a:pPr>
                      <a:r>
                        <a:rPr sz="1100" spc="-10">
                          <a:latin typeface="Calibri"/>
                          <a:cs typeface="Calibri"/>
                        </a:rPr>
                        <a:t>Nishmitha, </a:t>
                      </a:r>
                      <a:r>
                        <a:rPr sz="1100">
                          <a:latin typeface="Calibri"/>
                          <a:cs typeface="Calibri"/>
                        </a:rPr>
                        <a:t>Nikitha</a:t>
                      </a:r>
                      <a:r>
                        <a:rPr sz="1100" spc="-30">
                          <a:latin typeface="Calibri"/>
                          <a:cs typeface="Calibri"/>
                        </a:rPr>
                        <a:t> </a:t>
                      </a:r>
                      <a:r>
                        <a:rPr sz="1100" spc="-10">
                          <a:latin typeface="Calibri"/>
                          <a:cs typeface="Calibri"/>
                        </a:rPr>
                        <a:t>Shetty</a:t>
                      </a:r>
                      <a:endParaRPr sz="1100">
                        <a:latin typeface="Calibri"/>
                        <a:cs typeface="Calibri"/>
                      </a:endParaRPr>
                    </a:p>
                  </a:txBody>
                  <a:tcPr marL="0" marR="0" marT="127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675" marR="403860">
                        <a:lnSpc>
                          <a:spcPts val="1330"/>
                        </a:lnSpc>
                        <a:spcBef>
                          <a:spcPts val="10"/>
                        </a:spcBef>
                      </a:pPr>
                      <a:r>
                        <a:rPr sz="1100">
                          <a:latin typeface="Calibri"/>
                          <a:cs typeface="Calibri"/>
                        </a:rPr>
                        <a:t>Overall,</a:t>
                      </a:r>
                      <a:r>
                        <a:rPr sz="1100" spc="-40">
                          <a:latin typeface="Calibri"/>
                          <a:cs typeface="Calibri"/>
                        </a:rPr>
                        <a:t> </a:t>
                      </a:r>
                      <a:r>
                        <a:rPr sz="1100" spc="-25">
                          <a:latin typeface="Calibri"/>
                          <a:cs typeface="Calibri"/>
                        </a:rPr>
                        <a:t>the </a:t>
                      </a:r>
                      <a:r>
                        <a:rPr sz="1100">
                          <a:latin typeface="Calibri"/>
                          <a:cs typeface="Calibri"/>
                        </a:rPr>
                        <a:t>outcomes</a:t>
                      </a:r>
                      <a:r>
                        <a:rPr sz="1100" spc="-20">
                          <a:latin typeface="Calibri"/>
                          <a:cs typeface="Calibri"/>
                        </a:rPr>
                        <a:t> </a:t>
                      </a:r>
                      <a:r>
                        <a:rPr sz="1100" spc="-25">
                          <a:latin typeface="Calibri"/>
                          <a:cs typeface="Calibri"/>
                        </a:rPr>
                        <a:t>of</a:t>
                      </a:r>
                      <a:endParaRPr sz="1100">
                        <a:latin typeface="Calibri"/>
                        <a:cs typeface="Calibri"/>
                      </a:endParaRPr>
                    </a:p>
                    <a:p>
                      <a:pPr marL="66675" marR="230504">
                        <a:lnSpc>
                          <a:spcPts val="1350"/>
                        </a:lnSpc>
                      </a:pPr>
                      <a:r>
                        <a:rPr sz="1100">
                          <a:latin typeface="Calibri"/>
                          <a:cs typeface="Calibri"/>
                        </a:rPr>
                        <a:t>research</a:t>
                      </a:r>
                      <a:r>
                        <a:rPr sz="1100" spc="-40">
                          <a:latin typeface="Calibri"/>
                          <a:cs typeface="Calibri"/>
                        </a:rPr>
                        <a:t> </a:t>
                      </a:r>
                      <a:r>
                        <a:rPr sz="1100">
                          <a:latin typeface="Calibri"/>
                          <a:cs typeface="Calibri"/>
                        </a:rPr>
                        <a:t>on</a:t>
                      </a:r>
                      <a:r>
                        <a:rPr sz="1100" spc="-35">
                          <a:latin typeface="Calibri"/>
                          <a:cs typeface="Calibri"/>
                        </a:rPr>
                        <a:t> </a:t>
                      </a:r>
                      <a:r>
                        <a:rPr sz="1100" spc="-25">
                          <a:latin typeface="Calibri"/>
                          <a:cs typeface="Calibri"/>
                        </a:rPr>
                        <a:t>tea </a:t>
                      </a:r>
                      <a:r>
                        <a:rPr sz="1100">
                          <a:latin typeface="Calibri"/>
                          <a:cs typeface="Calibri"/>
                        </a:rPr>
                        <a:t>leaf</a:t>
                      </a:r>
                      <a:r>
                        <a:rPr sz="1100" spc="-50">
                          <a:latin typeface="Calibri"/>
                          <a:cs typeface="Calibri"/>
                        </a:rPr>
                        <a:t> </a:t>
                      </a:r>
                      <a:r>
                        <a:rPr sz="1100" spc="-10">
                          <a:latin typeface="Calibri"/>
                          <a:cs typeface="Calibri"/>
                        </a:rPr>
                        <a:t>disease</a:t>
                      </a:r>
                      <a:endParaRPr sz="1100">
                        <a:latin typeface="Calibri"/>
                        <a:cs typeface="Calibri"/>
                      </a:endParaRPr>
                    </a:p>
                    <a:p>
                      <a:pPr marL="66675" marR="166370">
                        <a:lnSpc>
                          <a:spcPts val="1330"/>
                        </a:lnSpc>
                        <a:spcBef>
                          <a:spcPts val="15"/>
                        </a:spcBef>
                      </a:pPr>
                      <a:r>
                        <a:rPr sz="1100">
                          <a:latin typeface="Calibri"/>
                          <a:cs typeface="Calibri"/>
                        </a:rPr>
                        <a:t>detection</a:t>
                      </a:r>
                      <a:r>
                        <a:rPr sz="1100" spc="-10">
                          <a:latin typeface="Calibri"/>
                          <a:cs typeface="Calibri"/>
                        </a:rPr>
                        <a:t> </a:t>
                      </a:r>
                      <a:r>
                        <a:rPr sz="1100" spc="-25">
                          <a:latin typeface="Calibri"/>
                          <a:cs typeface="Calibri"/>
                        </a:rPr>
                        <a:t>are </a:t>
                      </a:r>
                      <a:r>
                        <a:rPr sz="1100">
                          <a:latin typeface="Calibri"/>
                          <a:cs typeface="Calibri"/>
                        </a:rPr>
                        <a:t>encouraging</a:t>
                      </a:r>
                      <a:r>
                        <a:rPr sz="1100" spc="-30">
                          <a:latin typeface="Calibri"/>
                          <a:cs typeface="Calibri"/>
                        </a:rPr>
                        <a:t> </a:t>
                      </a:r>
                      <a:r>
                        <a:rPr sz="1100" spc="-25">
                          <a:latin typeface="Calibri"/>
                          <a:cs typeface="Calibri"/>
                        </a:rPr>
                        <a:t>and</a:t>
                      </a:r>
                      <a:endParaRPr sz="1100">
                        <a:latin typeface="Calibri"/>
                        <a:cs typeface="Calibri"/>
                      </a:endParaRPr>
                    </a:p>
                    <a:p>
                      <a:pPr marL="66675">
                        <a:lnSpc>
                          <a:spcPts val="1300"/>
                        </a:lnSpc>
                      </a:pPr>
                      <a:r>
                        <a:rPr sz="1100">
                          <a:latin typeface="Calibri"/>
                          <a:cs typeface="Calibri"/>
                        </a:rPr>
                        <a:t>suggest </a:t>
                      </a:r>
                      <a:r>
                        <a:rPr sz="1100" spc="-20">
                          <a:latin typeface="Calibri"/>
                          <a:cs typeface="Calibri"/>
                        </a:rPr>
                        <a:t>that</a:t>
                      </a:r>
                      <a:endParaRPr sz="1100">
                        <a:latin typeface="Calibri"/>
                        <a:cs typeface="Calibri"/>
                      </a:endParaRPr>
                    </a:p>
                    <a:p>
                      <a:pPr marL="66675" marR="72390">
                        <a:lnSpc>
                          <a:spcPct val="101699"/>
                        </a:lnSpc>
                        <a:spcBef>
                          <a:spcPts val="10"/>
                        </a:spcBef>
                      </a:pPr>
                      <a:r>
                        <a:rPr sz="1100" spc="-10">
                          <a:latin typeface="Calibri"/>
                          <a:cs typeface="Calibri"/>
                        </a:rPr>
                        <a:t>automated </a:t>
                      </a:r>
                      <a:r>
                        <a:rPr sz="1100">
                          <a:latin typeface="Calibri"/>
                          <a:cs typeface="Calibri"/>
                        </a:rPr>
                        <a:t>methods</a:t>
                      </a:r>
                      <a:r>
                        <a:rPr sz="1100" spc="-30">
                          <a:latin typeface="Calibri"/>
                          <a:cs typeface="Calibri"/>
                        </a:rPr>
                        <a:t> </a:t>
                      </a:r>
                      <a:r>
                        <a:rPr sz="1100" spc="-10">
                          <a:latin typeface="Calibri"/>
                          <a:cs typeface="Calibri"/>
                        </a:rPr>
                        <a:t>using </a:t>
                      </a:r>
                      <a:r>
                        <a:rPr sz="1100">
                          <a:latin typeface="Calibri"/>
                          <a:cs typeface="Calibri"/>
                        </a:rPr>
                        <a:t>image</a:t>
                      </a:r>
                      <a:r>
                        <a:rPr sz="1100" spc="-20">
                          <a:latin typeface="Calibri"/>
                          <a:cs typeface="Calibri"/>
                        </a:rPr>
                        <a:t> </a:t>
                      </a:r>
                      <a:r>
                        <a:rPr sz="1100" spc="-10">
                          <a:latin typeface="Calibri"/>
                          <a:cs typeface="Calibri"/>
                        </a:rPr>
                        <a:t>processing </a:t>
                      </a:r>
                      <a:r>
                        <a:rPr sz="1100">
                          <a:latin typeface="Calibri"/>
                          <a:cs typeface="Calibri"/>
                        </a:rPr>
                        <a:t>and</a:t>
                      </a:r>
                      <a:r>
                        <a:rPr sz="1100" spc="-25">
                          <a:latin typeface="Calibri"/>
                          <a:cs typeface="Calibri"/>
                        </a:rPr>
                        <a:t> </a:t>
                      </a:r>
                      <a:r>
                        <a:rPr sz="1100" spc="-10">
                          <a:latin typeface="Calibri"/>
                          <a:cs typeface="Calibri"/>
                        </a:rPr>
                        <a:t>machine learning </a:t>
                      </a:r>
                      <a:r>
                        <a:rPr sz="1100">
                          <a:latin typeface="Calibri"/>
                          <a:cs typeface="Calibri"/>
                        </a:rPr>
                        <a:t>techniques</a:t>
                      </a:r>
                      <a:r>
                        <a:rPr sz="1100" spc="-25">
                          <a:latin typeface="Calibri"/>
                          <a:cs typeface="Calibri"/>
                        </a:rPr>
                        <a:t> </a:t>
                      </a:r>
                      <a:r>
                        <a:rPr sz="1100">
                          <a:latin typeface="Calibri"/>
                          <a:cs typeface="Calibri"/>
                        </a:rPr>
                        <a:t>can</a:t>
                      </a:r>
                      <a:r>
                        <a:rPr sz="1100" spc="-20">
                          <a:latin typeface="Calibri"/>
                          <a:cs typeface="Calibri"/>
                        </a:rPr>
                        <a:t> </a:t>
                      </a:r>
                      <a:r>
                        <a:rPr sz="1100" spc="-25">
                          <a:latin typeface="Calibri"/>
                          <a:cs typeface="Calibri"/>
                        </a:rPr>
                        <a:t>be </a:t>
                      </a:r>
                      <a:r>
                        <a:rPr sz="1100">
                          <a:latin typeface="Calibri"/>
                          <a:cs typeface="Calibri"/>
                        </a:rPr>
                        <a:t>efficient</a:t>
                      </a:r>
                      <a:r>
                        <a:rPr sz="1100" spc="-45">
                          <a:latin typeface="Calibri"/>
                          <a:cs typeface="Calibri"/>
                        </a:rPr>
                        <a:t> </a:t>
                      </a:r>
                      <a:r>
                        <a:rPr sz="1100" spc="-25">
                          <a:latin typeface="Calibri"/>
                          <a:cs typeface="Calibri"/>
                        </a:rPr>
                        <a:t>in </a:t>
                      </a:r>
                      <a:r>
                        <a:rPr sz="1100" spc="-10">
                          <a:latin typeface="Calibri"/>
                          <a:cs typeface="Calibri"/>
                        </a:rPr>
                        <a:t>correctly </a:t>
                      </a:r>
                      <a:r>
                        <a:rPr sz="1100">
                          <a:latin typeface="Calibri"/>
                          <a:cs typeface="Calibri"/>
                        </a:rPr>
                        <a:t>identifying</a:t>
                      </a:r>
                      <a:r>
                        <a:rPr sz="1100" spc="-35">
                          <a:latin typeface="Calibri"/>
                          <a:cs typeface="Calibri"/>
                        </a:rPr>
                        <a:t> </a:t>
                      </a:r>
                      <a:r>
                        <a:rPr sz="1100" spc="-25">
                          <a:latin typeface="Calibri"/>
                          <a:cs typeface="Calibri"/>
                        </a:rPr>
                        <a:t>and </a:t>
                      </a:r>
                      <a:r>
                        <a:rPr sz="1100">
                          <a:latin typeface="Calibri"/>
                          <a:cs typeface="Calibri"/>
                        </a:rPr>
                        <a:t>classifying</a:t>
                      </a:r>
                      <a:r>
                        <a:rPr sz="1100" spc="-20">
                          <a:latin typeface="Calibri"/>
                          <a:cs typeface="Calibri"/>
                        </a:rPr>
                        <a:t> </a:t>
                      </a:r>
                      <a:r>
                        <a:rPr sz="1100">
                          <a:latin typeface="Calibri"/>
                          <a:cs typeface="Calibri"/>
                        </a:rPr>
                        <a:t>tea</a:t>
                      </a:r>
                      <a:r>
                        <a:rPr sz="1100" spc="-25">
                          <a:latin typeface="Calibri"/>
                          <a:cs typeface="Calibri"/>
                        </a:rPr>
                        <a:t> </a:t>
                      </a:r>
                      <a:r>
                        <a:rPr sz="1100" spc="-20">
                          <a:latin typeface="Calibri"/>
                          <a:cs typeface="Calibri"/>
                        </a:rPr>
                        <a:t>leaf </a:t>
                      </a:r>
                      <a:r>
                        <a:rPr sz="1100" spc="-10">
                          <a:latin typeface="Calibri"/>
                          <a:cs typeface="Calibri"/>
                        </a:rPr>
                        <a:t>diseases, potentially </a:t>
                      </a:r>
                      <a:r>
                        <a:rPr sz="1100">
                          <a:latin typeface="Calibri"/>
                          <a:cs typeface="Calibri"/>
                        </a:rPr>
                        <a:t>assisting</a:t>
                      </a:r>
                      <a:r>
                        <a:rPr sz="1100" spc="-30">
                          <a:latin typeface="Calibri"/>
                          <a:cs typeface="Calibri"/>
                        </a:rPr>
                        <a:t> </a:t>
                      </a:r>
                      <a:r>
                        <a:rPr sz="1100" spc="-25">
                          <a:latin typeface="Calibri"/>
                          <a:cs typeface="Calibri"/>
                        </a:rPr>
                        <a:t>in </a:t>
                      </a:r>
                      <a:r>
                        <a:rPr sz="1100">
                          <a:latin typeface="Calibri"/>
                          <a:cs typeface="Calibri"/>
                        </a:rPr>
                        <a:t>increasing</a:t>
                      </a:r>
                      <a:r>
                        <a:rPr sz="1100" spc="-50">
                          <a:latin typeface="Calibri"/>
                          <a:cs typeface="Calibri"/>
                        </a:rPr>
                        <a:t> </a:t>
                      </a:r>
                      <a:r>
                        <a:rPr sz="1100" spc="-20">
                          <a:latin typeface="Calibri"/>
                          <a:cs typeface="Calibri"/>
                        </a:rPr>
                        <a:t>crop </a:t>
                      </a:r>
                      <a:r>
                        <a:rPr sz="1100">
                          <a:latin typeface="Calibri"/>
                          <a:cs typeface="Calibri"/>
                        </a:rPr>
                        <a:t>yield</a:t>
                      </a:r>
                      <a:r>
                        <a:rPr sz="1100" spc="-25">
                          <a:latin typeface="Calibri"/>
                          <a:cs typeface="Calibri"/>
                        </a:rPr>
                        <a:t> and </a:t>
                      </a:r>
                      <a:r>
                        <a:rPr sz="1100" spc="-10">
                          <a:latin typeface="Calibri"/>
                          <a:cs typeface="Calibri"/>
                        </a:rPr>
                        <a:t>minimising </a:t>
                      </a:r>
                      <a:r>
                        <a:rPr sz="1100">
                          <a:latin typeface="Calibri"/>
                          <a:cs typeface="Calibri"/>
                        </a:rPr>
                        <a:t>financial</a:t>
                      </a:r>
                      <a:r>
                        <a:rPr sz="1100" spc="-35">
                          <a:latin typeface="Calibri"/>
                          <a:cs typeface="Calibri"/>
                        </a:rPr>
                        <a:t> </a:t>
                      </a:r>
                      <a:r>
                        <a:rPr sz="1100">
                          <a:latin typeface="Calibri"/>
                          <a:cs typeface="Calibri"/>
                        </a:rPr>
                        <a:t>losses</a:t>
                      </a:r>
                      <a:r>
                        <a:rPr sz="1100" spc="-15">
                          <a:latin typeface="Calibri"/>
                          <a:cs typeface="Calibri"/>
                        </a:rPr>
                        <a:t> </a:t>
                      </a:r>
                      <a:r>
                        <a:rPr sz="1100" spc="-25">
                          <a:latin typeface="Calibri"/>
                          <a:cs typeface="Calibri"/>
                        </a:rPr>
                        <a:t>for </a:t>
                      </a:r>
                      <a:r>
                        <a:rPr sz="1100">
                          <a:latin typeface="Calibri"/>
                          <a:cs typeface="Calibri"/>
                        </a:rPr>
                        <a:t>tea</a:t>
                      </a:r>
                      <a:r>
                        <a:rPr sz="1100" spc="-10">
                          <a:latin typeface="Calibri"/>
                          <a:cs typeface="Calibri"/>
                        </a:rPr>
                        <a:t> growers.</a:t>
                      </a:r>
                      <a:endParaRPr sz="1100">
                        <a:latin typeface="Calibri"/>
                        <a:cs typeface="Calibri"/>
                      </a:endParaRPr>
                    </a:p>
                    <a:p>
                      <a:pPr marL="66675" marR="157480">
                        <a:lnSpc>
                          <a:spcPts val="1350"/>
                        </a:lnSpc>
                        <a:spcBef>
                          <a:spcPts val="25"/>
                        </a:spcBef>
                      </a:pPr>
                      <a:r>
                        <a:rPr sz="1100">
                          <a:latin typeface="Calibri"/>
                          <a:cs typeface="Calibri"/>
                        </a:rPr>
                        <a:t>According</a:t>
                      </a:r>
                      <a:r>
                        <a:rPr sz="1100" spc="-20">
                          <a:latin typeface="Calibri"/>
                          <a:cs typeface="Calibri"/>
                        </a:rPr>
                        <a:t> </a:t>
                      </a:r>
                      <a:r>
                        <a:rPr sz="1100">
                          <a:latin typeface="Calibri"/>
                          <a:cs typeface="Calibri"/>
                        </a:rPr>
                        <a:t>to</a:t>
                      </a:r>
                      <a:r>
                        <a:rPr sz="1100" spc="-20">
                          <a:latin typeface="Calibri"/>
                          <a:cs typeface="Calibri"/>
                        </a:rPr>
                        <a:t> this </a:t>
                      </a:r>
                      <a:r>
                        <a:rPr sz="1100">
                          <a:latin typeface="Calibri"/>
                          <a:cs typeface="Calibri"/>
                        </a:rPr>
                        <a:t>study,</a:t>
                      </a:r>
                      <a:r>
                        <a:rPr sz="1100" spc="-20">
                          <a:latin typeface="Calibri"/>
                          <a:cs typeface="Calibri"/>
                        </a:rPr>
                        <a:t> </a:t>
                      </a:r>
                      <a:r>
                        <a:rPr sz="1100" spc="-25">
                          <a:latin typeface="Calibri"/>
                          <a:cs typeface="Calibri"/>
                        </a:rPr>
                        <a:t>the </a:t>
                      </a:r>
                      <a:r>
                        <a:rPr sz="1100" spc="-10">
                          <a:latin typeface="Calibri"/>
                          <a:cs typeface="Calibri"/>
                        </a:rPr>
                        <a:t>Convolutional</a:t>
                      </a:r>
                      <a:endParaRPr sz="1100">
                        <a:latin typeface="Calibri"/>
                        <a:cs typeface="Calibri"/>
                      </a:endParaRPr>
                    </a:p>
                    <a:p>
                      <a:pPr marL="66675" marR="93980">
                        <a:lnSpc>
                          <a:spcPts val="1330"/>
                        </a:lnSpc>
                        <a:spcBef>
                          <a:spcPts val="20"/>
                        </a:spcBef>
                      </a:pPr>
                      <a:r>
                        <a:rPr sz="1100">
                          <a:latin typeface="Calibri"/>
                          <a:cs typeface="Calibri"/>
                        </a:rPr>
                        <a:t>Neural</a:t>
                      </a:r>
                      <a:r>
                        <a:rPr sz="1100" spc="-55">
                          <a:latin typeface="Calibri"/>
                          <a:cs typeface="Calibri"/>
                        </a:rPr>
                        <a:t> </a:t>
                      </a:r>
                      <a:r>
                        <a:rPr sz="1100" spc="-10">
                          <a:latin typeface="Calibri"/>
                          <a:cs typeface="Calibri"/>
                        </a:rPr>
                        <a:t>Network </a:t>
                      </a:r>
                      <a:r>
                        <a:rPr sz="1100">
                          <a:latin typeface="Calibri"/>
                          <a:cs typeface="Calibri"/>
                        </a:rPr>
                        <a:t>classified</a:t>
                      </a:r>
                      <a:r>
                        <a:rPr sz="1100" spc="-45">
                          <a:latin typeface="Calibri"/>
                          <a:cs typeface="Calibri"/>
                        </a:rPr>
                        <a:t> </a:t>
                      </a:r>
                      <a:r>
                        <a:rPr sz="1100" spc="-10">
                          <a:latin typeface="Calibri"/>
                          <a:cs typeface="Calibri"/>
                        </a:rPr>
                        <a:t>diseases</a:t>
                      </a:r>
                      <a:endParaRPr sz="1100">
                        <a:latin typeface="Calibri"/>
                        <a:cs typeface="Calibri"/>
                      </a:endParaRPr>
                    </a:p>
                    <a:p>
                      <a:pPr marL="66675">
                        <a:lnSpc>
                          <a:spcPts val="1300"/>
                        </a:lnSpc>
                      </a:pPr>
                      <a:r>
                        <a:rPr sz="1100">
                          <a:latin typeface="Calibri"/>
                          <a:cs typeface="Calibri"/>
                        </a:rPr>
                        <a:t>with</a:t>
                      </a:r>
                      <a:r>
                        <a:rPr sz="1100" spc="-15">
                          <a:latin typeface="Calibri"/>
                          <a:cs typeface="Calibri"/>
                        </a:rPr>
                        <a:t> </a:t>
                      </a:r>
                      <a:r>
                        <a:rPr sz="1100">
                          <a:latin typeface="Calibri"/>
                          <a:cs typeface="Calibri"/>
                        </a:rPr>
                        <a:t>a</a:t>
                      </a:r>
                      <a:r>
                        <a:rPr sz="1100" spc="-15">
                          <a:latin typeface="Calibri"/>
                          <a:cs typeface="Calibri"/>
                        </a:rPr>
                        <a:t> </a:t>
                      </a:r>
                      <a:r>
                        <a:rPr sz="1100" spc="-25">
                          <a:latin typeface="Calibri"/>
                          <a:cs typeface="Calibri"/>
                        </a:rPr>
                        <a:t>92%</a:t>
                      </a:r>
                      <a:endParaRPr sz="1100">
                        <a:latin typeface="Calibri"/>
                        <a:cs typeface="Calibri"/>
                      </a:endParaRPr>
                    </a:p>
                    <a:p>
                      <a:pPr marL="66675" marR="233679">
                        <a:lnSpc>
                          <a:spcPct val="101600"/>
                        </a:lnSpc>
                        <a:spcBef>
                          <a:spcPts val="10"/>
                        </a:spcBef>
                      </a:pPr>
                      <a:r>
                        <a:rPr sz="1100">
                          <a:latin typeface="Calibri"/>
                          <a:cs typeface="Calibri"/>
                        </a:rPr>
                        <a:t>accuracy</a:t>
                      </a:r>
                      <a:r>
                        <a:rPr sz="1100" spc="-15">
                          <a:latin typeface="Calibri"/>
                          <a:cs typeface="Calibri"/>
                        </a:rPr>
                        <a:t> </a:t>
                      </a:r>
                      <a:r>
                        <a:rPr sz="1100" spc="-10">
                          <a:latin typeface="Calibri"/>
                          <a:cs typeface="Calibri"/>
                        </a:rPr>
                        <a:t>rate. </a:t>
                      </a:r>
                      <a:r>
                        <a:rPr sz="1100">
                          <a:latin typeface="Calibri"/>
                          <a:cs typeface="Calibri"/>
                        </a:rPr>
                        <a:t>And</a:t>
                      </a:r>
                      <a:r>
                        <a:rPr sz="1100" spc="-40">
                          <a:latin typeface="Calibri"/>
                          <a:cs typeface="Calibri"/>
                        </a:rPr>
                        <a:t> </a:t>
                      </a:r>
                      <a:r>
                        <a:rPr sz="1100" spc="-10">
                          <a:latin typeface="Calibri"/>
                          <a:cs typeface="Calibri"/>
                        </a:rPr>
                        <a:t>support </a:t>
                      </a:r>
                      <a:r>
                        <a:rPr sz="1100">
                          <a:latin typeface="Calibri"/>
                          <a:cs typeface="Calibri"/>
                        </a:rPr>
                        <a:t>vector</a:t>
                      </a:r>
                      <a:r>
                        <a:rPr sz="1100" spc="-20">
                          <a:latin typeface="Calibri"/>
                          <a:cs typeface="Calibri"/>
                        </a:rPr>
                        <a:t> </a:t>
                      </a:r>
                      <a:r>
                        <a:rPr sz="1100" spc="-10">
                          <a:latin typeface="Calibri"/>
                          <a:cs typeface="Calibri"/>
                        </a:rPr>
                        <a:t>machine </a:t>
                      </a:r>
                      <a:r>
                        <a:rPr sz="1100">
                          <a:latin typeface="Calibri"/>
                          <a:cs typeface="Calibri"/>
                        </a:rPr>
                        <a:t>achieve</a:t>
                      </a:r>
                      <a:r>
                        <a:rPr sz="1100" spc="-20">
                          <a:latin typeface="Calibri"/>
                          <a:cs typeface="Calibri"/>
                        </a:rPr>
                        <a:t> </a:t>
                      </a:r>
                      <a:r>
                        <a:rPr sz="1100" spc="-10">
                          <a:latin typeface="Calibri"/>
                          <a:cs typeface="Calibri"/>
                        </a:rPr>
                        <a:t>88.9%.</a:t>
                      </a:r>
                      <a:endParaRPr sz="1100">
                        <a:latin typeface="Calibri"/>
                        <a:cs typeface="Calibri"/>
                      </a:endParaRPr>
                    </a:p>
                  </a:txBody>
                  <a:tcPr marL="0" marR="0" marT="127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1"/>
                  </a:ext>
                </a:extLst>
              </a:tr>
              <a:tr h="1905635">
                <a:tc>
                  <a:txBody>
                    <a:bodyPr/>
                    <a:lstStyle/>
                    <a:p>
                      <a:pPr marL="69850">
                        <a:lnSpc>
                          <a:spcPts val="1295"/>
                        </a:lnSpc>
                      </a:pPr>
                      <a:r>
                        <a:rPr sz="1100" spc="-50">
                          <a:latin typeface="Calibri"/>
                          <a:cs typeface="Calibri"/>
                        </a:rPr>
                        <a:t>2</a:t>
                      </a:r>
                      <a:endParaRPr sz="1100">
                        <a:latin typeface="Calibri"/>
                        <a:cs typeface="Calibri"/>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9850" marR="184150">
                        <a:lnSpc>
                          <a:spcPts val="1330"/>
                        </a:lnSpc>
                        <a:spcBef>
                          <a:spcPts val="10"/>
                        </a:spcBef>
                      </a:pPr>
                      <a:r>
                        <a:rPr sz="1100" b="1">
                          <a:solidFill>
                            <a:srgbClr val="212121"/>
                          </a:solidFill>
                          <a:latin typeface="Calibri"/>
                          <a:cs typeface="Calibri"/>
                        </a:rPr>
                        <a:t>Detection</a:t>
                      </a:r>
                      <a:r>
                        <a:rPr sz="1100" b="1" spc="-60">
                          <a:solidFill>
                            <a:srgbClr val="212121"/>
                          </a:solidFill>
                          <a:latin typeface="Calibri"/>
                          <a:cs typeface="Calibri"/>
                        </a:rPr>
                        <a:t> </a:t>
                      </a:r>
                      <a:r>
                        <a:rPr sz="1100" b="1" spc="-25">
                          <a:solidFill>
                            <a:srgbClr val="212121"/>
                          </a:solidFill>
                          <a:latin typeface="Calibri"/>
                          <a:cs typeface="Calibri"/>
                        </a:rPr>
                        <a:t>and </a:t>
                      </a:r>
                      <a:r>
                        <a:rPr sz="1100" b="1" spc="-10">
                          <a:solidFill>
                            <a:srgbClr val="212121"/>
                          </a:solidFill>
                          <a:latin typeface="Calibri"/>
                          <a:cs typeface="Calibri"/>
                        </a:rPr>
                        <a:t>identification</a:t>
                      </a:r>
                      <a:r>
                        <a:rPr sz="1100" b="1" spc="60">
                          <a:solidFill>
                            <a:srgbClr val="212121"/>
                          </a:solidFill>
                          <a:latin typeface="Calibri"/>
                          <a:cs typeface="Calibri"/>
                        </a:rPr>
                        <a:t> </a:t>
                      </a:r>
                      <a:r>
                        <a:rPr sz="1100" b="1" spc="-25">
                          <a:solidFill>
                            <a:srgbClr val="212121"/>
                          </a:solidFill>
                          <a:latin typeface="Calibri"/>
                          <a:cs typeface="Calibri"/>
                        </a:rPr>
                        <a:t>of</a:t>
                      </a:r>
                      <a:endParaRPr sz="1100">
                        <a:latin typeface="Calibri"/>
                        <a:cs typeface="Calibri"/>
                      </a:endParaRPr>
                    </a:p>
                    <a:p>
                      <a:pPr marL="69850" marR="156845">
                        <a:lnSpc>
                          <a:spcPts val="1350"/>
                        </a:lnSpc>
                      </a:pPr>
                      <a:r>
                        <a:rPr sz="1100" b="1">
                          <a:solidFill>
                            <a:srgbClr val="212121"/>
                          </a:solidFill>
                          <a:latin typeface="Calibri"/>
                          <a:cs typeface="Calibri"/>
                        </a:rPr>
                        <a:t>tea</a:t>
                      </a:r>
                      <a:r>
                        <a:rPr sz="1100" b="1" spc="-10">
                          <a:solidFill>
                            <a:srgbClr val="212121"/>
                          </a:solidFill>
                          <a:latin typeface="Calibri"/>
                          <a:cs typeface="Calibri"/>
                        </a:rPr>
                        <a:t> </a:t>
                      </a:r>
                      <a:r>
                        <a:rPr sz="1100" b="1">
                          <a:solidFill>
                            <a:srgbClr val="212121"/>
                          </a:solidFill>
                          <a:latin typeface="Calibri"/>
                          <a:cs typeface="Calibri"/>
                        </a:rPr>
                        <a:t>leaf</a:t>
                      </a:r>
                      <a:r>
                        <a:rPr sz="1100" b="1" spc="-10">
                          <a:solidFill>
                            <a:srgbClr val="212121"/>
                          </a:solidFill>
                          <a:latin typeface="Calibri"/>
                          <a:cs typeface="Calibri"/>
                        </a:rPr>
                        <a:t> diseases </a:t>
                      </a:r>
                      <a:r>
                        <a:rPr sz="1100" b="1">
                          <a:solidFill>
                            <a:srgbClr val="212121"/>
                          </a:solidFill>
                          <a:latin typeface="Calibri"/>
                          <a:cs typeface="Calibri"/>
                        </a:rPr>
                        <a:t>based</a:t>
                      </a:r>
                      <a:r>
                        <a:rPr sz="1100" b="1" spc="-10">
                          <a:solidFill>
                            <a:srgbClr val="212121"/>
                          </a:solidFill>
                          <a:latin typeface="Calibri"/>
                          <a:cs typeface="Calibri"/>
                        </a:rPr>
                        <a:t> </a:t>
                      </a:r>
                      <a:r>
                        <a:rPr sz="1100" b="1">
                          <a:solidFill>
                            <a:srgbClr val="212121"/>
                          </a:solidFill>
                          <a:latin typeface="Calibri"/>
                          <a:cs typeface="Calibri"/>
                        </a:rPr>
                        <a:t>on</a:t>
                      </a:r>
                      <a:r>
                        <a:rPr sz="1100" b="1" spc="-5">
                          <a:solidFill>
                            <a:srgbClr val="212121"/>
                          </a:solidFill>
                          <a:latin typeface="Calibri"/>
                          <a:cs typeface="Calibri"/>
                        </a:rPr>
                        <a:t> </a:t>
                      </a:r>
                      <a:r>
                        <a:rPr sz="1100" b="1" spc="-25">
                          <a:solidFill>
                            <a:srgbClr val="212121"/>
                          </a:solidFill>
                          <a:latin typeface="Calibri"/>
                          <a:cs typeface="Calibri"/>
                        </a:rPr>
                        <a:t>AX- </a:t>
                      </a:r>
                      <a:r>
                        <a:rPr sz="1100" b="1" spc="-10">
                          <a:solidFill>
                            <a:srgbClr val="212121"/>
                          </a:solidFill>
                          <a:latin typeface="Calibri"/>
                          <a:cs typeface="Calibri"/>
                        </a:rPr>
                        <a:t>RetinaNet</a:t>
                      </a:r>
                      <a:endParaRPr sz="1100">
                        <a:latin typeface="Calibri"/>
                        <a:cs typeface="Calibri"/>
                      </a:endParaRPr>
                    </a:p>
                  </a:txBody>
                  <a:tcPr marL="0" marR="0" marT="127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675">
                        <a:lnSpc>
                          <a:spcPct val="100000"/>
                        </a:lnSpc>
                        <a:spcBef>
                          <a:spcPts val="1150"/>
                        </a:spcBef>
                      </a:pPr>
                      <a:r>
                        <a:rPr sz="1200" b="1" spc="-20">
                          <a:solidFill>
                            <a:srgbClr val="212121"/>
                          </a:solidFill>
                          <a:latin typeface="Calibri"/>
                          <a:cs typeface="Calibri"/>
                        </a:rPr>
                        <a:t>2022</a:t>
                      </a:r>
                      <a:endParaRPr sz="1200">
                        <a:latin typeface="Calibri"/>
                        <a:cs typeface="Calibri"/>
                      </a:endParaRPr>
                    </a:p>
                  </a:txBody>
                  <a:tcPr marL="0" marR="0" marT="14605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9850" marR="84455">
                        <a:lnSpc>
                          <a:spcPts val="1330"/>
                        </a:lnSpc>
                        <a:spcBef>
                          <a:spcPts val="10"/>
                        </a:spcBef>
                      </a:pPr>
                      <a:r>
                        <a:rPr sz="1100">
                          <a:latin typeface="Calibri"/>
                          <a:cs typeface="Calibri"/>
                        </a:rPr>
                        <a:t>Wenxia</a:t>
                      </a:r>
                      <a:r>
                        <a:rPr sz="1100" spc="-25">
                          <a:latin typeface="Calibri"/>
                          <a:cs typeface="Calibri"/>
                        </a:rPr>
                        <a:t> </a:t>
                      </a:r>
                      <a:r>
                        <a:rPr sz="1100">
                          <a:latin typeface="Calibri"/>
                          <a:cs typeface="Calibri"/>
                        </a:rPr>
                        <a:t>Bao,</a:t>
                      </a:r>
                      <a:r>
                        <a:rPr sz="1100" spc="-15">
                          <a:latin typeface="Calibri"/>
                          <a:cs typeface="Calibri"/>
                        </a:rPr>
                        <a:t> </a:t>
                      </a:r>
                      <a:r>
                        <a:rPr sz="1100" spc="-25">
                          <a:latin typeface="Calibri"/>
                          <a:cs typeface="Calibri"/>
                        </a:rPr>
                        <a:t>Tao </a:t>
                      </a:r>
                      <a:r>
                        <a:rPr sz="1100">
                          <a:latin typeface="Calibri"/>
                          <a:cs typeface="Calibri"/>
                        </a:rPr>
                        <a:t>Fan,</a:t>
                      </a:r>
                      <a:r>
                        <a:rPr sz="1100" spc="-20">
                          <a:latin typeface="Calibri"/>
                          <a:cs typeface="Calibri"/>
                        </a:rPr>
                        <a:t> </a:t>
                      </a:r>
                      <a:r>
                        <a:rPr sz="1100">
                          <a:latin typeface="Calibri"/>
                          <a:cs typeface="Calibri"/>
                        </a:rPr>
                        <a:t>Gensheng</a:t>
                      </a:r>
                      <a:r>
                        <a:rPr sz="1100" spc="-15">
                          <a:latin typeface="Calibri"/>
                          <a:cs typeface="Calibri"/>
                        </a:rPr>
                        <a:t> </a:t>
                      </a:r>
                      <a:r>
                        <a:rPr sz="1100" spc="-25">
                          <a:latin typeface="Calibri"/>
                          <a:cs typeface="Calibri"/>
                        </a:rPr>
                        <a:t>Hu</a:t>
                      </a:r>
                      <a:endParaRPr sz="1100">
                        <a:latin typeface="Calibri"/>
                        <a:cs typeface="Calibri"/>
                      </a:endParaRPr>
                    </a:p>
                  </a:txBody>
                  <a:tcPr marL="0" marR="0" marT="127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spcBef>
                          <a:spcPts val="470"/>
                        </a:spcBef>
                      </a:pPr>
                      <a:endParaRPr sz="1100">
                        <a:latin typeface="Times New Roman"/>
                        <a:cs typeface="Times New Roman"/>
                      </a:endParaRPr>
                    </a:p>
                    <a:p>
                      <a:pPr marL="66675" marR="111760">
                        <a:lnSpc>
                          <a:spcPct val="110800"/>
                        </a:lnSpc>
                      </a:pPr>
                      <a:r>
                        <a:rPr sz="1100" spc="-10">
                          <a:solidFill>
                            <a:srgbClr val="212121"/>
                          </a:solidFill>
                          <a:latin typeface="Segoe UI"/>
                          <a:cs typeface="Segoe UI"/>
                        </a:rPr>
                        <a:t>Experimental </a:t>
                      </a:r>
                      <a:r>
                        <a:rPr sz="1100">
                          <a:solidFill>
                            <a:srgbClr val="212121"/>
                          </a:solidFill>
                          <a:latin typeface="Segoe UI"/>
                          <a:cs typeface="Segoe UI"/>
                        </a:rPr>
                        <a:t>results</a:t>
                      </a:r>
                      <a:r>
                        <a:rPr sz="1100" spc="-25">
                          <a:solidFill>
                            <a:srgbClr val="212121"/>
                          </a:solidFill>
                          <a:latin typeface="Segoe UI"/>
                          <a:cs typeface="Segoe UI"/>
                        </a:rPr>
                        <a:t> </a:t>
                      </a:r>
                      <a:r>
                        <a:rPr sz="1100">
                          <a:solidFill>
                            <a:srgbClr val="212121"/>
                          </a:solidFill>
                          <a:latin typeface="Segoe UI"/>
                          <a:cs typeface="Segoe UI"/>
                        </a:rPr>
                        <a:t>show</a:t>
                      </a:r>
                      <a:r>
                        <a:rPr sz="1100" spc="-30">
                          <a:solidFill>
                            <a:srgbClr val="212121"/>
                          </a:solidFill>
                          <a:latin typeface="Segoe UI"/>
                          <a:cs typeface="Segoe UI"/>
                        </a:rPr>
                        <a:t> </a:t>
                      </a:r>
                      <a:r>
                        <a:rPr sz="1100" spc="-25">
                          <a:solidFill>
                            <a:srgbClr val="212121"/>
                          </a:solidFill>
                          <a:latin typeface="Segoe UI"/>
                          <a:cs typeface="Segoe UI"/>
                        </a:rPr>
                        <a:t>the </a:t>
                      </a:r>
                      <a:r>
                        <a:rPr sz="1100">
                          <a:solidFill>
                            <a:srgbClr val="212121"/>
                          </a:solidFill>
                          <a:latin typeface="Segoe UI"/>
                          <a:cs typeface="Segoe UI"/>
                        </a:rPr>
                        <a:t>detection</a:t>
                      </a:r>
                      <a:r>
                        <a:rPr sz="1100" spc="-50">
                          <a:solidFill>
                            <a:srgbClr val="212121"/>
                          </a:solidFill>
                          <a:latin typeface="Segoe UI"/>
                          <a:cs typeface="Segoe UI"/>
                        </a:rPr>
                        <a:t> </a:t>
                      </a:r>
                      <a:r>
                        <a:rPr sz="1100" spc="-25">
                          <a:solidFill>
                            <a:srgbClr val="212121"/>
                          </a:solidFill>
                          <a:latin typeface="Segoe UI"/>
                          <a:cs typeface="Segoe UI"/>
                        </a:rPr>
                        <a:t>and </a:t>
                      </a:r>
                      <a:r>
                        <a:rPr sz="1100" spc="-10">
                          <a:solidFill>
                            <a:srgbClr val="212121"/>
                          </a:solidFill>
                          <a:latin typeface="Segoe UI"/>
                          <a:cs typeface="Segoe UI"/>
                        </a:rPr>
                        <a:t>identification accuracy</a:t>
                      </a:r>
                      <a:r>
                        <a:rPr sz="1100" spc="-20">
                          <a:solidFill>
                            <a:srgbClr val="212121"/>
                          </a:solidFill>
                          <a:latin typeface="Segoe UI"/>
                          <a:cs typeface="Segoe UI"/>
                        </a:rPr>
                        <a:t> </a:t>
                      </a:r>
                      <a:r>
                        <a:rPr sz="1100">
                          <a:solidFill>
                            <a:srgbClr val="212121"/>
                          </a:solidFill>
                          <a:latin typeface="Segoe UI"/>
                          <a:cs typeface="Segoe UI"/>
                        </a:rPr>
                        <a:t>of</a:t>
                      </a:r>
                      <a:r>
                        <a:rPr sz="1100" spc="-5">
                          <a:solidFill>
                            <a:srgbClr val="212121"/>
                          </a:solidFill>
                          <a:latin typeface="Segoe UI"/>
                          <a:cs typeface="Segoe UI"/>
                        </a:rPr>
                        <a:t> </a:t>
                      </a:r>
                      <a:r>
                        <a:rPr sz="1100" spc="-25">
                          <a:solidFill>
                            <a:srgbClr val="212121"/>
                          </a:solidFill>
                          <a:latin typeface="Segoe UI"/>
                          <a:cs typeface="Segoe UI"/>
                        </a:rPr>
                        <a:t>AX- </a:t>
                      </a:r>
                      <a:r>
                        <a:rPr sz="1100">
                          <a:solidFill>
                            <a:srgbClr val="212121"/>
                          </a:solidFill>
                          <a:latin typeface="Segoe UI"/>
                          <a:cs typeface="Segoe UI"/>
                        </a:rPr>
                        <a:t>RetinaNet</a:t>
                      </a:r>
                      <a:r>
                        <a:rPr sz="1100" spc="-65">
                          <a:solidFill>
                            <a:srgbClr val="212121"/>
                          </a:solidFill>
                          <a:latin typeface="Segoe UI"/>
                          <a:cs typeface="Segoe UI"/>
                        </a:rPr>
                        <a:t> </a:t>
                      </a:r>
                      <a:r>
                        <a:rPr sz="1100" spc="-25">
                          <a:solidFill>
                            <a:srgbClr val="212121"/>
                          </a:solidFill>
                          <a:latin typeface="Segoe UI"/>
                          <a:cs typeface="Segoe UI"/>
                        </a:rPr>
                        <a:t>for </a:t>
                      </a:r>
                      <a:r>
                        <a:rPr sz="1100">
                          <a:solidFill>
                            <a:srgbClr val="212121"/>
                          </a:solidFill>
                          <a:latin typeface="Segoe UI"/>
                          <a:cs typeface="Segoe UI"/>
                        </a:rPr>
                        <a:t>tea</a:t>
                      </a:r>
                      <a:r>
                        <a:rPr sz="1100" spc="-30">
                          <a:solidFill>
                            <a:srgbClr val="212121"/>
                          </a:solidFill>
                          <a:latin typeface="Segoe UI"/>
                          <a:cs typeface="Segoe UI"/>
                        </a:rPr>
                        <a:t> </a:t>
                      </a:r>
                      <a:r>
                        <a:rPr sz="1100">
                          <a:solidFill>
                            <a:srgbClr val="212121"/>
                          </a:solidFill>
                          <a:latin typeface="Segoe UI"/>
                          <a:cs typeface="Segoe UI"/>
                        </a:rPr>
                        <a:t>leaf</a:t>
                      </a:r>
                      <a:r>
                        <a:rPr sz="1100" spc="-20">
                          <a:solidFill>
                            <a:srgbClr val="212121"/>
                          </a:solidFill>
                          <a:latin typeface="Segoe UI"/>
                          <a:cs typeface="Segoe UI"/>
                        </a:rPr>
                        <a:t> </a:t>
                      </a:r>
                      <a:r>
                        <a:rPr sz="1100" spc="-10">
                          <a:solidFill>
                            <a:srgbClr val="212121"/>
                          </a:solidFill>
                          <a:latin typeface="Segoe UI"/>
                          <a:cs typeface="Segoe UI"/>
                        </a:rPr>
                        <a:t>diseases </a:t>
                      </a:r>
                      <a:r>
                        <a:rPr sz="1100">
                          <a:solidFill>
                            <a:srgbClr val="212121"/>
                          </a:solidFill>
                          <a:latin typeface="Segoe UI"/>
                          <a:cs typeface="Segoe UI"/>
                        </a:rPr>
                        <a:t>in</a:t>
                      </a:r>
                      <a:r>
                        <a:rPr sz="1100" spc="-35">
                          <a:solidFill>
                            <a:srgbClr val="212121"/>
                          </a:solidFill>
                          <a:latin typeface="Segoe UI"/>
                          <a:cs typeface="Segoe UI"/>
                        </a:rPr>
                        <a:t> </a:t>
                      </a:r>
                      <a:r>
                        <a:rPr sz="1100">
                          <a:solidFill>
                            <a:srgbClr val="212121"/>
                          </a:solidFill>
                          <a:latin typeface="Segoe UI"/>
                          <a:cs typeface="Segoe UI"/>
                        </a:rPr>
                        <a:t>natural</a:t>
                      </a:r>
                      <a:r>
                        <a:rPr sz="1100" spc="-25">
                          <a:solidFill>
                            <a:srgbClr val="212121"/>
                          </a:solidFill>
                          <a:latin typeface="Segoe UI"/>
                          <a:cs typeface="Segoe UI"/>
                        </a:rPr>
                        <a:t> </a:t>
                      </a:r>
                      <a:r>
                        <a:rPr sz="1100" spc="-10">
                          <a:solidFill>
                            <a:srgbClr val="212121"/>
                          </a:solidFill>
                          <a:latin typeface="Segoe UI"/>
                          <a:cs typeface="Segoe UI"/>
                        </a:rPr>
                        <a:t>scene </a:t>
                      </a:r>
                      <a:r>
                        <a:rPr sz="1100">
                          <a:solidFill>
                            <a:srgbClr val="212121"/>
                          </a:solidFill>
                          <a:latin typeface="Segoe UI"/>
                          <a:cs typeface="Segoe UI"/>
                        </a:rPr>
                        <a:t>images</a:t>
                      </a:r>
                      <a:r>
                        <a:rPr sz="1100" spc="-5">
                          <a:solidFill>
                            <a:srgbClr val="212121"/>
                          </a:solidFill>
                          <a:latin typeface="Segoe UI"/>
                          <a:cs typeface="Segoe UI"/>
                        </a:rPr>
                        <a:t> </a:t>
                      </a:r>
                      <a:r>
                        <a:rPr sz="1100">
                          <a:solidFill>
                            <a:srgbClr val="212121"/>
                          </a:solidFill>
                          <a:latin typeface="Segoe UI"/>
                          <a:cs typeface="Segoe UI"/>
                        </a:rPr>
                        <a:t>is</a:t>
                      </a:r>
                      <a:r>
                        <a:rPr sz="1100" spc="-5">
                          <a:solidFill>
                            <a:srgbClr val="212121"/>
                          </a:solidFill>
                          <a:latin typeface="Segoe UI"/>
                          <a:cs typeface="Segoe UI"/>
                        </a:rPr>
                        <a:t> </a:t>
                      </a:r>
                      <a:r>
                        <a:rPr sz="1100" spc="-10">
                          <a:solidFill>
                            <a:srgbClr val="212121"/>
                          </a:solidFill>
                          <a:latin typeface="Segoe UI"/>
                          <a:cs typeface="Segoe UI"/>
                        </a:rPr>
                        <a:t>better</a:t>
                      </a:r>
                      <a:endParaRPr sz="1100">
                        <a:latin typeface="Segoe UI"/>
                        <a:cs typeface="Segoe UI"/>
                      </a:endParaRPr>
                    </a:p>
                  </a:txBody>
                  <a:tcPr marL="0" marR="0" marT="5969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2"/>
                  </a:ext>
                </a:extLst>
              </a:tr>
            </a:tbl>
          </a:graphicData>
        </a:graphic>
      </p:graphicFrame>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2" name="object 2"/>
          <p:cNvGraphicFramePr>
            <a:graphicFrameLocks noGrp="1"/>
          </p:cNvGraphicFramePr>
          <p:nvPr/>
        </p:nvGraphicFramePr>
        <p:xfrm>
          <a:off x="914717" y="914780"/>
          <a:ext cx="5946140" cy="8284210"/>
        </p:xfrm>
        <a:graphic>
          <a:graphicData uri="http://schemas.openxmlformats.org/drawingml/2006/table">
            <a:tbl>
              <a:tblPr firstRow="1" bandRow="1">
                <a:tableStyleId>{2D5ABB26-0587-4C30-8999-92F81FD0307C}</a:tableStyleId>
              </a:tblPr>
              <a:tblGrid>
                <a:gridCol w="1188085">
                  <a:extLst>
                    <a:ext uri="{9D8B030D-6E8A-4147-A177-3AD203B41FA5}">
                      <a16:colId xmlns:a16="http://schemas.microsoft.com/office/drawing/2014/main" val="20000"/>
                    </a:ext>
                  </a:extLst>
                </a:gridCol>
                <a:gridCol w="1190625">
                  <a:extLst>
                    <a:ext uri="{9D8B030D-6E8A-4147-A177-3AD203B41FA5}">
                      <a16:colId xmlns:a16="http://schemas.microsoft.com/office/drawing/2014/main" val="20001"/>
                    </a:ext>
                  </a:extLst>
                </a:gridCol>
                <a:gridCol w="1188085">
                  <a:extLst>
                    <a:ext uri="{9D8B030D-6E8A-4147-A177-3AD203B41FA5}">
                      <a16:colId xmlns:a16="http://schemas.microsoft.com/office/drawing/2014/main" val="20002"/>
                    </a:ext>
                  </a:extLst>
                </a:gridCol>
                <a:gridCol w="1191260">
                  <a:extLst>
                    <a:ext uri="{9D8B030D-6E8A-4147-A177-3AD203B41FA5}">
                      <a16:colId xmlns:a16="http://schemas.microsoft.com/office/drawing/2014/main" val="20003"/>
                    </a:ext>
                  </a:extLst>
                </a:gridCol>
                <a:gridCol w="1188085">
                  <a:extLst>
                    <a:ext uri="{9D8B030D-6E8A-4147-A177-3AD203B41FA5}">
                      <a16:colId xmlns:a16="http://schemas.microsoft.com/office/drawing/2014/main" val="20004"/>
                    </a:ext>
                  </a:extLst>
                </a:gridCol>
              </a:tblGrid>
              <a:tr h="5767070">
                <a:tc>
                  <a:txBody>
                    <a:bodyPr/>
                    <a:lstStyle/>
                    <a:p>
                      <a:pPr>
                        <a:lnSpc>
                          <a:spcPct val="100000"/>
                        </a:lnSpc>
                      </a:pP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675" marR="85725">
                        <a:lnSpc>
                          <a:spcPts val="1450"/>
                        </a:lnSpc>
                        <a:spcBef>
                          <a:spcPts val="65"/>
                        </a:spcBef>
                      </a:pPr>
                      <a:r>
                        <a:rPr sz="1100">
                          <a:solidFill>
                            <a:srgbClr val="212121"/>
                          </a:solidFill>
                          <a:latin typeface="Segoe UI"/>
                          <a:cs typeface="Segoe UI"/>
                        </a:rPr>
                        <a:t>than</a:t>
                      </a:r>
                      <a:r>
                        <a:rPr sz="1100" spc="-25">
                          <a:solidFill>
                            <a:srgbClr val="212121"/>
                          </a:solidFill>
                          <a:latin typeface="Segoe UI"/>
                          <a:cs typeface="Segoe UI"/>
                        </a:rPr>
                        <a:t> </a:t>
                      </a:r>
                      <a:r>
                        <a:rPr sz="1100">
                          <a:solidFill>
                            <a:srgbClr val="212121"/>
                          </a:solidFill>
                          <a:latin typeface="Segoe UI"/>
                          <a:cs typeface="Segoe UI"/>
                        </a:rPr>
                        <a:t>the</a:t>
                      </a:r>
                      <a:r>
                        <a:rPr sz="1100" spc="-20">
                          <a:solidFill>
                            <a:srgbClr val="212121"/>
                          </a:solidFill>
                          <a:latin typeface="Segoe UI"/>
                          <a:cs typeface="Segoe UI"/>
                        </a:rPr>
                        <a:t> </a:t>
                      </a:r>
                      <a:r>
                        <a:rPr sz="1100" spc="-10">
                          <a:solidFill>
                            <a:srgbClr val="212121"/>
                          </a:solidFill>
                          <a:latin typeface="Segoe UI"/>
                          <a:cs typeface="Segoe UI"/>
                        </a:rPr>
                        <a:t>existing </a:t>
                      </a:r>
                      <a:r>
                        <a:rPr sz="1100">
                          <a:solidFill>
                            <a:srgbClr val="212121"/>
                          </a:solidFill>
                          <a:latin typeface="Segoe UI"/>
                          <a:cs typeface="Segoe UI"/>
                        </a:rPr>
                        <a:t>target</a:t>
                      </a:r>
                      <a:r>
                        <a:rPr sz="1100" spc="-55">
                          <a:solidFill>
                            <a:srgbClr val="212121"/>
                          </a:solidFill>
                          <a:latin typeface="Segoe UI"/>
                          <a:cs typeface="Segoe UI"/>
                        </a:rPr>
                        <a:t> </a:t>
                      </a:r>
                      <a:r>
                        <a:rPr sz="1100" spc="-10">
                          <a:solidFill>
                            <a:srgbClr val="212121"/>
                          </a:solidFill>
                          <a:latin typeface="Segoe UI"/>
                          <a:cs typeface="Segoe UI"/>
                        </a:rPr>
                        <a:t>detection</a:t>
                      </a:r>
                      <a:endParaRPr sz="1100">
                        <a:latin typeface="Segoe UI"/>
                        <a:cs typeface="Segoe UI"/>
                      </a:endParaRPr>
                    </a:p>
                    <a:p>
                      <a:pPr marL="66675" marR="307975">
                        <a:lnSpc>
                          <a:spcPts val="1450"/>
                        </a:lnSpc>
                        <a:spcBef>
                          <a:spcPts val="25"/>
                        </a:spcBef>
                      </a:pPr>
                      <a:r>
                        <a:rPr sz="1100" spc="-25">
                          <a:solidFill>
                            <a:srgbClr val="212121"/>
                          </a:solidFill>
                          <a:latin typeface="Segoe UI"/>
                          <a:cs typeface="Segoe UI"/>
                        </a:rPr>
                        <a:t>and </a:t>
                      </a:r>
                      <a:r>
                        <a:rPr sz="1100" spc="-10">
                          <a:solidFill>
                            <a:srgbClr val="212121"/>
                          </a:solidFill>
                          <a:latin typeface="Segoe UI"/>
                          <a:cs typeface="Segoe UI"/>
                        </a:rPr>
                        <a:t>identification</a:t>
                      </a:r>
                      <a:endParaRPr sz="1100">
                        <a:latin typeface="Segoe UI"/>
                        <a:cs typeface="Segoe UI"/>
                      </a:endParaRPr>
                    </a:p>
                    <a:p>
                      <a:pPr marL="66675" marR="203200">
                        <a:lnSpc>
                          <a:spcPts val="1450"/>
                        </a:lnSpc>
                        <a:spcBef>
                          <a:spcPts val="25"/>
                        </a:spcBef>
                      </a:pPr>
                      <a:r>
                        <a:rPr sz="1100">
                          <a:solidFill>
                            <a:srgbClr val="212121"/>
                          </a:solidFill>
                          <a:latin typeface="Segoe UI"/>
                          <a:cs typeface="Segoe UI"/>
                        </a:rPr>
                        <a:t>networks,</a:t>
                      </a:r>
                      <a:r>
                        <a:rPr sz="1100" spc="-65">
                          <a:solidFill>
                            <a:srgbClr val="212121"/>
                          </a:solidFill>
                          <a:latin typeface="Segoe UI"/>
                          <a:cs typeface="Segoe UI"/>
                        </a:rPr>
                        <a:t> </a:t>
                      </a:r>
                      <a:r>
                        <a:rPr sz="1100" spc="-20">
                          <a:solidFill>
                            <a:srgbClr val="212121"/>
                          </a:solidFill>
                          <a:latin typeface="Segoe UI"/>
                          <a:cs typeface="Segoe UI"/>
                        </a:rPr>
                        <a:t>such </a:t>
                      </a:r>
                      <a:r>
                        <a:rPr sz="1100">
                          <a:solidFill>
                            <a:srgbClr val="212121"/>
                          </a:solidFill>
                          <a:latin typeface="Segoe UI"/>
                          <a:cs typeface="Segoe UI"/>
                        </a:rPr>
                        <a:t>as</a:t>
                      </a:r>
                      <a:r>
                        <a:rPr sz="1100" spc="-15">
                          <a:solidFill>
                            <a:srgbClr val="212121"/>
                          </a:solidFill>
                          <a:latin typeface="Segoe UI"/>
                          <a:cs typeface="Segoe UI"/>
                        </a:rPr>
                        <a:t> </a:t>
                      </a:r>
                      <a:r>
                        <a:rPr sz="1100" spc="-20">
                          <a:solidFill>
                            <a:srgbClr val="212121"/>
                          </a:solidFill>
                          <a:latin typeface="Segoe UI"/>
                          <a:cs typeface="Segoe UI"/>
                        </a:rPr>
                        <a:t>SSD,</a:t>
                      </a:r>
                      <a:endParaRPr sz="1100">
                        <a:latin typeface="Segoe UI"/>
                        <a:cs typeface="Segoe UI"/>
                      </a:endParaRPr>
                    </a:p>
                    <a:p>
                      <a:pPr marL="66675" marR="82550">
                        <a:lnSpc>
                          <a:spcPts val="1450"/>
                        </a:lnSpc>
                        <a:spcBef>
                          <a:spcPts val="25"/>
                        </a:spcBef>
                      </a:pPr>
                      <a:r>
                        <a:rPr sz="1100" spc="-10">
                          <a:solidFill>
                            <a:srgbClr val="212121"/>
                          </a:solidFill>
                          <a:latin typeface="Segoe UI"/>
                          <a:cs typeface="Segoe UI"/>
                        </a:rPr>
                        <a:t>RetinaNet, YOLO-</a:t>
                      </a:r>
                      <a:r>
                        <a:rPr sz="1100">
                          <a:solidFill>
                            <a:srgbClr val="212121"/>
                          </a:solidFill>
                          <a:latin typeface="Segoe UI"/>
                          <a:cs typeface="Segoe UI"/>
                        </a:rPr>
                        <a:t>v3,</a:t>
                      </a:r>
                      <a:r>
                        <a:rPr sz="1100" spc="45">
                          <a:solidFill>
                            <a:srgbClr val="212121"/>
                          </a:solidFill>
                          <a:latin typeface="Segoe UI"/>
                          <a:cs typeface="Segoe UI"/>
                        </a:rPr>
                        <a:t> </a:t>
                      </a:r>
                      <a:r>
                        <a:rPr sz="1100" spc="-10">
                          <a:solidFill>
                            <a:srgbClr val="212121"/>
                          </a:solidFill>
                          <a:latin typeface="Segoe UI"/>
                          <a:cs typeface="Segoe UI"/>
                        </a:rPr>
                        <a:t>YOLO-</a:t>
                      </a:r>
                      <a:endParaRPr sz="1100">
                        <a:latin typeface="Segoe UI"/>
                        <a:cs typeface="Segoe UI"/>
                      </a:endParaRPr>
                    </a:p>
                    <a:p>
                      <a:pPr marL="66675" marR="264160">
                        <a:lnSpc>
                          <a:spcPts val="1450"/>
                        </a:lnSpc>
                        <a:spcBef>
                          <a:spcPts val="30"/>
                        </a:spcBef>
                      </a:pPr>
                      <a:r>
                        <a:rPr sz="1100">
                          <a:solidFill>
                            <a:srgbClr val="212121"/>
                          </a:solidFill>
                          <a:latin typeface="Segoe UI"/>
                          <a:cs typeface="Segoe UI"/>
                        </a:rPr>
                        <a:t>v4,</a:t>
                      </a:r>
                      <a:r>
                        <a:rPr sz="1100" spc="5">
                          <a:solidFill>
                            <a:srgbClr val="212121"/>
                          </a:solidFill>
                          <a:latin typeface="Segoe UI"/>
                          <a:cs typeface="Segoe UI"/>
                        </a:rPr>
                        <a:t> </a:t>
                      </a:r>
                      <a:r>
                        <a:rPr sz="1100" spc="-10">
                          <a:solidFill>
                            <a:srgbClr val="212121"/>
                          </a:solidFill>
                          <a:latin typeface="Segoe UI"/>
                          <a:cs typeface="Segoe UI"/>
                        </a:rPr>
                        <a:t>Centernet, </a:t>
                      </a:r>
                      <a:r>
                        <a:rPr sz="1100">
                          <a:solidFill>
                            <a:srgbClr val="212121"/>
                          </a:solidFill>
                          <a:latin typeface="Segoe UI"/>
                          <a:cs typeface="Segoe UI"/>
                        </a:rPr>
                        <a:t>M2det,</a:t>
                      </a:r>
                      <a:r>
                        <a:rPr sz="1100" spc="5">
                          <a:solidFill>
                            <a:srgbClr val="212121"/>
                          </a:solidFill>
                          <a:latin typeface="Segoe UI"/>
                          <a:cs typeface="Segoe UI"/>
                        </a:rPr>
                        <a:t> </a:t>
                      </a:r>
                      <a:r>
                        <a:rPr sz="1100" spc="-25">
                          <a:solidFill>
                            <a:srgbClr val="212121"/>
                          </a:solidFill>
                          <a:latin typeface="Segoe UI"/>
                          <a:cs typeface="Segoe UI"/>
                        </a:rPr>
                        <a:t>and</a:t>
                      </a:r>
                      <a:endParaRPr sz="1100">
                        <a:latin typeface="Segoe UI"/>
                        <a:cs typeface="Segoe UI"/>
                      </a:endParaRPr>
                    </a:p>
                    <a:p>
                      <a:pPr marL="66675" marR="367030">
                        <a:lnSpc>
                          <a:spcPts val="1450"/>
                        </a:lnSpc>
                        <a:spcBef>
                          <a:spcPts val="25"/>
                        </a:spcBef>
                      </a:pPr>
                      <a:r>
                        <a:rPr sz="1100" spc="-10">
                          <a:solidFill>
                            <a:srgbClr val="212121"/>
                          </a:solidFill>
                          <a:latin typeface="Segoe UI"/>
                          <a:cs typeface="Segoe UI"/>
                        </a:rPr>
                        <a:t>EfficientNet. </a:t>
                      </a:r>
                      <a:r>
                        <a:rPr sz="1100">
                          <a:solidFill>
                            <a:srgbClr val="212121"/>
                          </a:solidFill>
                          <a:latin typeface="Segoe UI"/>
                          <a:cs typeface="Segoe UI"/>
                        </a:rPr>
                        <a:t>The</a:t>
                      </a:r>
                      <a:r>
                        <a:rPr sz="1100" spc="-20">
                          <a:solidFill>
                            <a:srgbClr val="212121"/>
                          </a:solidFill>
                          <a:latin typeface="Segoe UI"/>
                          <a:cs typeface="Segoe UI"/>
                        </a:rPr>
                        <a:t> </a:t>
                      </a:r>
                      <a:r>
                        <a:rPr sz="1100" spc="-25">
                          <a:solidFill>
                            <a:srgbClr val="212121"/>
                          </a:solidFill>
                          <a:latin typeface="Segoe UI"/>
                          <a:cs typeface="Segoe UI"/>
                        </a:rPr>
                        <a:t>AX-</a:t>
                      </a:r>
                      <a:endParaRPr sz="1100">
                        <a:latin typeface="Segoe UI"/>
                        <a:cs typeface="Segoe UI"/>
                      </a:endParaRPr>
                    </a:p>
                    <a:p>
                      <a:pPr marL="66675" marR="260350">
                        <a:lnSpc>
                          <a:spcPts val="1450"/>
                        </a:lnSpc>
                        <a:spcBef>
                          <a:spcPts val="25"/>
                        </a:spcBef>
                      </a:pPr>
                      <a:r>
                        <a:rPr sz="1100" spc="-10">
                          <a:solidFill>
                            <a:srgbClr val="212121"/>
                          </a:solidFill>
                          <a:latin typeface="Segoe UI"/>
                          <a:cs typeface="Segoe UI"/>
                        </a:rPr>
                        <a:t>RetinaNet </a:t>
                      </a:r>
                      <a:r>
                        <a:rPr sz="1100">
                          <a:solidFill>
                            <a:srgbClr val="212121"/>
                          </a:solidFill>
                          <a:latin typeface="Segoe UI"/>
                          <a:cs typeface="Segoe UI"/>
                        </a:rPr>
                        <a:t>detection</a:t>
                      </a:r>
                      <a:r>
                        <a:rPr sz="1100" spc="-50">
                          <a:solidFill>
                            <a:srgbClr val="212121"/>
                          </a:solidFill>
                          <a:latin typeface="Segoe UI"/>
                          <a:cs typeface="Segoe UI"/>
                        </a:rPr>
                        <a:t> </a:t>
                      </a:r>
                      <a:r>
                        <a:rPr sz="1100" spc="-25">
                          <a:solidFill>
                            <a:srgbClr val="212121"/>
                          </a:solidFill>
                          <a:latin typeface="Segoe UI"/>
                          <a:cs typeface="Segoe UI"/>
                        </a:rPr>
                        <a:t>and</a:t>
                      </a:r>
                      <a:endParaRPr sz="1100">
                        <a:latin typeface="Segoe UI"/>
                        <a:cs typeface="Segoe UI"/>
                      </a:endParaRPr>
                    </a:p>
                    <a:p>
                      <a:pPr marL="66675" marR="107950">
                        <a:lnSpc>
                          <a:spcPts val="1450"/>
                        </a:lnSpc>
                        <a:spcBef>
                          <a:spcPts val="25"/>
                        </a:spcBef>
                      </a:pPr>
                      <a:r>
                        <a:rPr sz="1100" spc="-10">
                          <a:solidFill>
                            <a:srgbClr val="212121"/>
                          </a:solidFill>
                          <a:latin typeface="Segoe UI"/>
                          <a:cs typeface="Segoe UI"/>
                        </a:rPr>
                        <a:t>identification </a:t>
                      </a:r>
                      <a:r>
                        <a:rPr sz="1100">
                          <a:solidFill>
                            <a:srgbClr val="212121"/>
                          </a:solidFill>
                          <a:latin typeface="Segoe UI"/>
                          <a:cs typeface="Segoe UI"/>
                        </a:rPr>
                        <a:t>results</a:t>
                      </a:r>
                      <a:r>
                        <a:rPr sz="1100" spc="-20">
                          <a:solidFill>
                            <a:srgbClr val="212121"/>
                          </a:solidFill>
                          <a:latin typeface="Segoe UI"/>
                          <a:cs typeface="Segoe UI"/>
                        </a:rPr>
                        <a:t> </a:t>
                      </a:r>
                      <a:r>
                        <a:rPr sz="1100" spc="-10">
                          <a:solidFill>
                            <a:srgbClr val="212121"/>
                          </a:solidFill>
                          <a:latin typeface="Segoe UI"/>
                          <a:cs typeface="Segoe UI"/>
                        </a:rPr>
                        <a:t>indicated</a:t>
                      </a:r>
                      <a:endParaRPr sz="1100">
                        <a:latin typeface="Segoe UI"/>
                        <a:cs typeface="Segoe UI"/>
                      </a:endParaRPr>
                    </a:p>
                    <a:p>
                      <a:pPr marL="66675" marR="224790">
                        <a:lnSpc>
                          <a:spcPts val="1450"/>
                        </a:lnSpc>
                        <a:spcBef>
                          <a:spcPts val="25"/>
                        </a:spcBef>
                      </a:pPr>
                      <a:r>
                        <a:rPr sz="1100">
                          <a:solidFill>
                            <a:srgbClr val="212121"/>
                          </a:solidFill>
                          <a:latin typeface="Segoe UI"/>
                          <a:cs typeface="Segoe UI"/>
                        </a:rPr>
                        <a:t>the</a:t>
                      </a:r>
                      <a:r>
                        <a:rPr sz="1100" spc="-20">
                          <a:solidFill>
                            <a:srgbClr val="212121"/>
                          </a:solidFill>
                          <a:latin typeface="Segoe UI"/>
                          <a:cs typeface="Segoe UI"/>
                        </a:rPr>
                        <a:t> </a:t>
                      </a:r>
                      <a:r>
                        <a:rPr sz="1100">
                          <a:solidFill>
                            <a:srgbClr val="212121"/>
                          </a:solidFill>
                          <a:latin typeface="Segoe UI"/>
                          <a:cs typeface="Segoe UI"/>
                        </a:rPr>
                        <a:t>mAP</a:t>
                      </a:r>
                      <a:r>
                        <a:rPr sz="1100" spc="-15">
                          <a:solidFill>
                            <a:srgbClr val="212121"/>
                          </a:solidFill>
                          <a:latin typeface="Segoe UI"/>
                          <a:cs typeface="Segoe UI"/>
                        </a:rPr>
                        <a:t> </a:t>
                      </a:r>
                      <a:r>
                        <a:rPr sz="1100" spc="-10">
                          <a:solidFill>
                            <a:srgbClr val="212121"/>
                          </a:solidFill>
                          <a:latin typeface="Segoe UI"/>
                          <a:cs typeface="Segoe UI"/>
                        </a:rPr>
                        <a:t>value </a:t>
                      </a:r>
                      <a:r>
                        <a:rPr sz="1100">
                          <a:solidFill>
                            <a:srgbClr val="212121"/>
                          </a:solidFill>
                          <a:latin typeface="Segoe UI"/>
                          <a:cs typeface="Segoe UI"/>
                        </a:rPr>
                        <a:t>of</a:t>
                      </a:r>
                      <a:r>
                        <a:rPr sz="1100" spc="-10">
                          <a:solidFill>
                            <a:srgbClr val="212121"/>
                          </a:solidFill>
                          <a:latin typeface="Segoe UI"/>
                          <a:cs typeface="Segoe UI"/>
                        </a:rPr>
                        <a:t> </a:t>
                      </a:r>
                      <a:r>
                        <a:rPr sz="1100">
                          <a:solidFill>
                            <a:srgbClr val="212121"/>
                          </a:solidFill>
                          <a:latin typeface="Segoe UI"/>
                          <a:cs typeface="Segoe UI"/>
                        </a:rPr>
                        <a:t>93.83%</a:t>
                      </a:r>
                      <a:r>
                        <a:rPr sz="1100" spc="-10">
                          <a:solidFill>
                            <a:srgbClr val="212121"/>
                          </a:solidFill>
                          <a:latin typeface="Segoe UI"/>
                          <a:cs typeface="Segoe UI"/>
                        </a:rPr>
                        <a:t> </a:t>
                      </a:r>
                      <a:r>
                        <a:rPr sz="1100" spc="-25">
                          <a:solidFill>
                            <a:srgbClr val="212121"/>
                          </a:solidFill>
                          <a:latin typeface="Segoe UI"/>
                          <a:cs typeface="Segoe UI"/>
                        </a:rPr>
                        <a:t>and</a:t>
                      </a:r>
                      <a:endParaRPr sz="1100">
                        <a:latin typeface="Segoe UI"/>
                        <a:cs typeface="Segoe UI"/>
                      </a:endParaRPr>
                    </a:p>
                    <a:p>
                      <a:pPr marL="66675" marR="223520">
                        <a:lnSpc>
                          <a:spcPts val="1450"/>
                        </a:lnSpc>
                        <a:spcBef>
                          <a:spcPts val="25"/>
                        </a:spcBef>
                      </a:pPr>
                      <a:r>
                        <a:rPr sz="1100">
                          <a:solidFill>
                            <a:srgbClr val="212121"/>
                          </a:solidFill>
                          <a:latin typeface="Segoe UI"/>
                          <a:cs typeface="Segoe UI"/>
                        </a:rPr>
                        <a:t>the</a:t>
                      </a:r>
                      <a:r>
                        <a:rPr sz="1100" spc="5">
                          <a:solidFill>
                            <a:srgbClr val="212121"/>
                          </a:solidFill>
                          <a:latin typeface="Segoe UI"/>
                          <a:cs typeface="Segoe UI"/>
                        </a:rPr>
                        <a:t> </a:t>
                      </a:r>
                      <a:r>
                        <a:rPr sz="1100" spc="-10">
                          <a:solidFill>
                            <a:srgbClr val="212121"/>
                          </a:solidFill>
                          <a:latin typeface="Segoe UI"/>
                          <a:cs typeface="Segoe UI"/>
                        </a:rPr>
                        <a:t>F1-score </a:t>
                      </a:r>
                      <a:r>
                        <a:rPr sz="1100">
                          <a:solidFill>
                            <a:srgbClr val="212121"/>
                          </a:solidFill>
                          <a:latin typeface="Segoe UI"/>
                          <a:cs typeface="Segoe UI"/>
                        </a:rPr>
                        <a:t>value</a:t>
                      </a:r>
                      <a:r>
                        <a:rPr sz="1100" spc="-20">
                          <a:solidFill>
                            <a:srgbClr val="212121"/>
                          </a:solidFill>
                          <a:latin typeface="Segoe UI"/>
                          <a:cs typeface="Segoe UI"/>
                        </a:rPr>
                        <a:t> </a:t>
                      </a:r>
                      <a:r>
                        <a:rPr sz="1100">
                          <a:solidFill>
                            <a:srgbClr val="212121"/>
                          </a:solidFill>
                          <a:latin typeface="Segoe UI"/>
                          <a:cs typeface="Segoe UI"/>
                        </a:rPr>
                        <a:t>of</a:t>
                      </a:r>
                      <a:r>
                        <a:rPr sz="1100" spc="-20">
                          <a:solidFill>
                            <a:srgbClr val="212121"/>
                          </a:solidFill>
                          <a:latin typeface="Segoe UI"/>
                          <a:cs typeface="Segoe UI"/>
                        </a:rPr>
                        <a:t> </a:t>
                      </a:r>
                      <a:r>
                        <a:rPr sz="1100" spc="-10">
                          <a:solidFill>
                            <a:srgbClr val="212121"/>
                          </a:solidFill>
                          <a:latin typeface="Segoe UI"/>
                          <a:cs typeface="Segoe UI"/>
                        </a:rPr>
                        <a:t>0.954.</a:t>
                      </a:r>
                      <a:endParaRPr sz="1100">
                        <a:latin typeface="Segoe UI"/>
                        <a:cs typeface="Segoe UI"/>
                      </a:endParaRPr>
                    </a:p>
                    <a:p>
                      <a:pPr marL="142875">
                        <a:lnSpc>
                          <a:spcPct val="100000"/>
                        </a:lnSpc>
                        <a:spcBef>
                          <a:spcPts val="85"/>
                        </a:spcBef>
                      </a:pPr>
                      <a:r>
                        <a:rPr sz="1100">
                          <a:solidFill>
                            <a:srgbClr val="212121"/>
                          </a:solidFill>
                          <a:latin typeface="Segoe UI"/>
                          <a:cs typeface="Segoe UI"/>
                        </a:rPr>
                        <a:t>Compared</a:t>
                      </a:r>
                      <a:r>
                        <a:rPr sz="1100" spc="-75">
                          <a:solidFill>
                            <a:srgbClr val="212121"/>
                          </a:solidFill>
                          <a:latin typeface="Segoe UI"/>
                          <a:cs typeface="Segoe UI"/>
                        </a:rPr>
                        <a:t> </a:t>
                      </a:r>
                      <a:r>
                        <a:rPr sz="1100" spc="-20">
                          <a:solidFill>
                            <a:srgbClr val="212121"/>
                          </a:solidFill>
                          <a:latin typeface="Segoe UI"/>
                          <a:cs typeface="Segoe UI"/>
                        </a:rPr>
                        <a:t>with</a:t>
                      </a:r>
                      <a:endParaRPr sz="1100">
                        <a:latin typeface="Segoe UI"/>
                        <a:cs typeface="Segoe UI"/>
                      </a:endParaRPr>
                    </a:p>
                    <a:p>
                      <a:pPr marL="66675" marR="70485">
                        <a:lnSpc>
                          <a:spcPct val="110700"/>
                        </a:lnSpc>
                        <a:spcBef>
                          <a:spcPts val="15"/>
                        </a:spcBef>
                      </a:pPr>
                      <a:r>
                        <a:rPr sz="1100">
                          <a:solidFill>
                            <a:srgbClr val="212121"/>
                          </a:solidFill>
                          <a:latin typeface="Segoe UI"/>
                          <a:cs typeface="Segoe UI"/>
                        </a:rPr>
                        <a:t>the</a:t>
                      </a:r>
                      <a:r>
                        <a:rPr sz="1100" spc="-20">
                          <a:solidFill>
                            <a:srgbClr val="212121"/>
                          </a:solidFill>
                          <a:latin typeface="Segoe UI"/>
                          <a:cs typeface="Segoe UI"/>
                        </a:rPr>
                        <a:t> </a:t>
                      </a:r>
                      <a:r>
                        <a:rPr sz="1100" spc="-10">
                          <a:solidFill>
                            <a:srgbClr val="212121"/>
                          </a:solidFill>
                          <a:latin typeface="Segoe UI"/>
                          <a:cs typeface="Segoe UI"/>
                        </a:rPr>
                        <a:t>original </a:t>
                      </a:r>
                      <a:r>
                        <a:rPr sz="1100">
                          <a:solidFill>
                            <a:srgbClr val="212121"/>
                          </a:solidFill>
                          <a:latin typeface="Segoe UI"/>
                          <a:cs typeface="Segoe UI"/>
                        </a:rPr>
                        <a:t>network,</a:t>
                      </a:r>
                      <a:r>
                        <a:rPr sz="1100" spc="-50">
                          <a:solidFill>
                            <a:srgbClr val="212121"/>
                          </a:solidFill>
                          <a:latin typeface="Segoe UI"/>
                          <a:cs typeface="Segoe UI"/>
                        </a:rPr>
                        <a:t> </a:t>
                      </a:r>
                      <a:r>
                        <a:rPr sz="1100" spc="-25">
                          <a:solidFill>
                            <a:srgbClr val="212121"/>
                          </a:solidFill>
                          <a:latin typeface="Segoe UI"/>
                          <a:cs typeface="Segoe UI"/>
                        </a:rPr>
                        <a:t>the </a:t>
                      </a:r>
                      <a:r>
                        <a:rPr sz="1100">
                          <a:solidFill>
                            <a:srgbClr val="212121"/>
                          </a:solidFill>
                          <a:latin typeface="Segoe UI"/>
                          <a:cs typeface="Segoe UI"/>
                        </a:rPr>
                        <a:t>mAP</a:t>
                      </a:r>
                      <a:r>
                        <a:rPr sz="1100" spc="-25">
                          <a:solidFill>
                            <a:srgbClr val="212121"/>
                          </a:solidFill>
                          <a:latin typeface="Segoe UI"/>
                          <a:cs typeface="Segoe UI"/>
                        </a:rPr>
                        <a:t> </a:t>
                      </a:r>
                      <a:r>
                        <a:rPr sz="1100">
                          <a:solidFill>
                            <a:srgbClr val="212121"/>
                          </a:solidFill>
                          <a:latin typeface="Segoe UI"/>
                          <a:cs typeface="Segoe UI"/>
                        </a:rPr>
                        <a:t>value,</a:t>
                      </a:r>
                      <a:r>
                        <a:rPr sz="1100" spc="-15">
                          <a:solidFill>
                            <a:srgbClr val="212121"/>
                          </a:solidFill>
                          <a:latin typeface="Segoe UI"/>
                          <a:cs typeface="Segoe UI"/>
                        </a:rPr>
                        <a:t> </a:t>
                      </a:r>
                      <a:r>
                        <a:rPr sz="1100" spc="-10">
                          <a:solidFill>
                            <a:srgbClr val="212121"/>
                          </a:solidFill>
                          <a:latin typeface="Segoe UI"/>
                          <a:cs typeface="Segoe UI"/>
                        </a:rPr>
                        <a:t>recall </a:t>
                      </a:r>
                      <a:r>
                        <a:rPr sz="1100">
                          <a:solidFill>
                            <a:srgbClr val="212121"/>
                          </a:solidFill>
                          <a:latin typeface="Segoe UI"/>
                          <a:cs typeface="Segoe UI"/>
                        </a:rPr>
                        <a:t>value,</a:t>
                      </a:r>
                      <a:r>
                        <a:rPr sz="1100" spc="-25">
                          <a:solidFill>
                            <a:srgbClr val="212121"/>
                          </a:solidFill>
                          <a:latin typeface="Segoe UI"/>
                          <a:cs typeface="Segoe UI"/>
                        </a:rPr>
                        <a:t> and </a:t>
                      </a:r>
                      <a:r>
                        <a:rPr sz="1100" spc="-10">
                          <a:solidFill>
                            <a:srgbClr val="212121"/>
                          </a:solidFill>
                          <a:latin typeface="Segoe UI"/>
                          <a:cs typeface="Segoe UI"/>
                        </a:rPr>
                        <a:t>identification accuracy </a:t>
                      </a:r>
                      <a:r>
                        <a:rPr sz="1100">
                          <a:solidFill>
                            <a:srgbClr val="212121"/>
                          </a:solidFill>
                          <a:latin typeface="Segoe UI"/>
                          <a:cs typeface="Segoe UI"/>
                        </a:rPr>
                        <a:t>increased</a:t>
                      </a:r>
                      <a:r>
                        <a:rPr sz="1100" spc="-65">
                          <a:solidFill>
                            <a:srgbClr val="212121"/>
                          </a:solidFill>
                          <a:latin typeface="Segoe UI"/>
                          <a:cs typeface="Segoe UI"/>
                        </a:rPr>
                        <a:t> </a:t>
                      </a:r>
                      <a:r>
                        <a:rPr sz="1100" spc="-25">
                          <a:solidFill>
                            <a:srgbClr val="212121"/>
                          </a:solidFill>
                          <a:latin typeface="Segoe UI"/>
                          <a:cs typeface="Segoe UI"/>
                        </a:rPr>
                        <a:t>by </a:t>
                      </a:r>
                      <a:r>
                        <a:rPr sz="1100">
                          <a:solidFill>
                            <a:srgbClr val="212121"/>
                          </a:solidFill>
                          <a:latin typeface="Segoe UI"/>
                          <a:cs typeface="Segoe UI"/>
                        </a:rPr>
                        <a:t>nearly</a:t>
                      </a:r>
                      <a:r>
                        <a:rPr sz="1100" spc="-35">
                          <a:solidFill>
                            <a:srgbClr val="212121"/>
                          </a:solidFill>
                          <a:latin typeface="Segoe UI"/>
                          <a:cs typeface="Segoe UI"/>
                        </a:rPr>
                        <a:t> </a:t>
                      </a:r>
                      <a:r>
                        <a:rPr sz="1100">
                          <a:solidFill>
                            <a:srgbClr val="212121"/>
                          </a:solidFill>
                          <a:latin typeface="Segoe UI"/>
                          <a:cs typeface="Segoe UI"/>
                        </a:rPr>
                        <a:t>4%,</a:t>
                      </a:r>
                      <a:r>
                        <a:rPr sz="1100" spc="-10">
                          <a:solidFill>
                            <a:srgbClr val="212121"/>
                          </a:solidFill>
                          <a:latin typeface="Segoe UI"/>
                          <a:cs typeface="Segoe UI"/>
                        </a:rPr>
                        <a:t> </a:t>
                      </a:r>
                      <a:r>
                        <a:rPr sz="1100" spc="-35">
                          <a:solidFill>
                            <a:srgbClr val="212121"/>
                          </a:solidFill>
                          <a:latin typeface="Segoe UI"/>
                          <a:cs typeface="Segoe UI"/>
                        </a:rPr>
                        <a:t>by</a:t>
                      </a:r>
                      <a:endParaRPr sz="1100">
                        <a:latin typeface="Segoe UI"/>
                        <a:cs typeface="Segoe UI"/>
                      </a:endParaRPr>
                    </a:p>
                    <a:p>
                      <a:pPr marL="66675">
                        <a:lnSpc>
                          <a:spcPct val="100000"/>
                        </a:lnSpc>
                        <a:spcBef>
                          <a:spcPts val="155"/>
                        </a:spcBef>
                      </a:pPr>
                      <a:r>
                        <a:rPr sz="1100">
                          <a:solidFill>
                            <a:srgbClr val="212121"/>
                          </a:solidFill>
                          <a:latin typeface="Segoe UI"/>
                          <a:cs typeface="Segoe UI"/>
                        </a:rPr>
                        <a:t>4%,</a:t>
                      </a:r>
                      <a:r>
                        <a:rPr sz="1100" spc="-5">
                          <a:solidFill>
                            <a:srgbClr val="212121"/>
                          </a:solidFill>
                          <a:latin typeface="Segoe UI"/>
                          <a:cs typeface="Segoe UI"/>
                        </a:rPr>
                        <a:t> </a:t>
                      </a:r>
                      <a:r>
                        <a:rPr sz="1100">
                          <a:solidFill>
                            <a:srgbClr val="212121"/>
                          </a:solidFill>
                          <a:latin typeface="Segoe UI"/>
                          <a:cs typeface="Segoe UI"/>
                        </a:rPr>
                        <a:t>and</a:t>
                      </a:r>
                      <a:r>
                        <a:rPr sz="1100" spc="-15">
                          <a:solidFill>
                            <a:srgbClr val="212121"/>
                          </a:solidFill>
                          <a:latin typeface="Segoe UI"/>
                          <a:cs typeface="Segoe UI"/>
                        </a:rPr>
                        <a:t> </a:t>
                      </a:r>
                      <a:r>
                        <a:rPr sz="1100" spc="-25">
                          <a:solidFill>
                            <a:srgbClr val="212121"/>
                          </a:solidFill>
                          <a:latin typeface="Segoe UI"/>
                          <a:cs typeface="Segoe UI"/>
                        </a:rPr>
                        <a:t>by</a:t>
                      </a:r>
                      <a:endParaRPr sz="1100">
                        <a:latin typeface="Segoe UI"/>
                        <a:cs typeface="Segoe UI"/>
                      </a:endParaRPr>
                    </a:p>
                    <a:p>
                      <a:pPr marL="66675">
                        <a:lnSpc>
                          <a:spcPts val="1300"/>
                        </a:lnSpc>
                        <a:spcBef>
                          <a:spcPts val="135"/>
                        </a:spcBef>
                      </a:pPr>
                      <a:r>
                        <a:rPr sz="1100">
                          <a:solidFill>
                            <a:srgbClr val="212121"/>
                          </a:solidFill>
                          <a:latin typeface="Segoe UI"/>
                          <a:cs typeface="Segoe UI"/>
                        </a:rPr>
                        <a:t>nearly</a:t>
                      </a:r>
                      <a:r>
                        <a:rPr sz="1100" spc="-55">
                          <a:solidFill>
                            <a:srgbClr val="212121"/>
                          </a:solidFill>
                          <a:latin typeface="Segoe UI"/>
                          <a:cs typeface="Segoe UI"/>
                        </a:rPr>
                        <a:t> </a:t>
                      </a:r>
                      <a:r>
                        <a:rPr sz="1100" spc="-10">
                          <a:solidFill>
                            <a:srgbClr val="212121"/>
                          </a:solidFill>
                          <a:latin typeface="Segoe UI"/>
                          <a:cs typeface="Segoe UI"/>
                        </a:rPr>
                        <a:t>1.5%.</a:t>
                      </a:r>
                      <a:endParaRPr sz="1100">
                        <a:latin typeface="Segoe UI"/>
                        <a:cs typeface="Segoe UI"/>
                      </a:endParaRPr>
                    </a:p>
                  </a:txBody>
                  <a:tcPr marL="0" marR="0" marT="825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0"/>
                  </a:ext>
                </a:extLst>
              </a:tr>
              <a:tr h="2426335">
                <a:tc>
                  <a:txBody>
                    <a:bodyPr/>
                    <a:lstStyle/>
                    <a:p>
                      <a:pPr marL="69850">
                        <a:lnSpc>
                          <a:spcPts val="1295"/>
                        </a:lnSpc>
                      </a:pPr>
                      <a:r>
                        <a:rPr sz="1100" spc="-50">
                          <a:latin typeface="Calibri"/>
                          <a:cs typeface="Calibri"/>
                        </a:rPr>
                        <a:t>3</a:t>
                      </a:r>
                      <a:endParaRPr sz="1100">
                        <a:latin typeface="Calibri"/>
                        <a:cs typeface="Calibri"/>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9850" marR="83185">
                        <a:lnSpc>
                          <a:spcPct val="101800"/>
                        </a:lnSpc>
                        <a:spcBef>
                          <a:spcPts val="1150"/>
                        </a:spcBef>
                      </a:pPr>
                      <a:r>
                        <a:rPr sz="1200" i="1">
                          <a:solidFill>
                            <a:srgbClr val="1F1F1F"/>
                          </a:solidFill>
                          <a:latin typeface="Calibri"/>
                          <a:cs typeface="Calibri"/>
                        </a:rPr>
                        <a:t>A</a:t>
                      </a:r>
                      <a:r>
                        <a:rPr sz="1200" i="1" spc="-5">
                          <a:solidFill>
                            <a:srgbClr val="1F1F1F"/>
                          </a:solidFill>
                          <a:latin typeface="Calibri"/>
                          <a:cs typeface="Calibri"/>
                        </a:rPr>
                        <a:t> </a:t>
                      </a:r>
                      <a:r>
                        <a:rPr sz="1200" i="1" spc="-10">
                          <a:solidFill>
                            <a:srgbClr val="1F1F1F"/>
                          </a:solidFill>
                          <a:latin typeface="Calibri"/>
                          <a:cs typeface="Calibri"/>
                        </a:rPr>
                        <a:t>Novel </a:t>
                      </a:r>
                      <a:r>
                        <a:rPr sz="1200" i="1">
                          <a:solidFill>
                            <a:srgbClr val="1F1F1F"/>
                          </a:solidFill>
                          <a:latin typeface="Calibri"/>
                          <a:cs typeface="Calibri"/>
                        </a:rPr>
                        <a:t>Approach</a:t>
                      </a:r>
                      <a:r>
                        <a:rPr sz="1200" i="1" spc="-30">
                          <a:solidFill>
                            <a:srgbClr val="1F1F1F"/>
                          </a:solidFill>
                          <a:latin typeface="Calibri"/>
                          <a:cs typeface="Calibri"/>
                        </a:rPr>
                        <a:t> </a:t>
                      </a:r>
                      <a:r>
                        <a:rPr sz="1200" i="1" spc="-25">
                          <a:solidFill>
                            <a:srgbClr val="1F1F1F"/>
                          </a:solidFill>
                          <a:latin typeface="Calibri"/>
                          <a:cs typeface="Calibri"/>
                        </a:rPr>
                        <a:t>For</a:t>
                      </a:r>
                      <a:r>
                        <a:rPr sz="1200" i="1" spc="500">
                          <a:solidFill>
                            <a:srgbClr val="1F1F1F"/>
                          </a:solidFill>
                          <a:latin typeface="Calibri"/>
                          <a:cs typeface="Calibri"/>
                        </a:rPr>
                        <a:t> </a:t>
                      </a:r>
                      <a:r>
                        <a:rPr sz="1200" i="1">
                          <a:solidFill>
                            <a:srgbClr val="1F1F1F"/>
                          </a:solidFill>
                          <a:latin typeface="Calibri"/>
                          <a:cs typeface="Calibri"/>
                        </a:rPr>
                        <a:t>the</a:t>
                      </a:r>
                      <a:r>
                        <a:rPr sz="1200" i="1" spc="-30">
                          <a:solidFill>
                            <a:srgbClr val="1F1F1F"/>
                          </a:solidFill>
                          <a:latin typeface="Calibri"/>
                          <a:cs typeface="Calibri"/>
                        </a:rPr>
                        <a:t> </a:t>
                      </a:r>
                      <a:r>
                        <a:rPr sz="1200" i="1">
                          <a:solidFill>
                            <a:srgbClr val="1F1F1F"/>
                          </a:solidFill>
                          <a:latin typeface="Calibri"/>
                          <a:cs typeface="Calibri"/>
                        </a:rPr>
                        <a:t>Detection</a:t>
                      </a:r>
                      <a:r>
                        <a:rPr sz="1200" i="1" spc="-20">
                          <a:solidFill>
                            <a:srgbClr val="1F1F1F"/>
                          </a:solidFill>
                          <a:latin typeface="Calibri"/>
                          <a:cs typeface="Calibri"/>
                        </a:rPr>
                        <a:t> </a:t>
                      </a:r>
                      <a:r>
                        <a:rPr sz="1200" i="1" spc="-25">
                          <a:solidFill>
                            <a:srgbClr val="1F1F1F"/>
                          </a:solidFill>
                          <a:latin typeface="Calibri"/>
                          <a:cs typeface="Calibri"/>
                        </a:rPr>
                        <a:t>of </a:t>
                      </a:r>
                      <a:r>
                        <a:rPr sz="1200" i="1">
                          <a:solidFill>
                            <a:srgbClr val="1F1F1F"/>
                          </a:solidFill>
                          <a:latin typeface="Calibri"/>
                          <a:cs typeface="Calibri"/>
                        </a:rPr>
                        <a:t>Tea</a:t>
                      </a:r>
                      <a:r>
                        <a:rPr sz="1200" i="1" spc="-5">
                          <a:solidFill>
                            <a:srgbClr val="1F1F1F"/>
                          </a:solidFill>
                          <a:latin typeface="Calibri"/>
                          <a:cs typeface="Calibri"/>
                        </a:rPr>
                        <a:t> </a:t>
                      </a:r>
                      <a:r>
                        <a:rPr sz="1200" i="1">
                          <a:solidFill>
                            <a:srgbClr val="1F1F1F"/>
                          </a:solidFill>
                          <a:latin typeface="Calibri"/>
                          <a:cs typeface="Calibri"/>
                        </a:rPr>
                        <a:t>Leaf</a:t>
                      </a:r>
                      <a:r>
                        <a:rPr sz="1200" i="1" spc="-5">
                          <a:solidFill>
                            <a:srgbClr val="1F1F1F"/>
                          </a:solidFill>
                          <a:latin typeface="Calibri"/>
                          <a:cs typeface="Calibri"/>
                        </a:rPr>
                        <a:t> </a:t>
                      </a:r>
                      <a:r>
                        <a:rPr sz="1200" i="1" spc="-10">
                          <a:solidFill>
                            <a:srgbClr val="1F1F1F"/>
                          </a:solidFill>
                          <a:latin typeface="Calibri"/>
                          <a:cs typeface="Calibri"/>
                        </a:rPr>
                        <a:t>Disease </a:t>
                      </a:r>
                      <a:r>
                        <a:rPr sz="1200" i="1">
                          <a:solidFill>
                            <a:srgbClr val="1F1F1F"/>
                          </a:solidFill>
                          <a:latin typeface="Calibri"/>
                          <a:cs typeface="Calibri"/>
                        </a:rPr>
                        <a:t>Using</a:t>
                      </a:r>
                      <a:r>
                        <a:rPr sz="1200" i="1" spc="-20">
                          <a:solidFill>
                            <a:srgbClr val="1F1F1F"/>
                          </a:solidFill>
                          <a:latin typeface="Calibri"/>
                          <a:cs typeface="Calibri"/>
                        </a:rPr>
                        <a:t> Deep </a:t>
                      </a:r>
                      <a:r>
                        <a:rPr sz="1200" i="1">
                          <a:solidFill>
                            <a:srgbClr val="1F1F1F"/>
                          </a:solidFill>
                          <a:latin typeface="Calibri"/>
                          <a:cs typeface="Calibri"/>
                        </a:rPr>
                        <a:t>Neural</a:t>
                      </a:r>
                      <a:r>
                        <a:rPr sz="1200" i="1" spc="-20">
                          <a:solidFill>
                            <a:srgbClr val="1F1F1F"/>
                          </a:solidFill>
                          <a:latin typeface="Calibri"/>
                          <a:cs typeface="Calibri"/>
                        </a:rPr>
                        <a:t> </a:t>
                      </a:r>
                      <a:r>
                        <a:rPr sz="1200" i="1" spc="-10">
                          <a:solidFill>
                            <a:srgbClr val="1F1F1F"/>
                          </a:solidFill>
                          <a:latin typeface="Calibri"/>
                          <a:cs typeface="Calibri"/>
                        </a:rPr>
                        <a:t>Network</a:t>
                      </a:r>
                      <a:endParaRPr sz="1200">
                        <a:latin typeface="Calibri"/>
                        <a:cs typeface="Calibri"/>
                      </a:endParaRPr>
                    </a:p>
                  </a:txBody>
                  <a:tcPr marL="0" marR="0" marT="14605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spcBef>
                          <a:spcPts val="60"/>
                        </a:spcBef>
                      </a:pPr>
                      <a:endParaRPr sz="1100">
                        <a:latin typeface="Times New Roman"/>
                        <a:cs typeface="Times New Roman"/>
                      </a:endParaRPr>
                    </a:p>
                    <a:p>
                      <a:pPr marL="66675">
                        <a:lnSpc>
                          <a:spcPct val="100000"/>
                        </a:lnSpc>
                      </a:pPr>
                      <a:r>
                        <a:rPr sz="1100" i="1" spc="-20">
                          <a:latin typeface="Calibri"/>
                          <a:cs typeface="Calibri"/>
                        </a:rPr>
                        <a:t>2023</a:t>
                      </a:r>
                      <a:endParaRPr sz="1100">
                        <a:latin typeface="Calibri"/>
                        <a:cs typeface="Calibri"/>
                      </a:endParaRPr>
                    </a:p>
                  </a:txBody>
                  <a:tcPr marL="0" marR="0" marT="762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spcBef>
                          <a:spcPts val="60"/>
                        </a:spcBef>
                      </a:pPr>
                      <a:endParaRPr sz="1100">
                        <a:latin typeface="Times New Roman"/>
                        <a:cs typeface="Times New Roman"/>
                      </a:endParaRPr>
                    </a:p>
                    <a:p>
                      <a:pPr marL="69850" marR="67310">
                        <a:lnSpc>
                          <a:spcPct val="100000"/>
                        </a:lnSpc>
                      </a:pPr>
                      <a:r>
                        <a:rPr sz="1100" i="1">
                          <a:latin typeface="Calibri"/>
                          <a:cs typeface="Calibri"/>
                        </a:rPr>
                        <a:t>Saikat</a:t>
                      </a:r>
                      <a:r>
                        <a:rPr sz="1100" i="1" spc="5">
                          <a:latin typeface="Calibri"/>
                          <a:cs typeface="Calibri"/>
                        </a:rPr>
                        <a:t> </a:t>
                      </a:r>
                      <a:r>
                        <a:rPr sz="1100" i="1">
                          <a:latin typeface="Calibri"/>
                          <a:cs typeface="Calibri"/>
                        </a:rPr>
                        <a:t>Datta, </a:t>
                      </a:r>
                      <a:r>
                        <a:rPr sz="1100" i="1" spc="-10">
                          <a:latin typeface="Calibri"/>
                          <a:cs typeface="Calibri"/>
                        </a:rPr>
                        <a:t>Nitin Gupta</a:t>
                      </a:r>
                      <a:endParaRPr sz="1100">
                        <a:latin typeface="Calibri"/>
                        <a:cs typeface="Calibri"/>
                      </a:endParaRPr>
                    </a:p>
                  </a:txBody>
                  <a:tcPr marL="0" marR="0" marT="762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675" marR="222885">
                        <a:lnSpc>
                          <a:spcPts val="1450"/>
                        </a:lnSpc>
                        <a:spcBef>
                          <a:spcPts val="15"/>
                        </a:spcBef>
                      </a:pPr>
                      <a:r>
                        <a:rPr sz="1200" i="1">
                          <a:solidFill>
                            <a:srgbClr val="1F1F1F"/>
                          </a:solidFill>
                          <a:latin typeface="Calibri"/>
                          <a:cs typeface="Calibri"/>
                        </a:rPr>
                        <a:t>The</a:t>
                      </a:r>
                      <a:r>
                        <a:rPr sz="1200" i="1" spc="-20">
                          <a:solidFill>
                            <a:srgbClr val="1F1F1F"/>
                          </a:solidFill>
                          <a:latin typeface="Calibri"/>
                          <a:cs typeface="Calibri"/>
                        </a:rPr>
                        <a:t> </a:t>
                      </a:r>
                      <a:r>
                        <a:rPr sz="1200" i="1" spc="-10">
                          <a:solidFill>
                            <a:srgbClr val="1F1F1F"/>
                          </a:solidFill>
                          <a:latin typeface="Calibri"/>
                          <a:cs typeface="Calibri"/>
                        </a:rPr>
                        <a:t>suggested method</a:t>
                      </a:r>
                      <a:endParaRPr sz="1200">
                        <a:latin typeface="Calibri"/>
                        <a:cs typeface="Calibri"/>
                      </a:endParaRPr>
                    </a:p>
                    <a:p>
                      <a:pPr marL="66675">
                        <a:lnSpc>
                          <a:spcPts val="1425"/>
                        </a:lnSpc>
                      </a:pPr>
                      <a:r>
                        <a:rPr sz="1200" i="1" spc="-10">
                          <a:solidFill>
                            <a:srgbClr val="1F1F1F"/>
                          </a:solidFill>
                          <a:latin typeface="Calibri"/>
                          <a:cs typeface="Calibri"/>
                        </a:rPr>
                        <a:t>demonstrates</a:t>
                      </a:r>
                      <a:endParaRPr sz="1200">
                        <a:latin typeface="Calibri"/>
                        <a:cs typeface="Calibri"/>
                      </a:endParaRPr>
                    </a:p>
                    <a:p>
                      <a:pPr marL="66675" marR="80645">
                        <a:lnSpc>
                          <a:spcPct val="101800"/>
                        </a:lnSpc>
                        <a:spcBef>
                          <a:spcPts val="10"/>
                        </a:spcBef>
                      </a:pPr>
                      <a:r>
                        <a:rPr sz="1200" i="1">
                          <a:solidFill>
                            <a:srgbClr val="1F1F1F"/>
                          </a:solidFill>
                          <a:latin typeface="Calibri"/>
                          <a:cs typeface="Calibri"/>
                        </a:rPr>
                        <a:t>that</a:t>
                      </a:r>
                      <a:r>
                        <a:rPr sz="1200" i="1" spc="-5">
                          <a:solidFill>
                            <a:srgbClr val="1F1F1F"/>
                          </a:solidFill>
                          <a:latin typeface="Calibri"/>
                          <a:cs typeface="Calibri"/>
                        </a:rPr>
                        <a:t> </a:t>
                      </a:r>
                      <a:r>
                        <a:rPr sz="1200" i="1">
                          <a:solidFill>
                            <a:srgbClr val="1F1F1F"/>
                          </a:solidFill>
                          <a:latin typeface="Calibri"/>
                          <a:cs typeface="Calibri"/>
                        </a:rPr>
                        <a:t>the</a:t>
                      </a:r>
                      <a:r>
                        <a:rPr sz="1200" i="1" spc="-5">
                          <a:solidFill>
                            <a:srgbClr val="1F1F1F"/>
                          </a:solidFill>
                          <a:latin typeface="Calibri"/>
                          <a:cs typeface="Calibri"/>
                        </a:rPr>
                        <a:t> </a:t>
                      </a:r>
                      <a:r>
                        <a:rPr sz="1200" i="1" spc="-10">
                          <a:solidFill>
                            <a:srgbClr val="1F1F1F"/>
                          </a:solidFill>
                          <a:latin typeface="Calibri"/>
                          <a:cs typeface="Calibri"/>
                        </a:rPr>
                        <a:t>model </a:t>
                      </a:r>
                      <a:r>
                        <a:rPr sz="1200" i="1">
                          <a:solidFill>
                            <a:srgbClr val="1F1F1F"/>
                          </a:solidFill>
                          <a:latin typeface="Calibri"/>
                          <a:cs typeface="Calibri"/>
                        </a:rPr>
                        <a:t>can</a:t>
                      </a:r>
                      <a:r>
                        <a:rPr sz="1200" i="1" spc="10">
                          <a:solidFill>
                            <a:srgbClr val="1F1F1F"/>
                          </a:solidFill>
                          <a:latin typeface="Calibri"/>
                          <a:cs typeface="Calibri"/>
                        </a:rPr>
                        <a:t> </a:t>
                      </a:r>
                      <a:r>
                        <a:rPr sz="1200" i="1" spc="-10">
                          <a:solidFill>
                            <a:srgbClr val="1F1F1F"/>
                          </a:solidFill>
                          <a:latin typeface="Calibri"/>
                          <a:cs typeface="Calibri"/>
                        </a:rPr>
                        <a:t>accurately </a:t>
                      </a:r>
                      <a:r>
                        <a:rPr sz="1200" i="1">
                          <a:solidFill>
                            <a:srgbClr val="1F1F1F"/>
                          </a:solidFill>
                          <a:latin typeface="Calibri"/>
                          <a:cs typeface="Calibri"/>
                        </a:rPr>
                        <a:t>detect</a:t>
                      </a:r>
                      <a:r>
                        <a:rPr sz="1200" i="1" spc="-15">
                          <a:solidFill>
                            <a:srgbClr val="1F1F1F"/>
                          </a:solidFill>
                          <a:latin typeface="Calibri"/>
                          <a:cs typeface="Calibri"/>
                        </a:rPr>
                        <a:t> </a:t>
                      </a:r>
                      <a:r>
                        <a:rPr sz="1200" i="1">
                          <a:solidFill>
                            <a:srgbClr val="1F1F1F"/>
                          </a:solidFill>
                          <a:latin typeface="Calibri"/>
                          <a:cs typeface="Calibri"/>
                        </a:rPr>
                        <a:t>the</a:t>
                      </a:r>
                      <a:r>
                        <a:rPr sz="1200" i="1" spc="-15">
                          <a:solidFill>
                            <a:srgbClr val="1F1F1F"/>
                          </a:solidFill>
                          <a:latin typeface="Calibri"/>
                          <a:cs typeface="Calibri"/>
                        </a:rPr>
                        <a:t> </a:t>
                      </a:r>
                      <a:r>
                        <a:rPr sz="1200" i="1" spc="-20">
                          <a:solidFill>
                            <a:srgbClr val="1F1F1F"/>
                          </a:solidFill>
                          <a:latin typeface="Calibri"/>
                          <a:cs typeface="Calibri"/>
                        </a:rPr>
                        <a:t>kind </a:t>
                      </a:r>
                      <a:r>
                        <a:rPr sz="1200" i="1">
                          <a:solidFill>
                            <a:srgbClr val="1F1F1F"/>
                          </a:solidFill>
                          <a:latin typeface="Calibri"/>
                          <a:cs typeface="Calibri"/>
                        </a:rPr>
                        <a:t>of</a:t>
                      </a:r>
                      <a:r>
                        <a:rPr sz="1200" i="1" spc="-10">
                          <a:solidFill>
                            <a:srgbClr val="1F1F1F"/>
                          </a:solidFill>
                          <a:latin typeface="Calibri"/>
                          <a:cs typeface="Calibri"/>
                        </a:rPr>
                        <a:t> </a:t>
                      </a:r>
                      <a:r>
                        <a:rPr sz="1200" i="1">
                          <a:solidFill>
                            <a:srgbClr val="1F1F1F"/>
                          </a:solidFill>
                          <a:latin typeface="Calibri"/>
                          <a:cs typeface="Calibri"/>
                        </a:rPr>
                        <a:t>persistent</a:t>
                      </a:r>
                      <a:r>
                        <a:rPr sz="1200" i="1" spc="-10">
                          <a:solidFill>
                            <a:srgbClr val="1F1F1F"/>
                          </a:solidFill>
                          <a:latin typeface="Calibri"/>
                          <a:cs typeface="Calibri"/>
                        </a:rPr>
                        <a:t> </a:t>
                      </a:r>
                      <a:r>
                        <a:rPr sz="1200" i="1" spc="-25">
                          <a:solidFill>
                            <a:srgbClr val="1F1F1F"/>
                          </a:solidFill>
                          <a:latin typeface="Calibri"/>
                          <a:cs typeface="Calibri"/>
                        </a:rPr>
                        <a:t>tea </a:t>
                      </a:r>
                      <a:r>
                        <a:rPr sz="1200" i="1">
                          <a:solidFill>
                            <a:srgbClr val="1F1F1F"/>
                          </a:solidFill>
                          <a:latin typeface="Calibri"/>
                          <a:cs typeface="Calibri"/>
                        </a:rPr>
                        <a:t>leaf</a:t>
                      </a:r>
                      <a:r>
                        <a:rPr sz="1200" i="1" spc="-10">
                          <a:solidFill>
                            <a:srgbClr val="1F1F1F"/>
                          </a:solidFill>
                          <a:latin typeface="Calibri"/>
                          <a:cs typeface="Calibri"/>
                        </a:rPr>
                        <a:t> </a:t>
                      </a:r>
                      <a:r>
                        <a:rPr sz="1200" i="1">
                          <a:solidFill>
                            <a:srgbClr val="1F1F1F"/>
                          </a:solidFill>
                          <a:latin typeface="Calibri"/>
                          <a:cs typeface="Calibri"/>
                        </a:rPr>
                        <a:t>disease</a:t>
                      </a:r>
                      <a:r>
                        <a:rPr sz="1200" i="1" spc="-10">
                          <a:solidFill>
                            <a:srgbClr val="1F1F1F"/>
                          </a:solidFill>
                          <a:latin typeface="Calibri"/>
                          <a:cs typeface="Calibri"/>
                        </a:rPr>
                        <a:t> </a:t>
                      </a:r>
                      <a:r>
                        <a:rPr sz="1200" i="1" spc="-20">
                          <a:solidFill>
                            <a:srgbClr val="1F1F1F"/>
                          </a:solidFill>
                          <a:latin typeface="Calibri"/>
                          <a:cs typeface="Calibri"/>
                        </a:rPr>
                        <a:t>with </a:t>
                      </a:r>
                      <a:r>
                        <a:rPr sz="1200" i="1">
                          <a:solidFill>
                            <a:srgbClr val="1F1F1F"/>
                          </a:solidFill>
                          <a:latin typeface="Calibri"/>
                          <a:cs typeface="Calibri"/>
                        </a:rPr>
                        <a:t>a</a:t>
                      </a:r>
                      <a:r>
                        <a:rPr sz="1200" i="1" spc="5">
                          <a:solidFill>
                            <a:srgbClr val="1F1F1F"/>
                          </a:solidFill>
                          <a:latin typeface="Calibri"/>
                          <a:cs typeface="Calibri"/>
                        </a:rPr>
                        <a:t> </a:t>
                      </a:r>
                      <a:r>
                        <a:rPr sz="1200" i="1" spc="-10">
                          <a:solidFill>
                            <a:srgbClr val="1F1F1F"/>
                          </a:solidFill>
                          <a:latin typeface="Calibri"/>
                          <a:cs typeface="Calibri"/>
                        </a:rPr>
                        <a:t>96.56%</a:t>
                      </a:r>
                      <a:endParaRPr sz="1200">
                        <a:latin typeface="Calibri"/>
                        <a:cs typeface="Calibri"/>
                      </a:endParaRPr>
                    </a:p>
                    <a:p>
                      <a:pPr marL="66675">
                        <a:lnSpc>
                          <a:spcPct val="100000"/>
                        </a:lnSpc>
                        <a:spcBef>
                          <a:spcPts val="10"/>
                        </a:spcBef>
                      </a:pPr>
                      <a:r>
                        <a:rPr sz="1200" i="1">
                          <a:solidFill>
                            <a:srgbClr val="1F1F1F"/>
                          </a:solidFill>
                          <a:latin typeface="Calibri"/>
                          <a:cs typeface="Calibri"/>
                        </a:rPr>
                        <a:t>accuracy.</a:t>
                      </a:r>
                      <a:r>
                        <a:rPr sz="1200" i="1" spc="-25">
                          <a:solidFill>
                            <a:srgbClr val="1F1F1F"/>
                          </a:solidFill>
                          <a:latin typeface="Calibri"/>
                          <a:cs typeface="Calibri"/>
                        </a:rPr>
                        <a:t> The</a:t>
                      </a:r>
                      <a:endParaRPr sz="1200">
                        <a:latin typeface="Calibri"/>
                        <a:cs typeface="Calibri"/>
                      </a:endParaRPr>
                    </a:p>
                    <a:p>
                      <a:pPr marL="66675" marR="168910">
                        <a:lnSpc>
                          <a:spcPct val="101499"/>
                        </a:lnSpc>
                        <a:spcBef>
                          <a:spcPts val="15"/>
                        </a:spcBef>
                      </a:pPr>
                      <a:r>
                        <a:rPr sz="1200" i="1">
                          <a:solidFill>
                            <a:srgbClr val="1F1F1F"/>
                          </a:solidFill>
                          <a:latin typeface="Calibri"/>
                          <a:cs typeface="Calibri"/>
                        </a:rPr>
                        <a:t>accuracy</a:t>
                      </a:r>
                      <a:r>
                        <a:rPr sz="1200" i="1" spc="-25">
                          <a:solidFill>
                            <a:srgbClr val="1F1F1F"/>
                          </a:solidFill>
                          <a:latin typeface="Calibri"/>
                          <a:cs typeface="Calibri"/>
                        </a:rPr>
                        <a:t> </a:t>
                      </a:r>
                      <a:r>
                        <a:rPr sz="1200" i="1">
                          <a:solidFill>
                            <a:srgbClr val="1F1F1F"/>
                          </a:solidFill>
                          <a:latin typeface="Calibri"/>
                          <a:cs typeface="Calibri"/>
                        </a:rPr>
                        <a:t>of</a:t>
                      </a:r>
                      <a:r>
                        <a:rPr sz="1200" i="1" spc="-5">
                          <a:solidFill>
                            <a:srgbClr val="1F1F1F"/>
                          </a:solidFill>
                          <a:latin typeface="Calibri"/>
                          <a:cs typeface="Calibri"/>
                        </a:rPr>
                        <a:t> </a:t>
                      </a:r>
                      <a:r>
                        <a:rPr sz="1200" i="1" spc="-25">
                          <a:solidFill>
                            <a:srgbClr val="1F1F1F"/>
                          </a:solidFill>
                          <a:latin typeface="Calibri"/>
                          <a:cs typeface="Calibri"/>
                        </a:rPr>
                        <a:t>the </a:t>
                      </a:r>
                      <a:r>
                        <a:rPr sz="1200" i="1" spc="-10">
                          <a:solidFill>
                            <a:srgbClr val="1F1F1F"/>
                          </a:solidFill>
                          <a:latin typeface="Calibri"/>
                          <a:cs typeface="Calibri"/>
                        </a:rPr>
                        <a:t>following </a:t>
                      </a:r>
                      <a:r>
                        <a:rPr sz="1200" i="1">
                          <a:solidFill>
                            <a:srgbClr val="1F1F1F"/>
                          </a:solidFill>
                          <a:latin typeface="Calibri"/>
                          <a:cs typeface="Calibri"/>
                        </a:rPr>
                        <a:t>disease</a:t>
                      </a:r>
                      <a:r>
                        <a:rPr sz="1200" i="1" spc="-25">
                          <a:solidFill>
                            <a:srgbClr val="1F1F1F"/>
                          </a:solidFill>
                          <a:latin typeface="Calibri"/>
                          <a:cs typeface="Calibri"/>
                        </a:rPr>
                        <a:t> </a:t>
                      </a:r>
                      <a:r>
                        <a:rPr sz="1200" i="1" spc="-10">
                          <a:solidFill>
                            <a:srgbClr val="1F1F1F"/>
                          </a:solidFill>
                          <a:latin typeface="Calibri"/>
                          <a:cs typeface="Calibri"/>
                        </a:rPr>
                        <a:t>classes</a:t>
                      </a:r>
                      <a:endParaRPr sz="1200">
                        <a:latin typeface="Calibri"/>
                        <a:cs typeface="Calibri"/>
                      </a:endParaRPr>
                    </a:p>
                  </a:txBody>
                  <a:tcPr marL="0" marR="0" marT="190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1"/>
                  </a:ext>
                </a:extLst>
              </a:tr>
            </a:tbl>
          </a:graphicData>
        </a:graphic>
      </p:graphicFrame>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2" name="object 2"/>
          <p:cNvGraphicFramePr>
            <a:graphicFrameLocks noGrp="1"/>
          </p:cNvGraphicFramePr>
          <p:nvPr/>
        </p:nvGraphicFramePr>
        <p:xfrm>
          <a:off x="914717" y="914780"/>
          <a:ext cx="5946140" cy="8231886"/>
        </p:xfrm>
        <a:graphic>
          <a:graphicData uri="http://schemas.openxmlformats.org/drawingml/2006/table">
            <a:tbl>
              <a:tblPr firstRow="1" bandRow="1">
                <a:tableStyleId>{2D5ABB26-0587-4C30-8999-92F81FD0307C}</a:tableStyleId>
              </a:tblPr>
              <a:tblGrid>
                <a:gridCol w="1188085">
                  <a:extLst>
                    <a:ext uri="{9D8B030D-6E8A-4147-A177-3AD203B41FA5}">
                      <a16:colId xmlns:a16="http://schemas.microsoft.com/office/drawing/2014/main" val="20000"/>
                    </a:ext>
                  </a:extLst>
                </a:gridCol>
                <a:gridCol w="1190625">
                  <a:extLst>
                    <a:ext uri="{9D8B030D-6E8A-4147-A177-3AD203B41FA5}">
                      <a16:colId xmlns:a16="http://schemas.microsoft.com/office/drawing/2014/main" val="20001"/>
                    </a:ext>
                  </a:extLst>
                </a:gridCol>
                <a:gridCol w="1188085">
                  <a:extLst>
                    <a:ext uri="{9D8B030D-6E8A-4147-A177-3AD203B41FA5}">
                      <a16:colId xmlns:a16="http://schemas.microsoft.com/office/drawing/2014/main" val="20002"/>
                    </a:ext>
                  </a:extLst>
                </a:gridCol>
                <a:gridCol w="1191260">
                  <a:extLst>
                    <a:ext uri="{9D8B030D-6E8A-4147-A177-3AD203B41FA5}">
                      <a16:colId xmlns:a16="http://schemas.microsoft.com/office/drawing/2014/main" val="20003"/>
                    </a:ext>
                  </a:extLst>
                </a:gridCol>
                <a:gridCol w="1188085">
                  <a:extLst>
                    <a:ext uri="{9D8B030D-6E8A-4147-A177-3AD203B41FA5}">
                      <a16:colId xmlns:a16="http://schemas.microsoft.com/office/drawing/2014/main" val="20004"/>
                    </a:ext>
                  </a:extLst>
                </a:gridCol>
              </a:tblGrid>
              <a:tr h="5030470">
                <a:tc>
                  <a:txBody>
                    <a:bodyPr/>
                    <a:lstStyle/>
                    <a:p>
                      <a:pPr>
                        <a:lnSpc>
                          <a:spcPct val="100000"/>
                        </a:lnSpc>
                      </a:pP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675" marR="222885">
                        <a:lnSpc>
                          <a:spcPts val="1450"/>
                        </a:lnSpc>
                        <a:spcBef>
                          <a:spcPts val="15"/>
                        </a:spcBef>
                      </a:pPr>
                      <a:r>
                        <a:rPr sz="1200" i="1">
                          <a:solidFill>
                            <a:srgbClr val="1F1F1F"/>
                          </a:solidFill>
                          <a:latin typeface="Calibri"/>
                          <a:cs typeface="Calibri"/>
                        </a:rPr>
                        <a:t>are</a:t>
                      </a:r>
                      <a:r>
                        <a:rPr sz="1200" i="1" spc="-10">
                          <a:solidFill>
                            <a:srgbClr val="1F1F1F"/>
                          </a:solidFill>
                          <a:latin typeface="Calibri"/>
                          <a:cs typeface="Calibri"/>
                        </a:rPr>
                        <a:t> </a:t>
                      </a:r>
                      <a:r>
                        <a:rPr sz="1200" i="1">
                          <a:solidFill>
                            <a:srgbClr val="1F1F1F"/>
                          </a:solidFill>
                          <a:latin typeface="Calibri"/>
                          <a:cs typeface="Calibri"/>
                        </a:rPr>
                        <a:t>as </a:t>
                      </a:r>
                      <a:r>
                        <a:rPr sz="1200" i="1" spc="-10">
                          <a:solidFill>
                            <a:srgbClr val="1F1F1F"/>
                          </a:solidFill>
                          <a:latin typeface="Calibri"/>
                          <a:cs typeface="Calibri"/>
                        </a:rPr>
                        <a:t>follows, </a:t>
                      </a:r>
                      <a:r>
                        <a:rPr sz="1200" i="1">
                          <a:solidFill>
                            <a:srgbClr val="1F1F1F"/>
                          </a:solidFill>
                          <a:latin typeface="Calibri"/>
                          <a:cs typeface="Calibri"/>
                        </a:rPr>
                        <a:t>Algal</a:t>
                      </a:r>
                      <a:r>
                        <a:rPr sz="1200" i="1" spc="-5">
                          <a:solidFill>
                            <a:srgbClr val="1F1F1F"/>
                          </a:solidFill>
                          <a:latin typeface="Calibri"/>
                          <a:cs typeface="Calibri"/>
                        </a:rPr>
                        <a:t> </a:t>
                      </a:r>
                      <a:r>
                        <a:rPr sz="1200" i="1">
                          <a:solidFill>
                            <a:srgbClr val="1F1F1F"/>
                          </a:solidFill>
                          <a:latin typeface="Calibri"/>
                          <a:cs typeface="Calibri"/>
                        </a:rPr>
                        <a:t>Spot</a:t>
                      </a:r>
                      <a:r>
                        <a:rPr sz="1200" i="1" spc="-5">
                          <a:solidFill>
                            <a:srgbClr val="1F1F1F"/>
                          </a:solidFill>
                          <a:latin typeface="Calibri"/>
                          <a:cs typeface="Calibri"/>
                        </a:rPr>
                        <a:t> </a:t>
                      </a:r>
                      <a:r>
                        <a:rPr sz="1200" i="1" spc="-25">
                          <a:solidFill>
                            <a:srgbClr val="1F1F1F"/>
                          </a:solidFill>
                          <a:latin typeface="Calibri"/>
                          <a:cs typeface="Calibri"/>
                        </a:rPr>
                        <a:t>has</a:t>
                      </a:r>
                      <a:endParaRPr sz="1200">
                        <a:latin typeface="Calibri"/>
                        <a:cs typeface="Calibri"/>
                      </a:endParaRPr>
                    </a:p>
                    <a:p>
                      <a:pPr marL="66675" marR="187325">
                        <a:lnSpc>
                          <a:spcPts val="1450"/>
                        </a:lnSpc>
                        <a:spcBef>
                          <a:spcPts val="25"/>
                        </a:spcBef>
                      </a:pPr>
                      <a:r>
                        <a:rPr sz="1200" i="1">
                          <a:solidFill>
                            <a:srgbClr val="1F1F1F"/>
                          </a:solidFill>
                          <a:latin typeface="Calibri"/>
                          <a:cs typeface="Calibri"/>
                        </a:rPr>
                        <a:t>an</a:t>
                      </a:r>
                      <a:r>
                        <a:rPr sz="1200" i="1" spc="-20">
                          <a:solidFill>
                            <a:srgbClr val="1F1F1F"/>
                          </a:solidFill>
                          <a:latin typeface="Calibri"/>
                          <a:cs typeface="Calibri"/>
                        </a:rPr>
                        <a:t> </a:t>
                      </a:r>
                      <a:r>
                        <a:rPr sz="1200" i="1">
                          <a:solidFill>
                            <a:srgbClr val="1F1F1F"/>
                          </a:solidFill>
                          <a:latin typeface="Calibri"/>
                          <a:cs typeface="Calibri"/>
                        </a:rPr>
                        <a:t>accuracy</a:t>
                      </a:r>
                      <a:r>
                        <a:rPr sz="1200" i="1" spc="-10">
                          <a:solidFill>
                            <a:srgbClr val="1F1F1F"/>
                          </a:solidFill>
                          <a:latin typeface="Calibri"/>
                          <a:cs typeface="Calibri"/>
                        </a:rPr>
                        <a:t> </a:t>
                      </a:r>
                      <a:r>
                        <a:rPr sz="1200" i="1" spc="-25">
                          <a:solidFill>
                            <a:srgbClr val="1F1F1F"/>
                          </a:solidFill>
                          <a:latin typeface="Calibri"/>
                          <a:cs typeface="Calibri"/>
                        </a:rPr>
                        <a:t>of </a:t>
                      </a:r>
                      <a:r>
                        <a:rPr sz="1200" i="1" spc="-10">
                          <a:solidFill>
                            <a:srgbClr val="1F1F1F"/>
                          </a:solidFill>
                          <a:latin typeface="Calibri"/>
                          <a:cs typeface="Calibri"/>
                        </a:rPr>
                        <a:t>98.23%,</a:t>
                      </a:r>
                      <a:r>
                        <a:rPr sz="1200" i="1">
                          <a:solidFill>
                            <a:srgbClr val="1F1F1F"/>
                          </a:solidFill>
                          <a:latin typeface="Calibri"/>
                          <a:cs typeface="Calibri"/>
                        </a:rPr>
                        <a:t> </a:t>
                      </a:r>
                      <a:r>
                        <a:rPr sz="1200" i="1" spc="-10">
                          <a:solidFill>
                            <a:srgbClr val="1F1F1F"/>
                          </a:solidFill>
                          <a:latin typeface="Calibri"/>
                          <a:cs typeface="Calibri"/>
                        </a:rPr>
                        <a:t>Brown</a:t>
                      </a:r>
                      <a:endParaRPr sz="1200">
                        <a:latin typeface="Calibri"/>
                        <a:cs typeface="Calibri"/>
                      </a:endParaRPr>
                    </a:p>
                    <a:p>
                      <a:pPr marL="66675">
                        <a:lnSpc>
                          <a:spcPts val="1425"/>
                        </a:lnSpc>
                      </a:pPr>
                      <a:r>
                        <a:rPr sz="1200" i="1">
                          <a:solidFill>
                            <a:srgbClr val="1F1F1F"/>
                          </a:solidFill>
                          <a:latin typeface="Calibri"/>
                          <a:cs typeface="Calibri"/>
                        </a:rPr>
                        <a:t>Blight</a:t>
                      </a:r>
                      <a:r>
                        <a:rPr sz="1200" i="1" spc="-20">
                          <a:solidFill>
                            <a:srgbClr val="1F1F1F"/>
                          </a:solidFill>
                          <a:latin typeface="Calibri"/>
                          <a:cs typeface="Calibri"/>
                        </a:rPr>
                        <a:t> </a:t>
                      </a:r>
                      <a:r>
                        <a:rPr sz="1200" i="1">
                          <a:solidFill>
                            <a:srgbClr val="1F1F1F"/>
                          </a:solidFill>
                          <a:latin typeface="Calibri"/>
                          <a:cs typeface="Calibri"/>
                        </a:rPr>
                        <a:t>has </a:t>
                      </a:r>
                      <a:r>
                        <a:rPr sz="1200" i="1" spc="-35">
                          <a:solidFill>
                            <a:srgbClr val="1F1F1F"/>
                          </a:solidFill>
                          <a:latin typeface="Calibri"/>
                          <a:cs typeface="Calibri"/>
                        </a:rPr>
                        <a:t>an</a:t>
                      </a:r>
                      <a:endParaRPr sz="1200">
                        <a:latin typeface="Calibri"/>
                        <a:cs typeface="Calibri"/>
                      </a:endParaRPr>
                    </a:p>
                    <a:p>
                      <a:pPr marL="66675" marR="292735">
                        <a:lnSpc>
                          <a:spcPct val="100699"/>
                        </a:lnSpc>
                        <a:spcBef>
                          <a:spcPts val="25"/>
                        </a:spcBef>
                      </a:pPr>
                      <a:r>
                        <a:rPr sz="1200" i="1">
                          <a:solidFill>
                            <a:srgbClr val="1F1F1F"/>
                          </a:solidFill>
                          <a:latin typeface="Calibri"/>
                          <a:cs typeface="Calibri"/>
                        </a:rPr>
                        <a:t>accuracy</a:t>
                      </a:r>
                      <a:r>
                        <a:rPr sz="1200" i="1" spc="-40">
                          <a:solidFill>
                            <a:srgbClr val="1F1F1F"/>
                          </a:solidFill>
                          <a:latin typeface="Calibri"/>
                          <a:cs typeface="Calibri"/>
                        </a:rPr>
                        <a:t> </a:t>
                      </a:r>
                      <a:r>
                        <a:rPr sz="1200" i="1" spc="-25">
                          <a:solidFill>
                            <a:srgbClr val="1F1F1F"/>
                          </a:solidFill>
                          <a:latin typeface="Calibri"/>
                          <a:cs typeface="Calibri"/>
                        </a:rPr>
                        <a:t>of </a:t>
                      </a:r>
                      <a:r>
                        <a:rPr sz="1200" i="1" spc="-10">
                          <a:solidFill>
                            <a:srgbClr val="1F1F1F"/>
                          </a:solidFill>
                          <a:latin typeface="Calibri"/>
                          <a:cs typeface="Calibri"/>
                        </a:rPr>
                        <a:t>97.98%,</a:t>
                      </a:r>
                      <a:r>
                        <a:rPr sz="1200" i="1">
                          <a:solidFill>
                            <a:srgbClr val="1F1F1F"/>
                          </a:solidFill>
                          <a:latin typeface="Calibri"/>
                          <a:cs typeface="Calibri"/>
                        </a:rPr>
                        <a:t> </a:t>
                      </a:r>
                      <a:r>
                        <a:rPr sz="1200" i="1" spc="-20">
                          <a:solidFill>
                            <a:srgbClr val="1F1F1F"/>
                          </a:solidFill>
                          <a:latin typeface="Calibri"/>
                          <a:cs typeface="Calibri"/>
                        </a:rPr>
                        <a:t>Gray</a:t>
                      </a:r>
                      <a:endParaRPr sz="1200">
                        <a:latin typeface="Calibri"/>
                        <a:cs typeface="Calibri"/>
                      </a:endParaRPr>
                    </a:p>
                    <a:p>
                      <a:pPr marL="66675" marR="74295">
                        <a:lnSpc>
                          <a:spcPct val="101699"/>
                        </a:lnSpc>
                        <a:spcBef>
                          <a:spcPts val="10"/>
                        </a:spcBef>
                      </a:pPr>
                      <a:r>
                        <a:rPr sz="1200" i="1">
                          <a:solidFill>
                            <a:srgbClr val="1F1F1F"/>
                          </a:solidFill>
                          <a:latin typeface="Calibri"/>
                          <a:cs typeface="Calibri"/>
                        </a:rPr>
                        <a:t>Blight</a:t>
                      </a:r>
                      <a:r>
                        <a:rPr sz="1200" i="1" spc="-20">
                          <a:solidFill>
                            <a:srgbClr val="1F1F1F"/>
                          </a:solidFill>
                          <a:latin typeface="Calibri"/>
                          <a:cs typeface="Calibri"/>
                        </a:rPr>
                        <a:t> </a:t>
                      </a:r>
                      <a:r>
                        <a:rPr sz="1200" i="1">
                          <a:solidFill>
                            <a:srgbClr val="1F1F1F"/>
                          </a:solidFill>
                          <a:latin typeface="Calibri"/>
                          <a:cs typeface="Calibri"/>
                        </a:rPr>
                        <a:t>has </a:t>
                      </a:r>
                      <a:r>
                        <a:rPr sz="1200" i="1" spc="-35">
                          <a:solidFill>
                            <a:srgbClr val="1F1F1F"/>
                          </a:solidFill>
                          <a:latin typeface="Calibri"/>
                          <a:cs typeface="Calibri"/>
                        </a:rPr>
                        <a:t>an </a:t>
                      </a:r>
                      <a:r>
                        <a:rPr sz="1200" i="1">
                          <a:solidFill>
                            <a:srgbClr val="1F1F1F"/>
                          </a:solidFill>
                          <a:latin typeface="Calibri"/>
                          <a:cs typeface="Calibri"/>
                        </a:rPr>
                        <a:t>accuracy</a:t>
                      </a:r>
                      <a:r>
                        <a:rPr sz="1200" i="1" spc="-40">
                          <a:solidFill>
                            <a:srgbClr val="1F1F1F"/>
                          </a:solidFill>
                          <a:latin typeface="Calibri"/>
                          <a:cs typeface="Calibri"/>
                        </a:rPr>
                        <a:t> </a:t>
                      </a:r>
                      <a:r>
                        <a:rPr sz="1200" i="1" spc="-25">
                          <a:solidFill>
                            <a:srgbClr val="1F1F1F"/>
                          </a:solidFill>
                          <a:latin typeface="Calibri"/>
                          <a:cs typeface="Calibri"/>
                        </a:rPr>
                        <a:t>of </a:t>
                      </a:r>
                      <a:r>
                        <a:rPr sz="1200" i="1" spc="-10">
                          <a:solidFill>
                            <a:srgbClr val="1F1F1F"/>
                          </a:solidFill>
                          <a:latin typeface="Calibri"/>
                          <a:cs typeface="Calibri"/>
                        </a:rPr>
                        <a:t>93.46%,</a:t>
                      </a:r>
                      <a:r>
                        <a:rPr sz="1200" i="1">
                          <a:solidFill>
                            <a:srgbClr val="1F1F1F"/>
                          </a:solidFill>
                          <a:latin typeface="Calibri"/>
                          <a:cs typeface="Calibri"/>
                        </a:rPr>
                        <a:t> </a:t>
                      </a:r>
                      <a:r>
                        <a:rPr sz="1200" i="1" spc="-10">
                          <a:solidFill>
                            <a:srgbClr val="1F1F1F"/>
                          </a:solidFill>
                          <a:latin typeface="Calibri"/>
                          <a:cs typeface="Calibri"/>
                        </a:rPr>
                        <a:t>Healthy </a:t>
                      </a:r>
                      <a:r>
                        <a:rPr sz="1200" i="1">
                          <a:solidFill>
                            <a:srgbClr val="1F1F1F"/>
                          </a:solidFill>
                          <a:latin typeface="Calibri"/>
                          <a:cs typeface="Calibri"/>
                        </a:rPr>
                        <a:t>classes</a:t>
                      </a:r>
                      <a:r>
                        <a:rPr sz="1200" i="1" spc="-15">
                          <a:solidFill>
                            <a:srgbClr val="1F1F1F"/>
                          </a:solidFill>
                          <a:latin typeface="Calibri"/>
                          <a:cs typeface="Calibri"/>
                        </a:rPr>
                        <a:t> </a:t>
                      </a:r>
                      <a:r>
                        <a:rPr sz="1200" i="1">
                          <a:solidFill>
                            <a:srgbClr val="1F1F1F"/>
                          </a:solidFill>
                          <a:latin typeface="Calibri"/>
                          <a:cs typeface="Calibri"/>
                        </a:rPr>
                        <a:t>of</a:t>
                      </a:r>
                      <a:r>
                        <a:rPr sz="1200" i="1" spc="10">
                          <a:solidFill>
                            <a:srgbClr val="1F1F1F"/>
                          </a:solidFill>
                          <a:latin typeface="Calibri"/>
                          <a:cs typeface="Calibri"/>
                        </a:rPr>
                        <a:t> </a:t>
                      </a:r>
                      <a:r>
                        <a:rPr sz="1200" i="1" spc="-10">
                          <a:solidFill>
                            <a:srgbClr val="1F1F1F"/>
                          </a:solidFill>
                          <a:latin typeface="Calibri"/>
                          <a:cs typeface="Calibri"/>
                        </a:rPr>
                        <a:t>leaves </a:t>
                      </a:r>
                      <a:r>
                        <a:rPr sz="1200" i="1">
                          <a:solidFill>
                            <a:srgbClr val="1F1F1F"/>
                          </a:solidFill>
                          <a:latin typeface="Calibri"/>
                          <a:cs typeface="Calibri"/>
                        </a:rPr>
                        <a:t>has</a:t>
                      </a:r>
                      <a:r>
                        <a:rPr sz="1200" i="1" spc="-10">
                          <a:solidFill>
                            <a:srgbClr val="1F1F1F"/>
                          </a:solidFill>
                          <a:latin typeface="Calibri"/>
                          <a:cs typeface="Calibri"/>
                        </a:rPr>
                        <a:t> </a:t>
                      </a:r>
                      <a:r>
                        <a:rPr sz="1200" i="1">
                          <a:solidFill>
                            <a:srgbClr val="1F1F1F"/>
                          </a:solidFill>
                          <a:latin typeface="Calibri"/>
                          <a:cs typeface="Calibri"/>
                        </a:rPr>
                        <a:t>an </a:t>
                      </a:r>
                      <a:r>
                        <a:rPr sz="1200" i="1" spc="-10">
                          <a:solidFill>
                            <a:srgbClr val="1F1F1F"/>
                          </a:solidFill>
                          <a:latin typeface="Calibri"/>
                          <a:cs typeface="Calibri"/>
                        </a:rPr>
                        <a:t>accuracy </a:t>
                      </a:r>
                      <a:r>
                        <a:rPr sz="1200" i="1">
                          <a:solidFill>
                            <a:srgbClr val="1F1F1F"/>
                          </a:solidFill>
                          <a:latin typeface="Calibri"/>
                          <a:cs typeface="Calibri"/>
                        </a:rPr>
                        <a:t>of</a:t>
                      </a:r>
                      <a:r>
                        <a:rPr sz="1200" i="1" spc="-5">
                          <a:solidFill>
                            <a:srgbClr val="1F1F1F"/>
                          </a:solidFill>
                          <a:latin typeface="Calibri"/>
                          <a:cs typeface="Calibri"/>
                        </a:rPr>
                        <a:t> </a:t>
                      </a:r>
                      <a:r>
                        <a:rPr sz="1200" i="1" spc="-10">
                          <a:solidFill>
                            <a:srgbClr val="1F1F1F"/>
                          </a:solidFill>
                          <a:latin typeface="Calibri"/>
                          <a:cs typeface="Calibri"/>
                        </a:rPr>
                        <a:t>99.10%, </a:t>
                      </a:r>
                      <a:r>
                        <a:rPr sz="1200" i="1" spc="-25">
                          <a:solidFill>
                            <a:srgbClr val="1F1F1F"/>
                          </a:solidFill>
                          <a:latin typeface="Calibri"/>
                          <a:cs typeface="Calibri"/>
                        </a:rPr>
                        <a:t>the </a:t>
                      </a:r>
                      <a:r>
                        <a:rPr sz="1200" i="1" spc="-10">
                          <a:solidFill>
                            <a:srgbClr val="1F1F1F"/>
                          </a:solidFill>
                          <a:latin typeface="Calibri"/>
                          <a:cs typeface="Calibri"/>
                        </a:rPr>
                        <a:t>Helopeltis </a:t>
                      </a:r>
                      <a:r>
                        <a:rPr sz="1200" i="1">
                          <a:solidFill>
                            <a:srgbClr val="1F1F1F"/>
                          </a:solidFill>
                          <a:latin typeface="Calibri"/>
                          <a:cs typeface="Calibri"/>
                        </a:rPr>
                        <a:t>disease</a:t>
                      </a:r>
                      <a:r>
                        <a:rPr sz="1200" i="1" spc="-35">
                          <a:solidFill>
                            <a:srgbClr val="1F1F1F"/>
                          </a:solidFill>
                          <a:latin typeface="Calibri"/>
                          <a:cs typeface="Calibri"/>
                        </a:rPr>
                        <a:t> </a:t>
                      </a:r>
                      <a:r>
                        <a:rPr sz="1200" i="1">
                          <a:solidFill>
                            <a:srgbClr val="1F1F1F"/>
                          </a:solidFill>
                          <a:latin typeface="Calibri"/>
                          <a:cs typeface="Calibri"/>
                        </a:rPr>
                        <a:t>class</a:t>
                      </a:r>
                      <a:r>
                        <a:rPr sz="1200" i="1" spc="-10">
                          <a:solidFill>
                            <a:srgbClr val="1F1F1F"/>
                          </a:solidFill>
                          <a:latin typeface="Calibri"/>
                          <a:cs typeface="Calibri"/>
                        </a:rPr>
                        <a:t> </a:t>
                      </a:r>
                      <a:r>
                        <a:rPr sz="1200" i="1" spc="-25">
                          <a:solidFill>
                            <a:srgbClr val="1F1F1F"/>
                          </a:solidFill>
                          <a:latin typeface="Calibri"/>
                          <a:cs typeface="Calibri"/>
                        </a:rPr>
                        <a:t>has </a:t>
                      </a:r>
                      <a:r>
                        <a:rPr sz="1200" i="1">
                          <a:solidFill>
                            <a:srgbClr val="1F1F1F"/>
                          </a:solidFill>
                          <a:latin typeface="Calibri"/>
                          <a:cs typeface="Calibri"/>
                        </a:rPr>
                        <a:t>an</a:t>
                      </a:r>
                      <a:r>
                        <a:rPr sz="1200" i="1" spc="-20">
                          <a:solidFill>
                            <a:srgbClr val="1F1F1F"/>
                          </a:solidFill>
                          <a:latin typeface="Calibri"/>
                          <a:cs typeface="Calibri"/>
                        </a:rPr>
                        <a:t> </a:t>
                      </a:r>
                      <a:r>
                        <a:rPr sz="1200" i="1">
                          <a:solidFill>
                            <a:srgbClr val="1F1F1F"/>
                          </a:solidFill>
                          <a:latin typeface="Calibri"/>
                          <a:cs typeface="Calibri"/>
                        </a:rPr>
                        <a:t>accuracy</a:t>
                      </a:r>
                      <a:r>
                        <a:rPr sz="1200" i="1" spc="-10">
                          <a:solidFill>
                            <a:srgbClr val="1F1F1F"/>
                          </a:solidFill>
                          <a:latin typeface="Calibri"/>
                          <a:cs typeface="Calibri"/>
                        </a:rPr>
                        <a:t> </a:t>
                      </a:r>
                      <a:r>
                        <a:rPr sz="1200" i="1" spc="-25">
                          <a:solidFill>
                            <a:srgbClr val="1F1F1F"/>
                          </a:solidFill>
                          <a:latin typeface="Calibri"/>
                          <a:cs typeface="Calibri"/>
                        </a:rPr>
                        <a:t>of </a:t>
                      </a:r>
                      <a:r>
                        <a:rPr sz="1200" i="1">
                          <a:solidFill>
                            <a:srgbClr val="1F1F1F"/>
                          </a:solidFill>
                          <a:latin typeface="Calibri"/>
                          <a:cs typeface="Calibri"/>
                        </a:rPr>
                        <a:t>98.98%</a:t>
                      </a:r>
                      <a:r>
                        <a:rPr sz="1200" i="1" spc="-35">
                          <a:solidFill>
                            <a:srgbClr val="1F1F1F"/>
                          </a:solidFill>
                          <a:latin typeface="Calibri"/>
                          <a:cs typeface="Calibri"/>
                        </a:rPr>
                        <a:t> </a:t>
                      </a:r>
                      <a:r>
                        <a:rPr sz="1200" i="1">
                          <a:solidFill>
                            <a:srgbClr val="1F1F1F"/>
                          </a:solidFill>
                          <a:latin typeface="Calibri"/>
                          <a:cs typeface="Calibri"/>
                        </a:rPr>
                        <a:t>and</a:t>
                      </a:r>
                      <a:r>
                        <a:rPr sz="1200" i="1" spc="-20">
                          <a:solidFill>
                            <a:srgbClr val="1F1F1F"/>
                          </a:solidFill>
                          <a:latin typeface="Calibri"/>
                          <a:cs typeface="Calibri"/>
                        </a:rPr>
                        <a:t> </a:t>
                      </a:r>
                      <a:r>
                        <a:rPr sz="1200" i="1" spc="-25">
                          <a:solidFill>
                            <a:srgbClr val="1F1F1F"/>
                          </a:solidFill>
                          <a:latin typeface="Calibri"/>
                          <a:cs typeface="Calibri"/>
                        </a:rPr>
                        <a:t>Red </a:t>
                      </a:r>
                      <a:r>
                        <a:rPr sz="1200" i="1">
                          <a:solidFill>
                            <a:srgbClr val="1F1F1F"/>
                          </a:solidFill>
                          <a:latin typeface="Calibri"/>
                          <a:cs typeface="Calibri"/>
                        </a:rPr>
                        <a:t>Spot</a:t>
                      </a:r>
                      <a:r>
                        <a:rPr sz="1200" i="1" spc="-10">
                          <a:solidFill>
                            <a:srgbClr val="1F1F1F"/>
                          </a:solidFill>
                          <a:latin typeface="Calibri"/>
                          <a:cs typeface="Calibri"/>
                        </a:rPr>
                        <a:t> </a:t>
                      </a:r>
                      <a:r>
                        <a:rPr sz="1200" i="1">
                          <a:solidFill>
                            <a:srgbClr val="1F1F1F"/>
                          </a:solidFill>
                          <a:latin typeface="Calibri"/>
                          <a:cs typeface="Calibri"/>
                        </a:rPr>
                        <a:t>has</a:t>
                      </a:r>
                      <a:r>
                        <a:rPr sz="1200" i="1" spc="10">
                          <a:solidFill>
                            <a:srgbClr val="1F1F1F"/>
                          </a:solidFill>
                          <a:latin typeface="Calibri"/>
                          <a:cs typeface="Calibri"/>
                        </a:rPr>
                        <a:t> </a:t>
                      </a:r>
                      <a:r>
                        <a:rPr sz="1200" i="1" spc="-25">
                          <a:solidFill>
                            <a:srgbClr val="1F1F1F"/>
                          </a:solidFill>
                          <a:latin typeface="Calibri"/>
                          <a:cs typeface="Calibri"/>
                        </a:rPr>
                        <a:t>an </a:t>
                      </a:r>
                      <a:r>
                        <a:rPr sz="1200" i="1">
                          <a:solidFill>
                            <a:srgbClr val="1F1F1F"/>
                          </a:solidFill>
                          <a:latin typeface="Calibri"/>
                          <a:cs typeface="Calibri"/>
                        </a:rPr>
                        <a:t>accuracy</a:t>
                      </a:r>
                      <a:r>
                        <a:rPr sz="1200" i="1" spc="-25">
                          <a:solidFill>
                            <a:srgbClr val="1F1F1F"/>
                          </a:solidFill>
                          <a:latin typeface="Calibri"/>
                          <a:cs typeface="Calibri"/>
                        </a:rPr>
                        <a:t> </a:t>
                      </a:r>
                      <a:r>
                        <a:rPr sz="1200" i="1">
                          <a:solidFill>
                            <a:srgbClr val="1F1F1F"/>
                          </a:solidFill>
                          <a:latin typeface="Calibri"/>
                          <a:cs typeface="Calibri"/>
                        </a:rPr>
                        <a:t>of</a:t>
                      </a:r>
                      <a:r>
                        <a:rPr sz="1200" i="1" spc="-5">
                          <a:solidFill>
                            <a:srgbClr val="1F1F1F"/>
                          </a:solidFill>
                          <a:latin typeface="Calibri"/>
                          <a:cs typeface="Calibri"/>
                        </a:rPr>
                        <a:t> </a:t>
                      </a:r>
                      <a:r>
                        <a:rPr sz="1200" i="1" spc="-25">
                          <a:solidFill>
                            <a:srgbClr val="1F1F1F"/>
                          </a:solidFill>
                          <a:latin typeface="Calibri"/>
                          <a:cs typeface="Calibri"/>
                        </a:rPr>
                        <a:t>92% </a:t>
                      </a:r>
                      <a:r>
                        <a:rPr sz="1200" i="1">
                          <a:solidFill>
                            <a:srgbClr val="1F1F1F"/>
                          </a:solidFill>
                          <a:latin typeface="Calibri"/>
                          <a:cs typeface="Calibri"/>
                        </a:rPr>
                        <a:t>The</a:t>
                      </a:r>
                      <a:r>
                        <a:rPr sz="1200" i="1" spc="-15">
                          <a:solidFill>
                            <a:srgbClr val="1F1F1F"/>
                          </a:solidFill>
                          <a:latin typeface="Calibri"/>
                          <a:cs typeface="Calibri"/>
                        </a:rPr>
                        <a:t> </a:t>
                      </a:r>
                      <a:r>
                        <a:rPr sz="1200" i="1">
                          <a:solidFill>
                            <a:srgbClr val="1F1F1F"/>
                          </a:solidFill>
                          <a:latin typeface="Calibri"/>
                          <a:cs typeface="Calibri"/>
                        </a:rPr>
                        <a:t>model</a:t>
                      </a:r>
                      <a:r>
                        <a:rPr sz="1200" i="1" spc="-10">
                          <a:solidFill>
                            <a:srgbClr val="1F1F1F"/>
                          </a:solidFill>
                          <a:latin typeface="Calibri"/>
                          <a:cs typeface="Calibri"/>
                        </a:rPr>
                        <a:t> </a:t>
                      </a:r>
                      <a:r>
                        <a:rPr sz="1200" i="1" spc="-20">
                          <a:solidFill>
                            <a:srgbClr val="1F1F1F"/>
                          </a:solidFill>
                          <a:latin typeface="Calibri"/>
                          <a:cs typeface="Calibri"/>
                        </a:rPr>
                        <a:t>that</a:t>
                      </a:r>
                      <a:r>
                        <a:rPr sz="1200" i="1" spc="500">
                          <a:solidFill>
                            <a:srgbClr val="1F1F1F"/>
                          </a:solidFill>
                          <a:latin typeface="Calibri"/>
                          <a:cs typeface="Calibri"/>
                        </a:rPr>
                        <a:t> </a:t>
                      </a:r>
                      <a:r>
                        <a:rPr sz="1200" i="1">
                          <a:solidFill>
                            <a:srgbClr val="1F1F1F"/>
                          </a:solidFill>
                          <a:latin typeface="Calibri"/>
                          <a:cs typeface="Calibri"/>
                        </a:rPr>
                        <a:t>is</a:t>
                      </a:r>
                      <a:r>
                        <a:rPr sz="1200" i="1" spc="-10">
                          <a:solidFill>
                            <a:srgbClr val="1F1F1F"/>
                          </a:solidFill>
                          <a:latin typeface="Calibri"/>
                          <a:cs typeface="Calibri"/>
                        </a:rPr>
                        <a:t> </a:t>
                      </a:r>
                      <a:r>
                        <a:rPr sz="1200" i="1">
                          <a:solidFill>
                            <a:srgbClr val="1F1F1F"/>
                          </a:solidFill>
                          <a:latin typeface="Calibri"/>
                          <a:cs typeface="Calibri"/>
                        </a:rPr>
                        <a:t>proposed</a:t>
                      </a:r>
                      <a:r>
                        <a:rPr sz="1200" i="1" spc="-5">
                          <a:solidFill>
                            <a:srgbClr val="1F1F1F"/>
                          </a:solidFill>
                          <a:latin typeface="Calibri"/>
                          <a:cs typeface="Calibri"/>
                        </a:rPr>
                        <a:t> </a:t>
                      </a:r>
                      <a:r>
                        <a:rPr sz="1200" i="1" spc="-25">
                          <a:solidFill>
                            <a:srgbClr val="1F1F1F"/>
                          </a:solidFill>
                          <a:latin typeface="Calibri"/>
                          <a:cs typeface="Calibri"/>
                        </a:rPr>
                        <a:t>in </a:t>
                      </a:r>
                      <a:r>
                        <a:rPr sz="1200" i="1">
                          <a:solidFill>
                            <a:srgbClr val="1F1F1F"/>
                          </a:solidFill>
                          <a:latin typeface="Calibri"/>
                          <a:cs typeface="Calibri"/>
                        </a:rPr>
                        <a:t>this</a:t>
                      </a:r>
                      <a:r>
                        <a:rPr sz="1200" i="1" spc="-30">
                          <a:solidFill>
                            <a:srgbClr val="1F1F1F"/>
                          </a:solidFill>
                          <a:latin typeface="Calibri"/>
                          <a:cs typeface="Calibri"/>
                        </a:rPr>
                        <a:t> </a:t>
                      </a:r>
                      <a:r>
                        <a:rPr sz="1200" i="1">
                          <a:solidFill>
                            <a:srgbClr val="1F1F1F"/>
                          </a:solidFill>
                          <a:latin typeface="Calibri"/>
                          <a:cs typeface="Calibri"/>
                        </a:rPr>
                        <a:t>literature</a:t>
                      </a:r>
                      <a:r>
                        <a:rPr sz="1200" i="1" spc="-25">
                          <a:solidFill>
                            <a:srgbClr val="1F1F1F"/>
                          </a:solidFill>
                          <a:latin typeface="Calibri"/>
                          <a:cs typeface="Calibri"/>
                        </a:rPr>
                        <a:t> is </a:t>
                      </a:r>
                      <a:r>
                        <a:rPr sz="1200" i="1">
                          <a:solidFill>
                            <a:srgbClr val="1F1F1F"/>
                          </a:solidFill>
                          <a:latin typeface="Calibri"/>
                          <a:cs typeface="Calibri"/>
                        </a:rPr>
                        <a:t>far</a:t>
                      </a:r>
                      <a:r>
                        <a:rPr sz="1200" i="1" spc="-10">
                          <a:solidFill>
                            <a:srgbClr val="1F1F1F"/>
                          </a:solidFill>
                          <a:latin typeface="Calibri"/>
                          <a:cs typeface="Calibri"/>
                        </a:rPr>
                        <a:t> </a:t>
                      </a:r>
                      <a:r>
                        <a:rPr sz="1200" i="1">
                          <a:solidFill>
                            <a:srgbClr val="1F1F1F"/>
                          </a:solidFill>
                          <a:latin typeface="Calibri"/>
                          <a:cs typeface="Calibri"/>
                        </a:rPr>
                        <a:t>superior</a:t>
                      </a:r>
                      <a:r>
                        <a:rPr sz="1200" i="1" spc="-10">
                          <a:solidFill>
                            <a:srgbClr val="1F1F1F"/>
                          </a:solidFill>
                          <a:latin typeface="Calibri"/>
                          <a:cs typeface="Calibri"/>
                        </a:rPr>
                        <a:t> </a:t>
                      </a:r>
                      <a:r>
                        <a:rPr sz="1200" i="1" spc="-20">
                          <a:solidFill>
                            <a:srgbClr val="1F1F1F"/>
                          </a:solidFill>
                          <a:latin typeface="Calibri"/>
                          <a:cs typeface="Calibri"/>
                        </a:rPr>
                        <a:t>than </a:t>
                      </a:r>
                      <a:r>
                        <a:rPr sz="1200" i="1">
                          <a:solidFill>
                            <a:srgbClr val="1F1F1F"/>
                          </a:solidFill>
                          <a:latin typeface="Calibri"/>
                          <a:cs typeface="Calibri"/>
                        </a:rPr>
                        <a:t>the</a:t>
                      </a:r>
                      <a:r>
                        <a:rPr sz="1200" i="1" spc="-15">
                          <a:solidFill>
                            <a:srgbClr val="1F1F1F"/>
                          </a:solidFill>
                          <a:latin typeface="Calibri"/>
                          <a:cs typeface="Calibri"/>
                        </a:rPr>
                        <a:t> </a:t>
                      </a:r>
                      <a:r>
                        <a:rPr sz="1200" i="1" spc="-10">
                          <a:solidFill>
                            <a:srgbClr val="1F1F1F"/>
                          </a:solidFill>
                          <a:latin typeface="Calibri"/>
                          <a:cs typeface="Calibri"/>
                        </a:rPr>
                        <a:t>existing </a:t>
                      </a:r>
                      <a:r>
                        <a:rPr sz="1200" i="1">
                          <a:solidFill>
                            <a:srgbClr val="1F1F1F"/>
                          </a:solidFill>
                          <a:latin typeface="Calibri"/>
                          <a:cs typeface="Calibri"/>
                        </a:rPr>
                        <a:t>methods</a:t>
                      </a:r>
                      <a:r>
                        <a:rPr sz="1200" i="1" spc="-15">
                          <a:solidFill>
                            <a:srgbClr val="1F1F1F"/>
                          </a:solidFill>
                          <a:latin typeface="Calibri"/>
                          <a:cs typeface="Calibri"/>
                        </a:rPr>
                        <a:t> </a:t>
                      </a:r>
                      <a:r>
                        <a:rPr sz="1200" i="1" spc="-25">
                          <a:solidFill>
                            <a:srgbClr val="1F1F1F"/>
                          </a:solidFill>
                          <a:latin typeface="Calibri"/>
                          <a:cs typeface="Calibri"/>
                        </a:rPr>
                        <a:t>in</a:t>
                      </a:r>
                      <a:r>
                        <a:rPr sz="1200" i="1">
                          <a:solidFill>
                            <a:srgbClr val="1F1F1F"/>
                          </a:solidFill>
                          <a:latin typeface="Calibri"/>
                          <a:cs typeface="Calibri"/>
                        </a:rPr>
                        <a:t> terms</a:t>
                      </a:r>
                      <a:r>
                        <a:rPr sz="1200" i="1" spc="-30">
                          <a:solidFill>
                            <a:srgbClr val="1F1F1F"/>
                          </a:solidFill>
                          <a:latin typeface="Calibri"/>
                          <a:cs typeface="Calibri"/>
                        </a:rPr>
                        <a:t> </a:t>
                      </a:r>
                      <a:r>
                        <a:rPr sz="1200" i="1" spc="-25">
                          <a:solidFill>
                            <a:srgbClr val="1F1F1F"/>
                          </a:solidFill>
                          <a:latin typeface="Calibri"/>
                          <a:cs typeface="Calibri"/>
                        </a:rPr>
                        <a:t>of </a:t>
                      </a:r>
                      <a:r>
                        <a:rPr sz="1200" i="1" spc="-10">
                          <a:solidFill>
                            <a:srgbClr val="1F1F1F"/>
                          </a:solidFill>
                          <a:latin typeface="Calibri"/>
                          <a:cs typeface="Calibri"/>
                        </a:rPr>
                        <a:t>accuracy.</a:t>
                      </a:r>
                      <a:endParaRPr sz="1200">
                        <a:latin typeface="Calibri"/>
                        <a:cs typeface="Calibri"/>
                      </a:endParaRPr>
                    </a:p>
                  </a:txBody>
                  <a:tcPr marL="0" marR="0" marT="190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0"/>
                  </a:ext>
                </a:extLst>
              </a:tr>
              <a:tr h="3169285">
                <a:tc>
                  <a:txBody>
                    <a:bodyPr/>
                    <a:lstStyle/>
                    <a:p>
                      <a:pPr marL="69850">
                        <a:lnSpc>
                          <a:spcPts val="1295"/>
                        </a:lnSpc>
                      </a:pPr>
                      <a:r>
                        <a:rPr sz="1100" spc="-50">
                          <a:latin typeface="Calibri"/>
                          <a:cs typeface="Calibri"/>
                        </a:rPr>
                        <a:t>4</a:t>
                      </a:r>
                      <a:endParaRPr sz="1100">
                        <a:latin typeface="Calibri"/>
                        <a:cs typeface="Calibri"/>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9850" marR="103505">
                        <a:lnSpc>
                          <a:spcPts val="1450"/>
                        </a:lnSpc>
                        <a:spcBef>
                          <a:spcPts val="15"/>
                        </a:spcBef>
                      </a:pPr>
                      <a:r>
                        <a:rPr sz="1200" b="1" i="1">
                          <a:solidFill>
                            <a:srgbClr val="212121"/>
                          </a:solidFill>
                          <a:latin typeface="Calibri"/>
                          <a:cs typeface="Calibri"/>
                        </a:rPr>
                        <a:t>Tea</a:t>
                      </a:r>
                      <a:r>
                        <a:rPr sz="1200" b="1" i="1" spc="-25">
                          <a:solidFill>
                            <a:srgbClr val="212121"/>
                          </a:solidFill>
                          <a:latin typeface="Calibri"/>
                          <a:cs typeface="Calibri"/>
                        </a:rPr>
                        <a:t> </a:t>
                      </a:r>
                      <a:r>
                        <a:rPr sz="1200" b="1" i="1">
                          <a:solidFill>
                            <a:srgbClr val="212121"/>
                          </a:solidFill>
                          <a:latin typeface="Calibri"/>
                          <a:cs typeface="Calibri"/>
                        </a:rPr>
                        <a:t>leaf</a:t>
                      </a:r>
                      <a:r>
                        <a:rPr sz="1200" b="1" i="1" spc="-15">
                          <a:solidFill>
                            <a:srgbClr val="212121"/>
                          </a:solidFill>
                          <a:latin typeface="Calibri"/>
                          <a:cs typeface="Calibri"/>
                        </a:rPr>
                        <a:t> </a:t>
                      </a:r>
                      <a:r>
                        <a:rPr sz="1200" b="1" i="1" spc="-10">
                          <a:solidFill>
                            <a:srgbClr val="212121"/>
                          </a:solidFill>
                          <a:latin typeface="Calibri"/>
                          <a:cs typeface="Calibri"/>
                        </a:rPr>
                        <a:t>disease </a:t>
                      </a:r>
                      <a:r>
                        <a:rPr sz="1200" b="1" i="1">
                          <a:solidFill>
                            <a:srgbClr val="212121"/>
                          </a:solidFill>
                          <a:latin typeface="Calibri"/>
                          <a:cs typeface="Calibri"/>
                        </a:rPr>
                        <a:t>detection</a:t>
                      </a:r>
                      <a:r>
                        <a:rPr sz="1200" b="1" i="1" spc="-70">
                          <a:solidFill>
                            <a:srgbClr val="212121"/>
                          </a:solidFill>
                          <a:latin typeface="Calibri"/>
                          <a:cs typeface="Calibri"/>
                        </a:rPr>
                        <a:t> </a:t>
                      </a:r>
                      <a:r>
                        <a:rPr sz="1200" b="1" i="1" spc="-25">
                          <a:solidFill>
                            <a:srgbClr val="212121"/>
                          </a:solidFill>
                          <a:latin typeface="Calibri"/>
                          <a:cs typeface="Calibri"/>
                        </a:rPr>
                        <a:t>and</a:t>
                      </a:r>
                      <a:endParaRPr sz="1200">
                        <a:latin typeface="Calibri"/>
                        <a:cs typeface="Calibri"/>
                      </a:endParaRPr>
                    </a:p>
                    <a:p>
                      <a:pPr marL="69850" marR="268605">
                        <a:lnSpc>
                          <a:spcPts val="1450"/>
                        </a:lnSpc>
                        <a:spcBef>
                          <a:spcPts val="25"/>
                        </a:spcBef>
                      </a:pPr>
                      <a:r>
                        <a:rPr sz="1200" b="1" i="1" spc="-10">
                          <a:solidFill>
                            <a:srgbClr val="212121"/>
                          </a:solidFill>
                          <a:latin typeface="Calibri"/>
                          <a:cs typeface="Calibri"/>
                        </a:rPr>
                        <a:t>identification </a:t>
                      </a:r>
                      <a:r>
                        <a:rPr sz="1200" b="1" i="1">
                          <a:solidFill>
                            <a:srgbClr val="212121"/>
                          </a:solidFill>
                          <a:latin typeface="Calibri"/>
                          <a:cs typeface="Calibri"/>
                        </a:rPr>
                        <a:t>based</a:t>
                      </a:r>
                      <a:r>
                        <a:rPr sz="1200" b="1" i="1" spc="-55">
                          <a:solidFill>
                            <a:srgbClr val="212121"/>
                          </a:solidFill>
                          <a:latin typeface="Calibri"/>
                          <a:cs typeface="Calibri"/>
                        </a:rPr>
                        <a:t> </a:t>
                      </a:r>
                      <a:r>
                        <a:rPr sz="1200" b="1" i="1" spc="-25">
                          <a:solidFill>
                            <a:srgbClr val="212121"/>
                          </a:solidFill>
                          <a:latin typeface="Calibri"/>
                          <a:cs typeface="Calibri"/>
                        </a:rPr>
                        <a:t>on</a:t>
                      </a:r>
                      <a:endParaRPr sz="1200">
                        <a:latin typeface="Calibri"/>
                        <a:cs typeface="Calibri"/>
                      </a:endParaRPr>
                    </a:p>
                    <a:p>
                      <a:pPr marL="69850" marR="142240">
                        <a:lnSpc>
                          <a:spcPts val="1480"/>
                        </a:lnSpc>
                      </a:pPr>
                      <a:r>
                        <a:rPr sz="1200" b="1" i="1">
                          <a:solidFill>
                            <a:srgbClr val="212121"/>
                          </a:solidFill>
                          <a:latin typeface="Calibri"/>
                          <a:cs typeface="Calibri"/>
                        </a:rPr>
                        <a:t>YOLOv7</a:t>
                      </a:r>
                      <a:r>
                        <a:rPr sz="1200" b="1" i="1" spc="-50">
                          <a:solidFill>
                            <a:srgbClr val="212121"/>
                          </a:solidFill>
                          <a:latin typeface="Calibri"/>
                          <a:cs typeface="Calibri"/>
                        </a:rPr>
                        <a:t> </a:t>
                      </a:r>
                      <a:r>
                        <a:rPr sz="1200" b="1" i="1" spc="-10">
                          <a:solidFill>
                            <a:srgbClr val="212121"/>
                          </a:solidFill>
                          <a:latin typeface="Calibri"/>
                          <a:cs typeface="Calibri"/>
                        </a:rPr>
                        <a:t>(YOLO- </a:t>
                      </a:r>
                      <a:r>
                        <a:rPr sz="1200" b="1" i="1" spc="-25">
                          <a:solidFill>
                            <a:srgbClr val="212121"/>
                          </a:solidFill>
                          <a:latin typeface="Calibri"/>
                          <a:cs typeface="Calibri"/>
                        </a:rPr>
                        <a:t>T)</a:t>
                      </a:r>
                      <a:endParaRPr sz="1200">
                        <a:latin typeface="Calibri"/>
                        <a:cs typeface="Calibri"/>
                      </a:endParaRPr>
                    </a:p>
                  </a:txBody>
                  <a:tcPr marL="0" marR="0" marT="190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675">
                        <a:lnSpc>
                          <a:spcPts val="1295"/>
                        </a:lnSpc>
                      </a:pPr>
                      <a:r>
                        <a:rPr sz="1100" i="1" spc="-20">
                          <a:latin typeface="Calibri"/>
                          <a:cs typeface="Calibri"/>
                        </a:rPr>
                        <a:t>2023</a:t>
                      </a:r>
                      <a:endParaRPr sz="1100">
                        <a:latin typeface="Calibri"/>
                        <a:cs typeface="Calibri"/>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9850" marR="130175">
                        <a:lnSpc>
                          <a:spcPts val="1330"/>
                        </a:lnSpc>
                        <a:spcBef>
                          <a:spcPts val="10"/>
                        </a:spcBef>
                      </a:pPr>
                      <a:r>
                        <a:rPr sz="1100" i="1">
                          <a:latin typeface="Calibri"/>
                          <a:cs typeface="Calibri"/>
                        </a:rPr>
                        <a:t>Md.</a:t>
                      </a:r>
                      <a:r>
                        <a:rPr sz="1100" i="1" spc="-10">
                          <a:latin typeface="Calibri"/>
                          <a:cs typeface="Calibri"/>
                        </a:rPr>
                        <a:t> </a:t>
                      </a:r>
                      <a:r>
                        <a:rPr sz="1100" i="1">
                          <a:latin typeface="Calibri"/>
                          <a:cs typeface="Calibri"/>
                        </a:rPr>
                        <a:t>Janibul </a:t>
                      </a:r>
                      <a:r>
                        <a:rPr sz="1100" i="1" spc="-20">
                          <a:latin typeface="Calibri"/>
                          <a:cs typeface="Calibri"/>
                        </a:rPr>
                        <a:t>Alam </a:t>
                      </a:r>
                      <a:r>
                        <a:rPr sz="1100" i="1">
                          <a:latin typeface="Calibri"/>
                          <a:cs typeface="Calibri"/>
                        </a:rPr>
                        <a:t>Soeb,</a:t>
                      </a:r>
                      <a:r>
                        <a:rPr sz="1100" i="1" spc="-10">
                          <a:latin typeface="Calibri"/>
                          <a:cs typeface="Calibri"/>
                        </a:rPr>
                        <a:t> </a:t>
                      </a:r>
                      <a:r>
                        <a:rPr sz="1100" i="1">
                          <a:latin typeface="Calibri"/>
                          <a:cs typeface="Calibri"/>
                        </a:rPr>
                        <a:t>Md.</a:t>
                      </a:r>
                      <a:r>
                        <a:rPr sz="1100" i="1" spc="-15">
                          <a:latin typeface="Calibri"/>
                          <a:cs typeface="Calibri"/>
                        </a:rPr>
                        <a:t> </a:t>
                      </a:r>
                      <a:r>
                        <a:rPr sz="1100" i="1" spc="-20">
                          <a:latin typeface="Calibri"/>
                          <a:cs typeface="Calibri"/>
                        </a:rPr>
                        <a:t>Fahad</a:t>
                      </a:r>
                      <a:endParaRPr sz="1100">
                        <a:latin typeface="Calibri"/>
                        <a:cs typeface="Calibri"/>
                      </a:endParaRPr>
                    </a:p>
                    <a:p>
                      <a:pPr marL="69850">
                        <a:lnSpc>
                          <a:spcPts val="1300"/>
                        </a:lnSpc>
                      </a:pPr>
                      <a:r>
                        <a:rPr sz="1100" i="1">
                          <a:latin typeface="Calibri"/>
                          <a:cs typeface="Calibri"/>
                        </a:rPr>
                        <a:t>Jubayer,</a:t>
                      </a:r>
                      <a:r>
                        <a:rPr sz="1100" i="1" spc="15">
                          <a:latin typeface="Calibri"/>
                          <a:cs typeface="Calibri"/>
                        </a:rPr>
                        <a:t> </a:t>
                      </a:r>
                      <a:r>
                        <a:rPr sz="1100" i="1" spc="-10">
                          <a:latin typeface="Calibri"/>
                          <a:cs typeface="Calibri"/>
                        </a:rPr>
                        <a:t>Tahmina</a:t>
                      </a:r>
                      <a:endParaRPr sz="1100">
                        <a:latin typeface="Calibri"/>
                        <a:cs typeface="Calibri"/>
                      </a:endParaRPr>
                    </a:p>
                    <a:p>
                      <a:pPr marL="69850">
                        <a:lnSpc>
                          <a:spcPct val="100000"/>
                        </a:lnSpc>
                        <a:spcBef>
                          <a:spcPts val="30"/>
                        </a:spcBef>
                      </a:pPr>
                      <a:r>
                        <a:rPr sz="1100" i="1">
                          <a:latin typeface="Calibri"/>
                          <a:cs typeface="Calibri"/>
                        </a:rPr>
                        <a:t>Akanjee</a:t>
                      </a:r>
                      <a:r>
                        <a:rPr sz="1100" i="1" spc="-10">
                          <a:latin typeface="Calibri"/>
                          <a:cs typeface="Calibri"/>
                        </a:rPr>
                        <a:t> Tarin</a:t>
                      </a:r>
                      <a:endParaRPr sz="1100">
                        <a:latin typeface="Calibri"/>
                        <a:cs typeface="Calibri"/>
                      </a:endParaRPr>
                    </a:p>
                  </a:txBody>
                  <a:tcPr marL="0" marR="0" marT="127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675" marR="334010">
                        <a:lnSpc>
                          <a:spcPts val="1450"/>
                        </a:lnSpc>
                        <a:spcBef>
                          <a:spcPts val="15"/>
                        </a:spcBef>
                      </a:pPr>
                      <a:r>
                        <a:rPr sz="1200" i="1">
                          <a:solidFill>
                            <a:srgbClr val="212121"/>
                          </a:solidFill>
                          <a:latin typeface="Calibri"/>
                          <a:cs typeface="Calibri"/>
                        </a:rPr>
                        <a:t>This</a:t>
                      </a:r>
                      <a:r>
                        <a:rPr sz="1200" i="1" spc="-15">
                          <a:solidFill>
                            <a:srgbClr val="212121"/>
                          </a:solidFill>
                          <a:latin typeface="Calibri"/>
                          <a:cs typeface="Calibri"/>
                        </a:rPr>
                        <a:t> </a:t>
                      </a:r>
                      <a:r>
                        <a:rPr sz="1200" i="1" spc="-10">
                          <a:solidFill>
                            <a:srgbClr val="212121"/>
                          </a:solidFill>
                          <a:latin typeface="Calibri"/>
                          <a:cs typeface="Calibri"/>
                        </a:rPr>
                        <a:t>study incorporates</a:t>
                      </a:r>
                      <a:endParaRPr sz="1200">
                        <a:latin typeface="Calibri"/>
                        <a:cs typeface="Calibri"/>
                      </a:endParaRPr>
                    </a:p>
                    <a:p>
                      <a:pPr marL="66675" marR="233045">
                        <a:lnSpc>
                          <a:spcPts val="1450"/>
                        </a:lnSpc>
                        <a:spcBef>
                          <a:spcPts val="25"/>
                        </a:spcBef>
                      </a:pPr>
                      <a:r>
                        <a:rPr sz="1200" i="1" spc="-20">
                          <a:solidFill>
                            <a:srgbClr val="212121"/>
                          </a:solidFill>
                          <a:latin typeface="Calibri"/>
                          <a:cs typeface="Calibri"/>
                        </a:rPr>
                        <a:t>data </a:t>
                      </a:r>
                      <a:r>
                        <a:rPr sz="1200" i="1" spc="-10">
                          <a:solidFill>
                            <a:srgbClr val="212121"/>
                          </a:solidFill>
                          <a:latin typeface="Calibri"/>
                          <a:cs typeface="Calibri"/>
                        </a:rPr>
                        <a:t>augmentation</a:t>
                      </a:r>
                      <a:endParaRPr sz="1200">
                        <a:latin typeface="Calibri"/>
                        <a:cs typeface="Calibri"/>
                      </a:endParaRPr>
                    </a:p>
                    <a:p>
                      <a:pPr marL="66675">
                        <a:lnSpc>
                          <a:spcPts val="1425"/>
                        </a:lnSpc>
                      </a:pPr>
                      <a:r>
                        <a:rPr sz="1200" i="1">
                          <a:solidFill>
                            <a:srgbClr val="212121"/>
                          </a:solidFill>
                          <a:latin typeface="Calibri"/>
                          <a:cs typeface="Calibri"/>
                        </a:rPr>
                        <a:t>approaches</a:t>
                      </a:r>
                      <a:r>
                        <a:rPr sz="1200" i="1" spc="-15">
                          <a:solidFill>
                            <a:srgbClr val="212121"/>
                          </a:solidFill>
                          <a:latin typeface="Calibri"/>
                          <a:cs typeface="Calibri"/>
                        </a:rPr>
                        <a:t> </a:t>
                      </a:r>
                      <a:r>
                        <a:rPr sz="1200" i="1" spc="-25">
                          <a:solidFill>
                            <a:srgbClr val="212121"/>
                          </a:solidFill>
                          <a:latin typeface="Calibri"/>
                          <a:cs typeface="Calibri"/>
                        </a:rPr>
                        <a:t>to</a:t>
                      </a:r>
                      <a:endParaRPr sz="1200">
                        <a:latin typeface="Calibri"/>
                        <a:cs typeface="Calibri"/>
                      </a:endParaRPr>
                    </a:p>
                    <a:p>
                      <a:pPr marL="66675" marR="64769">
                        <a:lnSpc>
                          <a:spcPct val="101600"/>
                        </a:lnSpc>
                        <a:spcBef>
                          <a:spcPts val="10"/>
                        </a:spcBef>
                      </a:pPr>
                      <a:r>
                        <a:rPr sz="1200" i="1">
                          <a:solidFill>
                            <a:srgbClr val="212121"/>
                          </a:solidFill>
                          <a:latin typeface="Calibri"/>
                          <a:cs typeface="Calibri"/>
                        </a:rPr>
                        <a:t>solve</a:t>
                      </a:r>
                      <a:r>
                        <a:rPr sz="1200" i="1" spc="-20">
                          <a:solidFill>
                            <a:srgbClr val="212121"/>
                          </a:solidFill>
                          <a:latin typeface="Calibri"/>
                          <a:cs typeface="Calibri"/>
                        </a:rPr>
                        <a:t> </a:t>
                      </a:r>
                      <a:r>
                        <a:rPr sz="1200" i="1">
                          <a:solidFill>
                            <a:srgbClr val="212121"/>
                          </a:solidFill>
                          <a:latin typeface="Calibri"/>
                          <a:cs typeface="Calibri"/>
                        </a:rPr>
                        <a:t>the</a:t>
                      </a:r>
                      <a:r>
                        <a:rPr sz="1200" i="1" spc="-15">
                          <a:solidFill>
                            <a:srgbClr val="212121"/>
                          </a:solidFill>
                          <a:latin typeface="Calibri"/>
                          <a:cs typeface="Calibri"/>
                        </a:rPr>
                        <a:t> </a:t>
                      </a:r>
                      <a:r>
                        <a:rPr sz="1200" i="1">
                          <a:solidFill>
                            <a:srgbClr val="212121"/>
                          </a:solidFill>
                          <a:latin typeface="Calibri"/>
                          <a:cs typeface="Calibri"/>
                        </a:rPr>
                        <a:t>issue</a:t>
                      </a:r>
                      <a:r>
                        <a:rPr sz="1200" i="1" spc="-40">
                          <a:solidFill>
                            <a:srgbClr val="212121"/>
                          </a:solidFill>
                          <a:latin typeface="Calibri"/>
                          <a:cs typeface="Calibri"/>
                        </a:rPr>
                        <a:t> </a:t>
                      </a:r>
                      <a:r>
                        <a:rPr sz="1200" i="1" spc="-25">
                          <a:solidFill>
                            <a:srgbClr val="212121"/>
                          </a:solidFill>
                          <a:latin typeface="Calibri"/>
                          <a:cs typeface="Calibri"/>
                        </a:rPr>
                        <a:t>of </a:t>
                      </a:r>
                      <a:r>
                        <a:rPr sz="1200" i="1" spc="-10">
                          <a:solidFill>
                            <a:srgbClr val="212121"/>
                          </a:solidFill>
                          <a:latin typeface="Calibri"/>
                          <a:cs typeface="Calibri"/>
                        </a:rPr>
                        <a:t>insufficient </a:t>
                      </a:r>
                      <a:r>
                        <a:rPr sz="1200" i="1">
                          <a:solidFill>
                            <a:srgbClr val="212121"/>
                          </a:solidFill>
                          <a:latin typeface="Calibri"/>
                          <a:cs typeface="Calibri"/>
                        </a:rPr>
                        <a:t>sample</a:t>
                      </a:r>
                      <a:r>
                        <a:rPr sz="1200" i="1" spc="-20">
                          <a:solidFill>
                            <a:srgbClr val="212121"/>
                          </a:solidFill>
                          <a:latin typeface="Calibri"/>
                          <a:cs typeface="Calibri"/>
                        </a:rPr>
                        <a:t> </a:t>
                      </a:r>
                      <a:r>
                        <a:rPr sz="1200" i="1" spc="-10">
                          <a:solidFill>
                            <a:srgbClr val="212121"/>
                          </a:solidFill>
                          <a:latin typeface="Calibri"/>
                          <a:cs typeface="Calibri"/>
                        </a:rPr>
                        <a:t>sizes.</a:t>
                      </a:r>
                      <a:endParaRPr sz="1200">
                        <a:latin typeface="Calibri"/>
                        <a:cs typeface="Calibri"/>
                      </a:endParaRPr>
                    </a:p>
                    <a:p>
                      <a:pPr marL="66675" marR="270510">
                        <a:lnSpc>
                          <a:spcPts val="1480"/>
                        </a:lnSpc>
                        <a:spcBef>
                          <a:spcPts val="30"/>
                        </a:spcBef>
                      </a:pPr>
                      <a:r>
                        <a:rPr sz="1200" i="1">
                          <a:solidFill>
                            <a:srgbClr val="212121"/>
                          </a:solidFill>
                          <a:latin typeface="Calibri"/>
                          <a:cs typeface="Calibri"/>
                        </a:rPr>
                        <a:t>The</a:t>
                      </a:r>
                      <a:r>
                        <a:rPr sz="1200" i="1" spc="-20">
                          <a:solidFill>
                            <a:srgbClr val="212121"/>
                          </a:solidFill>
                          <a:latin typeface="Calibri"/>
                          <a:cs typeface="Calibri"/>
                        </a:rPr>
                        <a:t> </a:t>
                      </a:r>
                      <a:r>
                        <a:rPr sz="1200" i="1" spc="-10">
                          <a:solidFill>
                            <a:srgbClr val="212121"/>
                          </a:solidFill>
                          <a:latin typeface="Calibri"/>
                          <a:cs typeface="Calibri"/>
                        </a:rPr>
                        <a:t>detection </a:t>
                      </a:r>
                      <a:r>
                        <a:rPr sz="1200" i="1" spc="-25">
                          <a:solidFill>
                            <a:srgbClr val="212121"/>
                          </a:solidFill>
                          <a:latin typeface="Calibri"/>
                          <a:cs typeface="Calibri"/>
                        </a:rPr>
                        <a:t>and</a:t>
                      </a:r>
                      <a:endParaRPr sz="1200">
                        <a:latin typeface="Calibri"/>
                        <a:cs typeface="Calibri"/>
                      </a:endParaRPr>
                    </a:p>
                    <a:p>
                      <a:pPr marL="66675" marR="254635">
                        <a:lnSpc>
                          <a:spcPts val="1450"/>
                        </a:lnSpc>
                        <a:spcBef>
                          <a:spcPts val="10"/>
                        </a:spcBef>
                      </a:pPr>
                      <a:r>
                        <a:rPr sz="1200" i="1" spc="-10">
                          <a:solidFill>
                            <a:srgbClr val="212121"/>
                          </a:solidFill>
                          <a:latin typeface="Calibri"/>
                          <a:cs typeface="Calibri"/>
                        </a:rPr>
                        <a:t>identification </a:t>
                      </a:r>
                      <a:r>
                        <a:rPr sz="1200" i="1">
                          <a:solidFill>
                            <a:srgbClr val="212121"/>
                          </a:solidFill>
                          <a:latin typeface="Calibri"/>
                          <a:cs typeface="Calibri"/>
                        </a:rPr>
                        <a:t>results</a:t>
                      </a:r>
                      <a:r>
                        <a:rPr sz="1200" i="1" spc="-5">
                          <a:solidFill>
                            <a:srgbClr val="212121"/>
                          </a:solidFill>
                          <a:latin typeface="Calibri"/>
                          <a:cs typeface="Calibri"/>
                        </a:rPr>
                        <a:t> </a:t>
                      </a:r>
                      <a:r>
                        <a:rPr sz="1200" i="1">
                          <a:solidFill>
                            <a:srgbClr val="212121"/>
                          </a:solidFill>
                          <a:latin typeface="Calibri"/>
                          <a:cs typeface="Calibri"/>
                        </a:rPr>
                        <a:t>for</a:t>
                      </a:r>
                      <a:r>
                        <a:rPr sz="1200" i="1" spc="-15">
                          <a:solidFill>
                            <a:srgbClr val="212121"/>
                          </a:solidFill>
                          <a:latin typeface="Calibri"/>
                          <a:cs typeface="Calibri"/>
                        </a:rPr>
                        <a:t> </a:t>
                      </a:r>
                      <a:r>
                        <a:rPr sz="1200" i="1" spc="-25">
                          <a:solidFill>
                            <a:srgbClr val="212121"/>
                          </a:solidFill>
                          <a:latin typeface="Calibri"/>
                          <a:cs typeface="Calibri"/>
                        </a:rPr>
                        <a:t>the</a:t>
                      </a:r>
                      <a:endParaRPr sz="1200">
                        <a:latin typeface="Calibri"/>
                        <a:cs typeface="Calibri"/>
                      </a:endParaRPr>
                    </a:p>
                    <a:p>
                      <a:pPr marL="66675">
                        <a:lnSpc>
                          <a:spcPts val="1425"/>
                        </a:lnSpc>
                      </a:pPr>
                      <a:r>
                        <a:rPr sz="1200" i="1" spc="-10">
                          <a:solidFill>
                            <a:srgbClr val="212121"/>
                          </a:solidFill>
                          <a:latin typeface="Calibri"/>
                          <a:cs typeface="Calibri"/>
                        </a:rPr>
                        <a:t>YOLOv7</a:t>
                      </a:r>
                      <a:endParaRPr sz="1200">
                        <a:latin typeface="Calibri"/>
                        <a:cs typeface="Calibri"/>
                      </a:endParaRPr>
                    </a:p>
                    <a:p>
                      <a:pPr marL="66675" marR="288925">
                        <a:lnSpc>
                          <a:spcPts val="1480"/>
                        </a:lnSpc>
                        <a:spcBef>
                          <a:spcPts val="30"/>
                        </a:spcBef>
                      </a:pPr>
                      <a:r>
                        <a:rPr sz="1200" i="1">
                          <a:solidFill>
                            <a:srgbClr val="212121"/>
                          </a:solidFill>
                          <a:latin typeface="Calibri"/>
                          <a:cs typeface="Calibri"/>
                        </a:rPr>
                        <a:t>approach</a:t>
                      </a:r>
                      <a:r>
                        <a:rPr sz="1200" i="1" spc="-20">
                          <a:solidFill>
                            <a:srgbClr val="212121"/>
                          </a:solidFill>
                          <a:latin typeface="Calibri"/>
                          <a:cs typeface="Calibri"/>
                        </a:rPr>
                        <a:t> </a:t>
                      </a:r>
                      <a:r>
                        <a:rPr sz="1200" i="1" spc="-25">
                          <a:solidFill>
                            <a:srgbClr val="212121"/>
                          </a:solidFill>
                          <a:latin typeface="Calibri"/>
                          <a:cs typeface="Calibri"/>
                        </a:rPr>
                        <a:t>are </a:t>
                      </a:r>
                      <a:r>
                        <a:rPr sz="1200" i="1">
                          <a:solidFill>
                            <a:srgbClr val="212121"/>
                          </a:solidFill>
                          <a:latin typeface="Calibri"/>
                          <a:cs typeface="Calibri"/>
                        </a:rPr>
                        <a:t>validated</a:t>
                      </a:r>
                      <a:r>
                        <a:rPr sz="1200" i="1" spc="-30">
                          <a:solidFill>
                            <a:srgbClr val="212121"/>
                          </a:solidFill>
                          <a:latin typeface="Calibri"/>
                          <a:cs typeface="Calibri"/>
                        </a:rPr>
                        <a:t> </a:t>
                      </a:r>
                      <a:r>
                        <a:rPr sz="1200" i="1" spc="-25">
                          <a:solidFill>
                            <a:srgbClr val="212121"/>
                          </a:solidFill>
                          <a:latin typeface="Calibri"/>
                          <a:cs typeface="Calibri"/>
                        </a:rPr>
                        <a:t>by</a:t>
                      </a:r>
                      <a:endParaRPr sz="1200">
                        <a:latin typeface="Calibri"/>
                        <a:cs typeface="Calibri"/>
                      </a:endParaRPr>
                    </a:p>
                    <a:p>
                      <a:pPr marL="66675" marR="466090">
                        <a:lnSpc>
                          <a:spcPts val="1450"/>
                        </a:lnSpc>
                      </a:pPr>
                      <a:r>
                        <a:rPr sz="1200" i="1" spc="-10">
                          <a:solidFill>
                            <a:srgbClr val="212121"/>
                          </a:solidFill>
                          <a:latin typeface="Calibri"/>
                          <a:cs typeface="Calibri"/>
                        </a:rPr>
                        <a:t>prominent statistical</a:t>
                      </a:r>
                      <a:endParaRPr sz="1200">
                        <a:latin typeface="Calibri"/>
                        <a:cs typeface="Calibri"/>
                      </a:endParaRPr>
                    </a:p>
                  </a:txBody>
                  <a:tcPr marL="0" marR="0" marT="190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1"/>
                  </a:ext>
                </a:extLst>
              </a:tr>
            </a:tbl>
          </a:graphicData>
        </a:graphic>
      </p:graphicFrame>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2" name="object 2"/>
          <p:cNvGraphicFramePr>
            <a:graphicFrameLocks noGrp="1"/>
          </p:cNvGraphicFramePr>
          <p:nvPr/>
        </p:nvGraphicFramePr>
        <p:xfrm>
          <a:off x="914717" y="914780"/>
          <a:ext cx="5946140" cy="8234807"/>
        </p:xfrm>
        <a:graphic>
          <a:graphicData uri="http://schemas.openxmlformats.org/drawingml/2006/table">
            <a:tbl>
              <a:tblPr firstRow="1" bandRow="1">
                <a:tableStyleId>{2D5ABB26-0587-4C30-8999-92F81FD0307C}</a:tableStyleId>
              </a:tblPr>
              <a:tblGrid>
                <a:gridCol w="1188085">
                  <a:extLst>
                    <a:ext uri="{9D8B030D-6E8A-4147-A177-3AD203B41FA5}">
                      <a16:colId xmlns:a16="http://schemas.microsoft.com/office/drawing/2014/main" val="20000"/>
                    </a:ext>
                  </a:extLst>
                </a:gridCol>
                <a:gridCol w="1190625">
                  <a:extLst>
                    <a:ext uri="{9D8B030D-6E8A-4147-A177-3AD203B41FA5}">
                      <a16:colId xmlns:a16="http://schemas.microsoft.com/office/drawing/2014/main" val="20001"/>
                    </a:ext>
                  </a:extLst>
                </a:gridCol>
                <a:gridCol w="1188085">
                  <a:extLst>
                    <a:ext uri="{9D8B030D-6E8A-4147-A177-3AD203B41FA5}">
                      <a16:colId xmlns:a16="http://schemas.microsoft.com/office/drawing/2014/main" val="20002"/>
                    </a:ext>
                  </a:extLst>
                </a:gridCol>
                <a:gridCol w="1191260">
                  <a:extLst>
                    <a:ext uri="{9D8B030D-6E8A-4147-A177-3AD203B41FA5}">
                      <a16:colId xmlns:a16="http://schemas.microsoft.com/office/drawing/2014/main" val="20003"/>
                    </a:ext>
                  </a:extLst>
                </a:gridCol>
                <a:gridCol w="1188085">
                  <a:extLst>
                    <a:ext uri="{9D8B030D-6E8A-4147-A177-3AD203B41FA5}">
                      <a16:colId xmlns:a16="http://schemas.microsoft.com/office/drawing/2014/main" val="20004"/>
                    </a:ext>
                  </a:extLst>
                </a:gridCol>
              </a:tblGrid>
              <a:tr h="5817870">
                <a:tc>
                  <a:txBody>
                    <a:bodyPr/>
                    <a:lstStyle/>
                    <a:p>
                      <a:pPr>
                        <a:lnSpc>
                          <a:spcPct val="100000"/>
                        </a:lnSpc>
                      </a:pP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675" marR="412115">
                        <a:lnSpc>
                          <a:spcPts val="1450"/>
                        </a:lnSpc>
                        <a:spcBef>
                          <a:spcPts val="15"/>
                        </a:spcBef>
                      </a:pPr>
                      <a:r>
                        <a:rPr sz="1200" i="1">
                          <a:solidFill>
                            <a:srgbClr val="212121"/>
                          </a:solidFill>
                          <a:latin typeface="Calibri"/>
                          <a:cs typeface="Calibri"/>
                        </a:rPr>
                        <a:t>metrics</a:t>
                      </a:r>
                      <a:r>
                        <a:rPr sz="1200" i="1" spc="-45">
                          <a:solidFill>
                            <a:srgbClr val="212121"/>
                          </a:solidFill>
                          <a:latin typeface="Calibri"/>
                          <a:cs typeface="Calibri"/>
                        </a:rPr>
                        <a:t> </a:t>
                      </a:r>
                      <a:r>
                        <a:rPr sz="1200" i="1" spc="-20">
                          <a:solidFill>
                            <a:srgbClr val="212121"/>
                          </a:solidFill>
                          <a:latin typeface="Calibri"/>
                          <a:cs typeface="Calibri"/>
                        </a:rPr>
                        <a:t>like </a:t>
                      </a:r>
                      <a:r>
                        <a:rPr sz="1200" i="1" spc="-10">
                          <a:solidFill>
                            <a:srgbClr val="212121"/>
                          </a:solidFill>
                          <a:latin typeface="Calibri"/>
                          <a:cs typeface="Calibri"/>
                        </a:rPr>
                        <a:t>detection</a:t>
                      </a:r>
                      <a:endParaRPr sz="1200">
                        <a:latin typeface="Calibri"/>
                        <a:cs typeface="Calibri"/>
                      </a:endParaRPr>
                    </a:p>
                    <a:p>
                      <a:pPr marL="66675" marR="111125">
                        <a:lnSpc>
                          <a:spcPts val="1450"/>
                        </a:lnSpc>
                        <a:spcBef>
                          <a:spcPts val="25"/>
                        </a:spcBef>
                      </a:pPr>
                      <a:r>
                        <a:rPr sz="1200" i="1" spc="-10">
                          <a:solidFill>
                            <a:srgbClr val="212121"/>
                          </a:solidFill>
                          <a:latin typeface="Calibri"/>
                          <a:cs typeface="Calibri"/>
                        </a:rPr>
                        <a:t>accuracy, </a:t>
                      </a:r>
                      <a:r>
                        <a:rPr sz="1200" i="1">
                          <a:solidFill>
                            <a:srgbClr val="212121"/>
                          </a:solidFill>
                          <a:latin typeface="Calibri"/>
                          <a:cs typeface="Calibri"/>
                        </a:rPr>
                        <a:t>precision,</a:t>
                      </a:r>
                      <a:r>
                        <a:rPr sz="1200" i="1" spc="-25">
                          <a:solidFill>
                            <a:srgbClr val="212121"/>
                          </a:solidFill>
                          <a:latin typeface="Calibri"/>
                          <a:cs typeface="Calibri"/>
                        </a:rPr>
                        <a:t> </a:t>
                      </a:r>
                      <a:r>
                        <a:rPr sz="1200" i="1" spc="-10">
                          <a:solidFill>
                            <a:srgbClr val="212121"/>
                          </a:solidFill>
                          <a:latin typeface="Calibri"/>
                          <a:cs typeface="Calibri"/>
                        </a:rPr>
                        <a:t>recall,</a:t>
                      </a:r>
                      <a:endParaRPr sz="1200">
                        <a:latin typeface="Calibri"/>
                        <a:cs typeface="Calibri"/>
                      </a:endParaRPr>
                    </a:p>
                    <a:p>
                      <a:pPr marL="66675">
                        <a:lnSpc>
                          <a:spcPts val="1425"/>
                        </a:lnSpc>
                      </a:pPr>
                      <a:r>
                        <a:rPr sz="1200" i="1">
                          <a:solidFill>
                            <a:srgbClr val="212121"/>
                          </a:solidFill>
                          <a:latin typeface="Calibri"/>
                          <a:cs typeface="Calibri"/>
                        </a:rPr>
                        <a:t>mAP</a:t>
                      </a:r>
                      <a:r>
                        <a:rPr sz="1200" i="1" spc="-20">
                          <a:solidFill>
                            <a:srgbClr val="212121"/>
                          </a:solidFill>
                          <a:latin typeface="Calibri"/>
                          <a:cs typeface="Calibri"/>
                        </a:rPr>
                        <a:t> </a:t>
                      </a:r>
                      <a:r>
                        <a:rPr sz="1200" i="1">
                          <a:solidFill>
                            <a:srgbClr val="212121"/>
                          </a:solidFill>
                          <a:latin typeface="Calibri"/>
                          <a:cs typeface="Calibri"/>
                        </a:rPr>
                        <a:t>value,</a:t>
                      </a:r>
                      <a:r>
                        <a:rPr sz="1200" i="1" spc="-20">
                          <a:solidFill>
                            <a:srgbClr val="212121"/>
                          </a:solidFill>
                          <a:latin typeface="Calibri"/>
                          <a:cs typeface="Calibri"/>
                        </a:rPr>
                        <a:t> </a:t>
                      </a:r>
                      <a:r>
                        <a:rPr sz="1200" i="1" spc="-25">
                          <a:solidFill>
                            <a:srgbClr val="212121"/>
                          </a:solidFill>
                          <a:latin typeface="Calibri"/>
                          <a:cs typeface="Calibri"/>
                        </a:rPr>
                        <a:t>and</a:t>
                      </a:r>
                      <a:endParaRPr sz="1200">
                        <a:latin typeface="Calibri"/>
                        <a:cs typeface="Calibri"/>
                      </a:endParaRPr>
                    </a:p>
                    <a:p>
                      <a:pPr marL="66675" marR="156210">
                        <a:lnSpc>
                          <a:spcPct val="101600"/>
                        </a:lnSpc>
                        <a:spcBef>
                          <a:spcPts val="10"/>
                        </a:spcBef>
                      </a:pPr>
                      <a:r>
                        <a:rPr sz="1200" i="1" spc="-10">
                          <a:solidFill>
                            <a:srgbClr val="212121"/>
                          </a:solidFill>
                          <a:latin typeface="Calibri"/>
                          <a:cs typeface="Calibri"/>
                        </a:rPr>
                        <a:t>F1-</a:t>
                      </a:r>
                      <a:r>
                        <a:rPr sz="1200" i="1">
                          <a:solidFill>
                            <a:srgbClr val="212121"/>
                          </a:solidFill>
                          <a:latin typeface="Calibri"/>
                          <a:cs typeface="Calibri"/>
                        </a:rPr>
                        <a:t>score,</a:t>
                      </a:r>
                      <a:r>
                        <a:rPr sz="1200" i="1" spc="-15">
                          <a:solidFill>
                            <a:srgbClr val="212121"/>
                          </a:solidFill>
                          <a:latin typeface="Calibri"/>
                          <a:cs typeface="Calibri"/>
                        </a:rPr>
                        <a:t> </a:t>
                      </a:r>
                      <a:r>
                        <a:rPr sz="1200" i="1" spc="-10">
                          <a:solidFill>
                            <a:srgbClr val="212121"/>
                          </a:solidFill>
                          <a:latin typeface="Calibri"/>
                          <a:cs typeface="Calibri"/>
                        </a:rPr>
                        <a:t>which </a:t>
                      </a:r>
                      <a:r>
                        <a:rPr sz="1200" i="1">
                          <a:solidFill>
                            <a:srgbClr val="212121"/>
                          </a:solidFill>
                          <a:latin typeface="Calibri"/>
                          <a:cs typeface="Calibri"/>
                        </a:rPr>
                        <a:t>resulted</a:t>
                      </a:r>
                      <a:r>
                        <a:rPr sz="1200" i="1" spc="-25">
                          <a:solidFill>
                            <a:srgbClr val="212121"/>
                          </a:solidFill>
                          <a:latin typeface="Calibri"/>
                          <a:cs typeface="Calibri"/>
                        </a:rPr>
                        <a:t> in </a:t>
                      </a:r>
                      <a:r>
                        <a:rPr sz="1200" i="1">
                          <a:solidFill>
                            <a:srgbClr val="212121"/>
                          </a:solidFill>
                          <a:latin typeface="Calibri"/>
                          <a:cs typeface="Calibri"/>
                        </a:rPr>
                        <a:t>97.3%,</a:t>
                      </a:r>
                      <a:r>
                        <a:rPr sz="1200" i="1" spc="-55">
                          <a:solidFill>
                            <a:srgbClr val="212121"/>
                          </a:solidFill>
                          <a:latin typeface="Calibri"/>
                          <a:cs typeface="Calibri"/>
                        </a:rPr>
                        <a:t> </a:t>
                      </a:r>
                      <a:r>
                        <a:rPr sz="1200" i="1" spc="-10">
                          <a:solidFill>
                            <a:srgbClr val="212121"/>
                          </a:solidFill>
                          <a:latin typeface="Calibri"/>
                          <a:cs typeface="Calibri"/>
                        </a:rPr>
                        <a:t>96.7%,</a:t>
                      </a:r>
                      <a:endParaRPr sz="1200">
                        <a:latin typeface="Calibri"/>
                        <a:cs typeface="Calibri"/>
                      </a:endParaRPr>
                    </a:p>
                    <a:p>
                      <a:pPr marL="66675">
                        <a:lnSpc>
                          <a:spcPct val="100000"/>
                        </a:lnSpc>
                        <a:spcBef>
                          <a:spcPts val="15"/>
                        </a:spcBef>
                      </a:pPr>
                      <a:r>
                        <a:rPr sz="1200" i="1">
                          <a:solidFill>
                            <a:srgbClr val="212121"/>
                          </a:solidFill>
                          <a:latin typeface="Calibri"/>
                          <a:cs typeface="Calibri"/>
                        </a:rPr>
                        <a:t>96.4%,</a:t>
                      </a:r>
                      <a:r>
                        <a:rPr sz="1200" i="1" spc="-55">
                          <a:solidFill>
                            <a:srgbClr val="212121"/>
                          </a:solidFill>
                          <a:latin typeface="Calibri"/>
                          <a:cs typeface="Calibri"/>
                        </a:rPr>
                        <a:t> </a:t>
                      </a:r>
                      <a:r>
                        <a:rPr sz="1200" i="1" spc="-10">
                          <a:solidFill>
                            <a:srgbClr val="212121"/>
                          </a:solidFill>
                          <a:latin typeface="Calibri"/>
                          <a:cs typeface="Calibri"/>
                        </a:rPr>
                        <a:t>98.2%,</a:t>
                      </a:r>
                      <a:endParaRPr sz="1200">
                        <a:latin typeface="Calibri"/>
                        <a:cs typeface="Calibri"/>
                      </a:endParaRPr>
                    </a:p>
                    <a:p>
                      <a:pPr marL="66675" marR="82550">
                        <a:lnSpc>
                          <a:spcPct val="101800"/>
                        </a:lnSpc>
                        <a:spcBef>
                          <a:spcPts val="10"/>
                        </a:spcBef>
                      </a:pPr>
                      <a:r>
                        <a:rPr sz="1200" i="1">
                          <a:solidFill>
                            <a:srgbClr val="212121"/>
                          </a:solidFill>
                          <a:latin typeface="Calibri"/>
                          <a:cs typeface="Calibri"/>
                        </a:rPr>
                        <a:t>and</a:t>
                      </a:r>
                      <a:r>
                        <a:rPr sz="1200" i="1" spc="15">
                          <a:solidFill>
                            <a:srgbClr val="212121"/>
                          </a:solidFill>
                          <a:latin typeface="Calibri"/>
                          <a:cs typeface="Calibri"/>
                        </a:rPr>
                        <a:t> </a:t>
                      </a:r>
                      <a:r>
                        <a:rPr sz="1200" i="1" spc="-10">
                          <a:solidFill>
                            <a:srgbClr val="212121"/>
                          </a:solidFill>
                          <a:latin typeface="Calibri"/>
                          <a:cs typeface="Calibri"/>
                        </a:rPr>
                        <a:t>0.965, respectively. Experimental results demonstrate </a:t>
                      </a:r>
                      <a:r>
                        <a:rPr sz="1200" i="1">
                          <a:solidFill>
                            <a:srgbClr val="212121"/>
                          </a:solidFill>
                          <a:latin typeface="Calibri"/>
                          <a:cs typeface="Calibri"/>
                        </a:rPr>
                        <a:t>that</a:t>
                      </a:r>
                      <a:r>
                        <a:rPr sz="1200" i="1" spc="-15">
                          <a:solidFill>
                            <a:srgbClr val="212121"/>
                          </a:solidFill>
                          <a:latin typeface="Calibri"/>
                          <a:cs typeface="Calibri"/>
                        </a:rPr>
                        <a:t> </a:t>
                      </a:r>
                      <a:r>
                        <a:rPr sz="1200" i="1" spc="-10">
                          <a:solidFill>
                            <a:srgbClr val="212121"/>
                          </a:solidFill>
                          <a:latin typeface="Calibri"/>
                          <a:cs typeface="Calibri"/>
                        </a:rPr>
                        <a:t>YOLOv7</a:t>
                      </a:r>
                      <a:r>
                        <a:rPr sz="1200" i="1" spc="-20">
                          <a:solidFill>
                            <a:srgbClr val="212121"/>
                          </a:solidFill>
                          <a:latin typeface="Calibri"/>
                          <a:cs typeface="Calibri"/>
                        </a:rPr>
                        <a:t> </a:t>
                      </a:r>
                      <a:r>
                        <a:rPr sz="1200" i="1" spc="-25">
                          <a:solidFill>
                            <a:srgbClr val="212121"/>
                          </a:solidFill>
                          <a:latin typeface="Calibri"/>
                          <a:cs typeface="Calibri"/>
                        </a:rPr>
                        <a:t>for </a:t>
                      </a:r>
                      <a:r>
                        <a:rPr sz="1200" i="1">
                          <a:solidFill>
                            <a:srgbClr val="212121"/>
                          </a:solidFill>
                          <a:latin typeface="Calibri"/>
                          <a:cs typeface="Calibri"/>
                        </a:rPr>
                        <a:t>tea</a:t>
                      </a:r>
                      <a:r>
                        <a:rPr sz="1200" i="1" spc="-5">
                          <a:solidFill>
                            <a:srgbClr val="212121"/>
                          </a:solidFill>
                          <a:latin typeface="Calibri"/>
                          <a:cs typeface="Calibri"/>
                        </a:rPr>
                        <a:t> </a:t>
                      </a:r>
                      <a:r>
                        <a:rPr sz="1200" i="1">
                          <a:solidFill>
                            <a:srgbClr val="212121"/>
                          </a:solidFill>
                          <a:latin typeface="Calibri"/>
                          <a:cs typeface="Calibri"/>
                        </a:rPr>
                        <a:t>leaf</a:t>
                      </a:r>
                      <a:r>
                        <a:rPr sz="1200" i="1" spc="-20">
                          <a:solidFill>
                            <a:srgbClr val="212121"/>
                          </a:solidFill>
                          <a:latin typeface="Calibri"/>
                          <a:cs typeface="Calibri"/>
                        </a:rPr>
                        <a:t> </a:t>
                      </a:r>
                      <a:r>
                        <a:rPr sz="1200" i="1" spc="-10">
                          <a:solidFill>
                            <a:srgbClr val="212121"/>
                          </a:solidFill>
                          <a:latin typeface="Calibri"/>
                          <a:cs typeface="Calibri"/>
                        </a:rPr>
                        <a:t>diseases </a:t>
                      </a:r>
                      <a:r>
                        <a:rPr sz="1200" i="1">
                          <a:solidFill>
                            <a:srgbClr val="212121"/>
                          </a:solidFill>
                          <a:latin typeface="Calibri"/>
                          <a:cs typeface="Calibri"/>
                        </a:rPr>
                        <a:t>in</a:t>
                      </a:r>
                      <a:r>
                        <a:rPr sz="1200" i="1" spc="-5">
                          <a:solidFill>
                            <a:srgbClr val="212121"/>
                          </a:solidFill>
                          <a:latin typeface="Calibri"/>
                          <a:cs typeface="Calibri"/>
                        </a:rPr>
                        <a:t> </a:t>
                      </a:r>
                      <a:r>
                        <a:rPr sz="1200" i="1">
                          <a:solidFill>
                            <a:srgbClr val="212121"/>
                          </a:solidFill>
                          <a:latin typeface="Calibri"/>
                          <a:cs typeface="Calibri"/>
                        </a:rPr>
                        <a:t>natural</a:t>
                      </a:r>
                      <a:r>
                        <a:rPr sz="1200" i="1" spc="-30">
                          <a:solidFill>
                            <a:srgbClr val="212121"/>
                          </a:solidFill>
                          <a:latin typeface="Calibri"/>
                          <a:cs typeface="Calibri"/>
                        </a:rPr>
                        <a:t> </a:t>
                      </a:r>
                      <a:r>
                        <a:rPr sz="1200" i="1" spc="-20">
                          <a:solidFill>
                            <a:srgbClr val="212121"/>
                          </a:solidFill>
                          <a:latin typeface="Calibri"/>
                          <a:cs typeface="Calibri"/>
                        </a:rPr>
                        <a:t>scene </a:t>
                      </a:r>
                      <a:r>
                        <a:rPr sz="1200" i="1">
                          <a:solidFill>
                            <a:srgbClr val="212121"/>
                          </a:solidFill>
                          <a:latin typeface="Calibri"/>
                          <a:cs typeface="Calibri"/>
                        </a:rPr>
                        <a:t>images</a:t>
                      </a:r>
                      <a:r>
                        <a:rPr sz="1200" i="1" spc="5">
                          <a:solidFill>
                            <a:srgbClr val="212121"/>
                          </a:solidFill>
                          <a:latin typeface="Calibri"/>
                          <a:cs typeface="Calibri"/>
                        </a:rPr>
                        <a:t> </a:t>
                      </a:r>
                      <a:r>
                        <a:rPr sz="1200" i="1" spc="-25">
                          <a:solidFill>
                            <a:srgbClr val="212121"/>
                          </a:solidFill>
                          <a:latin typeface="Calibri"/>
                          <a:cs typeface="Calibri"/>
                        </a:rPr>
                        <a:t>is </a:t>
                      </a:r>
                      <a:r>
                        <a:rPr sz="1200" i="1">
                          <a:solidFill>
                            <a:srgbClr val="212121"/>
                          </a:solidFill>
                          <a:latin typeface="Calibri"/>
                          <a:cs typeface="Calibri"/>
                        </a:rPr>
                        <a:t>superior</a:t>
                      </a:r>
                      <a:r>
                        <a:rPr sz="1200" i="1" spc="-20">
                          <a:solidFill>
                            <a:srgbClr val="212121"/>
                          </a:solidFill>
                          <a:latin typeface="Calibri"/>
                          <a:cs typeface="Calibri"/>
                        </a:rPr>
                        <a:t> </a:t>
                      </a:r>
                      <a:r>
                        <a:rPr sz="1200" i="1" spc="-25">
                          <a:solidFill>
                            <a:srgbClr val="212121"/>
                          </a:solidFill>
                          <a:latin typeface="Calibri"/>
                          <a:cs typeface="Calibri"/>
                        </a:rPr>
                        <a:t>to </a:t>
                      </a:r>
                      <a:r>
                        <a:rPr sz="1200" i="1">
                          <a:solidFill>
                            <a:srgbClr val="212121"/>
                          </a:solidFill>
                          <a:latin typeface="Calibri"/>
                          <a:cs typeface="Calibri"/>
                        </a:rPr>
                        <a:t>existing</a:t>
                      </a:r>
                      <a:r>
                        <a:rPr sz="1200" i="1" spc="-15">
                          <a:solidFill>
                            <a:srgbClr val="212121"/>
                          </a:solidFill>
                          <a:latin typeface="Calibri"/>
                          <a:cs typeface="Calibri"/>
                        </a:rPr>
                        <a:t> </a:t>
                      </a:r>
                      <a:r>
                        <a:rPr sz="1200" i="1" spc="-10">
                          <a:solidFill>
                            <a:srgbClr val="212121"/>
                          </a:solidFill>
                          <a:latin typeface="Calibri"/>
                          <a:cs typeface="Calibri"/>
                        </a:rPr>
                        <a:t>target </a:t>
                      </a:r>
                      <a:r>
                        <a:rPr sz="1200" i="1">
                          <a:solidFill>
                            <a:srgbClr val="212121"/>
                          </a:solidFill>
                          <a:latin typeface="Calibri"/>
                          <a:cs typeface="Calibri"/>
                        </a:rPr>
                        <a:t>detection</a:t>
                      </a:r>
                      <a:r>
                        <a:rPr sz="1200" i="1" spc="-15">
                          <a:solidFill>
                            <a:srgbClr val="212121"/>
                          </a:solidFill>
                          <a:latin typeface="Calibri"/>
                          <a:cs typeface="Calibri"/>
                        </a:rPr>
                        <a:t> </a:t>
                      </a:r>
                      <a:r>
                        <a:rPr sz="1200" i="1" spc="-25">
                          <a:solidFill>
                            <a:srgbClr val="212121"/>
                          </a:solidFill>
                          <a:latin typeface="Calibri"/>
                          <a:cs typeface="Calibri"/>
                        </a:rPr>
                        <a:t>and </a:t>
                      </a:r>
                      <a:r>
                        <a:rPr sz="1200" i="1" spc="-10">
                          <a:solidFill>
                            <a:srgbClr val="212121"/>
                          </a:solidFill>
                          <a:latin typeface="Calibri"/>
                          <a:cs typeface="Calibri"/>
                        </a:rPr>
                        <a:t>identification networks, </a:t>
                      </a:r>
                      <a:r>
                        <a:rPr sz="1200" i="1">
                          <a:solidFill>
                            <a:srgbClr val="212121"/>
                          </a:solidFill>
                          <a:latin typeface="Calibri"/>
                          <a:cs typeface="Calibri"/>
                        </a:rPr>
                        <a:t>including</a:t>
                      </a:r>
                      <a:r>
                        <a:rPr sz="1200" i="1" spc="-20">
                          <a:solidFill>
                            <a:srgbClr val="212121"/>
                          </a:solidFill>
                          <a:latin typeface="Calibri"/>
                          <a:cs typeface="Calibri"/>
                        </a:rPr>
                        <a:t> CNN, </a:t>
                      </a:r>
                      <a:r>
                        <a:rPr sz="1200" i="1">
                          <a:solidFill>
                            <a:srgbClr val="212121"/>
                          </a:solidFill>
                          <a:latin typeface="Calibri"/>
                          <a:cs typeface="Calibri"/>
                        </a:rPr>
                        <a:t>Deep</a:t>
                      </a:r>
                      <a:r>
                        <a:rPr sz="1200" i="1" spc="-5">
                          <a:solidFill>
                            <a:srgbClr val="212121"/>
                          </a:solidFill>
                          <a:latin typeface="Calibri"/>
                          <a:cs typeface="Calibri"/>
                        </a:rPr>
                        <a:t> </a:t>
                      </a:r>
                      <a:r>
                        <a:rPr sz="1200" i="1">
                          <a:solidFill>
                            <a:srgbClr val="212121"/>
                          </a:solidFill>
                          <a:latin typeface="Calibri"/>
                          <a:cs typeface="Calibri"/>
                        </a:rPr>
                        <a:t>CNN,</a:t>
                      </a:r>
                      <a:r>
                        <a:rPr sz="1200" i="1" spc="-30">
                          <a:solidFill>
                            <a:srgbClr val="212121"/>
                          </a:solidFill>
                          <a:latin typeface="Calibri"/>
                          <a:cs typeface="Calibri"/>
                        </a:rPr>
                        <a:t> </a:t>
                      </a:r>
                      <a:r>
                        <a:rPr sz="1200" i="1" spc="-20">
                          <a:solidFill>
                            <a:srgbClr val="212121"/>
                          </a:solidFill>
                          <a:latin typeface="Calibri"/>
                          <a:cs typeface="Calibri"/>
                        </a:rPr>
                        <a:t>DNN,</a:t>
                      </a:r>
                      <a:endParaRPr sz="1200">
                        <a:latin typeface="Calibri"/>
                        <a:cs typeface="Calibri"/>
                      </a:endParaRPr>
                    </a:p>
                    <a:p>
                      <a:pPr marL="66675" marR="85725">
                        <a:lnSpc>
                          <a:spcPts val="1480"/>
                        </a:lnSpc>
                        <a:spcBef>
                          <a:spcPts val="25"/>
                        </a:spcBef>
                      </a:pPr>
                      <a:r>
                        <a:rPr sz="1200" i="1">
                          <a:solidFill>
                            <a:srgbClr val="212121"/>
                          </a:solidFill>
                          <a:latin typeface="Calibri"/>
                          <a:cs typeface="Calibri"/>
                        </a:rPr>
                        <a:t>AX-Retina</a:t>
                      </a:r>
                      <a:r>
                        <a:rPr sz="1200" i="1" spc="-15">
                          <a:solidFill>
                            <a:srgbClr val="212121"/>
                          </a:solidFill>
                          <a:latin typeface="Calibri"/>
                          <a:cs typeface="Calibri"/>
                        </a:rPr>
                        <a:t> </a:t>
                      </a:r>
                      <a:r>
                        <a:rPr sz="1200" i="1" spc="-20">
                          <a:solidFill>
                            <a:srgbClr val="212121"/>
                          </a:solidFill>
                          <a:latin typeface="Calibri"/>
                          <a:cs typeface="Calibri"/>
                        </a:rPr>
                        <a:t>Net, </a:t>
                      </a:r>
                      <a:r>
                        <a:rPr sz="1200" i="1">
                          <a:solidFill>
                            <a:srgbClr val="212121"/>
                          </a:solidFill>
                          <a:latin typeface="Calibri"/>
                          <a:cs typeface="Calibri"/>
                        </a:rPr>
                        <a:t>improved</a:t>
                      </a:r>
                      <a:r>
                        <a:rPr sz="1200" i="1" spc="-35">
                          <a:solidFill>
                            <a:srgbClr val="212121"/>
                          </a:solidFill>
                          <a:latin typeface="Calibri"/>
                          <a:cs typeface="Calibri"/>
                        </a:rPr>
                        <a:t> </a:t>
                      </a:r>
                      <a:r>
                        <a:rPr sz="1200" i="1" spc="-10">
                          <a:solidFill>
                            <a:srgbClr val="212121"/>
                          </a:solidFill>
                          <a:latin typeface="Calibri"/>
                          <a:cs typeface="Calibri"/>
                        </a:rPr>
                        <a:t>DCNN,</a:t>
                      </a:r>
                      <a:endParaRPr sz="1200">
                        <a:latin typeface="Calibri"/>
                        <a:cs typeface="Calibri"/>
                      </a:endParaRPr>
                    </a:p>
                    <a:p>
                      <a:pPr marL="66675" marR="180340">
                        <a:lnSpc>
                          <a:spcPts val="1450"/>
                        </a:lnSpc>
                        <a:spcBef>
                          <a:spcPts val="15"/>
                        </a:spcBef>
                      </a:pPr>
                      <a:r>
                        <a:rPr sz="1200" i="1" spc="-10">
                          <a:solidFill>
                            <a:srgbClr val="212121"/>
                          </a:solidFill>
                          <a:latin typeface="Calibri"/>
                          <a:cs typeface="Calibri"/>
                        </a:rPr>
                        <a:t>YOLOv5, </a:t>
                      </a:r>
                      <a:r>
                        <a:rPr sz="1200" i="1" spc="-25">
                          <a:solidFill>
                            <a:srgbClr val="212121"/>
                          </a:solidFill>
                          <a:latin typeface="Calibri"/>
                          <a:cs typeface="Calibri"/>
                        </a:rPr>
                        <a:t>and </a:t>
                      </a:r>
                      <a:r>
                        <a:rPr sz="1200" i="1">
                          <a:solidFill>
                            <a:srgbClr val="212121"/>
                          </a:solidFill>
                          <a:latin typeface="Calibri"/>
                          <a:cs typeface="Calibri"/>
                        </a:rPr>
                        <a:t>Multi-</a:t>
                      </a:r>
                      <a:r>
                        <a:rPr sz="1200" i="1" spc="-10">
                          <a:solidFill>
                            <a:srgbClr val="212121"/>
                          </a:solidFill>
                          <a:latin typeface="Calibri"/>
                          <a:cs typeface="Calibri"/>
                        </a:rPr>
                        <a:t>objective</a:t>
                      </a:r>
                      <a:endParaRPr sz="1200">
                        <a:latin typeface="Calibri"/>
                        <a:cs typeface="Calibri"/>
                      </a:endParaRPr>
                    </a:p>
                    <a:p>
                      <a:pPr marL="66675">
                        <a:lnSpc>
                          <a:spcPts val="1425"/>
                        </a:lnSpc>
                      </a:pPr>
                      <a:r>
                        <a:rPr sz="1200" i="1" spc="-10">
                          <a:solidFill>
                            <a:srgbClr val="212121"/>
                          </a:solidFill>
                          <a:latin typeface="Calibri"/>
                          <a:cs typeface="Calibri"/>
                        </a:rPr>
                        <a:t>image</a:t>
                      </a:r>
                      <a:endParaRPr sz="1200">
                        <a:latin typeface="Calibri"/>
                        <a:cs typeface="Calibri"/>
                      </a:endParaRPr>
                    </a:p>
                    <a:p>
                      <a:pPr marL="66675">
                        <a:lnSpc>
                          <a:spcPct val="100000"/>
                        </a:lnSpc>
                        <a:spcBef>
                          <a:spcPts val="185"/>
                        </a:spcBef>
                      </a:pPr>
                      <a:r>
                        <a:rPr sz="1200" i="1" spc="-10">
                          <a:solidFill>
                            <a:srgbClr val="212121"/>
                          </a:solidFill>
                          <a:latin typeface="Calibri"/>
                          <a:cs typeface="Calibri"/>
                        </a:rPr>
                        <a:t>segmentatio</a:t>
                      </a:r>
                      <a:r>
                        <a:rPr sz="1350" i="1" spc="-10">
                          <a:solidFill>
                            <a:srgbClr val="212121"/>
                          </a:solidFill>
                          <a:latin typeface="Segoe UI"/>
                          <a:cs typeface="Segoe UI"/>
                        </a:rPr>
                        <a:t>n</a:t>
                      </a:r>
                      <a:endParaRPr sz="1350">
                        <a:latin typeface="Segoe UI"/>
                        <a:cs typeface="Segoe UI"/>
                      </a:endParaRPr>
                    </a:p>
                  </a:txBody>
                  <a:tcPr marL="0" marR="0" marT="190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0"/>
                  </a:ext>
                </a:extLst>
              </a:tr>
              <a:tr h="2394585">
                <a:tc>
                  <a:txBody>
                    <a:bodyPr/>
                    <a:lstStyle/>
                    <a:p>
                      <a:pPr marL="69850">
                        <a:lnSpc>
                          <a:spcPts val="1270"/>
                        </a:lnSpc>
                      </a:pPr>
                      <a:r>
                        <a:rPr sz="1100" spc="-50">
                          <a:latin typeface="Calibri"/>
                          <a:cs typeface="Calibri"/>
                        </a:rPr>
                        <a:t>5</a:t>
                      </a:r>
                      <a:endParaRPr sz="1100">
                        <a:latin typeface="Calibri"/>
                        <a:cs typeface="Calibri"/>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9850" marR="62865">
                        <a:lnSpc>
                          <a:spcPts val="2850"/>
                        </a:lnSpc>
                        <a:spcBef>
                          <a:spcPts val="20"/>
                        </a:spcBef>
                      </a:pPr>
                      <a:r>
                        <a:rPr sz="1200" b="1" i="1">
                          <a:solidFill>
                            <a:srgbClr val="333333"/>
                          </a:solidFill>
                          <a:latin typeface="Calibri"/>
                          <a:cs typeface="Calibri"/>
                        </a:rPr>
                        <a:t>Image</a:t>
                      </a:r>
                      <a:r>
                        <a:rPr sz="1200" b="1" i="1" spc="-25">
                          <a:solidFill>
                            <a:srgbClr val="333333"/>
                          </a:solidFill>
                          <a:latin typeface="Calibri"/>
                          <a:cs typeface="Calibri"/>
                        </a:rPr>
                        <a:t> </a:t>
                      </a:r>
                      <a:r>
                        <a:rPr sz="1200" b="1" i="1" spc="-10">
                          <a:solidFill>
                            <a:srgbClr val="333333"/>
                          </a:solidFill>
                          <a:latin typeface="Calibri"/>
                          <a:cs typeface="Calibri"/>
                        </a:rPr>
                        <a:t>Analysis </a:t>
                      </a:r>
                      <a:r>
                        <a:rPr sz="1200" b="1" i="1">
                          <a:solidFill>
                            <a:srgbClr val="333333"/>
                          </a:solidFill>
                          <a:latin typeface="Calibri"/>
                          <a:cs typeface="Calibri"/>
                        </a:rPr>
                        <a:t>and</a:t>
                      </a:r>
                      <a:r>
                        <a:rPr sz="1200" b="1" i="1" spc="-50">
                          <a:solidFill>
                            <a:srgbClr val="333333"/>
                          </a:solidFill>
                          <a:latin typeface="Calibri"/>
                          <a:cs typeface="Calibri"/>
                        </a:rPr>
                        <a:t> </a:t>
                      </a:r>
                      <a:r>
                        <a:rPr sz="1200" b="1" i="1">
                          <a:solidFill>
                            <a:srgbClr val="333333"/>
                          </a:solidFill>
                          <a:latin typeface="Calibri"/>
                          <a:cs typeface="Calibri"/>
                        </a:rPr>
                        <a:t>Detection</a:t>
                      </a:r>
                      <a:r>
                        <a:rPr sz="1200" b="1" i="1" spc="-45">
                          <a:solidFill>
                            <a:srgbClr val="333333"/>
                          </a:solidFill>
                          <a:latin typeface="Calibri"/>
                          <a:cs typeface="Calibri"/>
                        </a:rPr>
                        <a:t> </a:t>
                      </a:r>
                      <a:r>
                        <a:rPr sz="1200" b="1" i="1" spc="-25">
                          <a:solidFill>
                            <a:srgbClr val="333333"/>
                          </a:solidFill>
                          <a:latin typeface="Calibri"/>
                          <a:cs typeface="Calibri"/>
                        </a:rPr>
                        <a:t>of</a:t>
                      </a:r>
                      <a:endParaRPr sz="1200">
                        <a:latin typeface="Calibri"/>
                        <a:cs typeface="Calibri"/>
                      </a:endParaRPr>
                    </a:p>
                    <a:p>
                      <a:pPr marL="69850" marR="61594">
                        <a:lnSpc>
                          <a:spcPts val="2850"/>
                        </a:lnSpc>
                      </a:pPr>
                      <a:r>
                        <a:rPr sz="1200" b="1" i="1">
                          <a:solidFill>
                            <a:srgbClr val="333333"/>
                          </a:solidFill>
                          <a:latin typeface="Calibri"/>
                          <a:cs typeface="Calibri"/>
                        </a:rPr>
                        <a:t>Tea</a:t>
                      </a:r>
                      <a:r>
                        <a:rPr sz="1200" b="1" i="1" spc="-25">
                          <a:solidFill>
                            <a:srgbClr val="333333"/>
                          </a:solidFill>
                          <a:latin typeface="Calibri"/>
                          <a:cs typeface="Calibri"/>
                        </a:rPr>
                        <a:t> </a:t>
                      </a:r>
                      <a:r>
                        <a:rPr sz="1200" b="1" i="1">
                          <a:solidFill>
                            <a:srgbClr val="333333"/>
                          </a:solidFill>
                          <a:latin typeface="Calibri"/>
                          <a:cs typeface="Calibri"/>
                        </a:rPr>
                        <a:t>Leaf</a:t>
                      </a:r>
                      <a:r>
                        <a:rPr sz="1200" b="1" i="1" spc="-25">
                          <a:solidFill>
                            <a:srgbClr val="333333"/>
                          </a:solidFill>
                          <a:latin typeface="Calibri"/>
                          <a:cs typeface="Calibri"/>
                        </a:rPr>
                        <a:t> </a:t>
                      </a:r>
                      <a:r>
                        <a:rPr sz="1200" b="1" i="1" spc="-10">
                          <a:solidFill>
                            <a:srgbClr val="333333"/>
                          </a:solidFill>
                          <a:latin typeface="Calibri"/>
                          <a:cs typeface="Calibri"/>
                        </a:rPr>
                        <a:t>Disease </a:t>
                      </a:r>
                      <a:r>
                        <a:rPr sz="1200" b="1" i="1">
                          <a:solidFill>
                            <a:srgbClr val="333333"/>
                          </a:solidFill>
                          <a:latin typeface="Calibri"/>
                          <a:cs typeface="Calibri"/>
                        </a:rPr>
                        <a:t>using</a:t>
                      </a:r>
                      <a:r>
                        <a:rPr sz="1200" b="1" i="1" spc="-55">
                          <a:solidFill>
                            <a:srgbClr val="333333"/>
                          </a:solidFill>
                          <a:latin typeface="Calibri"/>
                          <a:cs typeface="Calibri"/>
                        </a:rPr>
                        <a:t> </a:t>
                      </a:r>
                      <a:r>
                        <a:rPr sz="1200" b="1" i="1" spc="-20">
                          <a:solidFill>
                            <a:srgbClr val="333333"/>
                          </a:solidFill>
                          <a:latin typeface="Calibri"/>
                          <a:cs typeface="Calibri"/>
                        </a:rPr>
                        <a:t>Deep </a:t>
                      </a:r>
                      <a:r>
                        <a:rPr sz="1200" b="1" i="1" spc="-10">
                          <a:solidFill>
                            <a:srgbClr val="333333"/>
                          </a:solidFill>
                          <a:latin typeface="Calibri"/>
                          <a:cs typeface="Calibri"/>
                        </a:rPr>
                        <a:t>Learning</a:t>
                      </a:r>
                      <a:endParaRPr sz="1200">
                        <a:latin typeface="Calibri"/>
                        <a:cs typeface="Calibri"/>
                      </a:endParaRPr>
                    </a:p>
                  </a:txBody>
                  <a:tcPr marL="0" marR="0" marT="254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675">
                        <a:lnSpc>
                          <a:spcPts val="1270"/>
                        </a:lnSpc>
                      </a:pPr>
                      <a:r>
                        <a:rPr sz="1100" i="1" spc="-20">
                          <a:latin typeface="Calibri"/>
                          <a:cs typeface="Calibri"/>
                        </a:rPr>
                        <a:t>2020</a:t>
                      </a:r>
                      <a:endParaRPr sz="1100">
                        <a:latin typeface="Calibri"/>
                        <a:cs typeface="Calibri"/>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9850">
                        <a:lnSpc>
                          <a:spcPts val="1270"/>
                        </a:lnSpc>
                      </a:pPr>
                      <a:r>
                        <a:rPr sz="1100" i="1">
                          <a:latin typeface="Calibri"/>
                          <a:cs typeface="Calibri"/>
                        </a:rPr>
                        <a:t>S.</a:t>
                      </a:r>
                      <a:r>
                        <a:rPr sz="1100" i="1" spc="-20">
                          <a:latin typeface="Calibri"/>
                          <a:cs typeface="Calibri"/>
                        </a:rPr>
                        <a:t> </a:t>
                      </a:r>
                      <a:r>
                        <a:rPr sz="1100" i="1" spc="-10">
                          <a:latin typeface="Calibri"/>
                          <a:cs typeface="Calibri"/>
                        </a:rPr>
                        <a:t>Gayathri;</a:t>
                      </a:r>
                      <a:endParaRPr sz="1100">
                        <a:latin typeface="Calibri"/>
                        <a:cs typeface="Calibri"/>
                      </a:endParaRPr>
                    </a:p>
                    <a:p>
                      <a:pPr marL="69850" marR="271780">
                        <a:lnSpc>
                          <a:spcPct val="102299"/>
                        </a:lnSpc>
                      </a:pPr>
                      <a:r>
                        <a:rPr sz="1100" i="1">
                          <a:latin typeface="Calibri"/>
                          <a:cs typeface="Calibri"/>
                        </a:rPr>
                        <a:t>D.C.Joy</a:t>
                      </a:r>
                      <a:r>
                        <a:rPr sz="1100" i="1" spc="-15">
                          <a:latin typeface="Calibri"/>
                          <a:cs typeface="Calibri"/>
                        </a:rPr>
                        <a:t> </a:t>
                      </a:r>
                      <a:r>
                        <a:rPr sz="1100" i="1" spc="-10">
                          <a:latin typeface="Calibri"/>
                          <a:cs typeface="Calibri"/>
                        </a:rPr>
                        <a:t>Winnie </a:t>
                      </a:r>
                      <a:r>
                        <a:rPr sz="1100" i="1" spc="-20">
                          <a:latin typeface="Calibri"/>
                          <a:cs typeface="Calibri"/>
                        </a:rPr>
                        <a:t>Wise</a:t>
                      </a:r>
                      <a:endParaRPr sz="1100">
                        <a:latin typeface="Calibri"/>
                        <a:cs typeface="Calibri"/>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675">
                        <a:lnSpc>
                          <a:spcPts val="1270"/>
                        </a:lnSpc>
                      </a:pPr>
                      <a:r>
                        <a:rPr sz="1100" i="1">
                          <a:latin typeface="Calibri"/>
                          <a:cs typeface="Calibri"/>
                        </a:rPr>
                        <a:t>Harnessing</a:t>
                      </a:r>
                      <a:r>
                        <a:rPr sz="1100" i="1" spc="-20">
                          <a:latin typeface="Calibri"/>
                          <a:cs typeface="Calibri"/>
                        </a:rPr>
                        <a:t> </a:t>
                      </a:r>
                      <a:r>
                        <a:rPr sz="1100" i="1" spc="-25">
                          <a:latin typeface="Calibri"/>
                          <a:cs typeface="Calibri"/>
                        </a:rPr>
                        <a:t>the</a:t>
                      </a:r>
                      <a:endParaRPr sz="1100">
                        <a:latin typeface="Calibri"/>
                        <a:cs typeface="Calibri"/>
                      </a:endParaRPr>
                    </a:p>
                    <a:p>
                      <a:pPr marL="66675" marR="104139">
                        <a:lnSpc>
                          <a:spcPct val="101699"/>
                        </a:lnSpc>
                        <a:spcBef>
                          <a:spcPts val="5"/>
                        </a:spcBef>
                      </a:pPr>
                      <a:r>
                        <a:rPr sz="1100" i="1">
                          <a:latin typeface="Calibri"/>
                          <a:cs typeface="Calibri"/>
                        </a:rPr>
                        <a:t>formidable</a:t>
                      </a:r>
                      <a:r>
                        <a:rPr sz="1100" i="1" spc="-20">
                          <a:latin typeface="Calibri"/>
                          <a:cs typeface="Calibri"/>
                        </a:rPr>
                        <a:t> </a:t>
                      </a:r>
                      <a:r>
                        <a:rPr sz="1100" i="1" spc="-10">
                          <a:latin typeface="Calibri"/>
                          <a:cs typeface="Calibri"/>
                        </a:rPr>
                        <a:t>power </a:t>
                      </a:r>
                      <a:r>
                        <a:rPr sz="1100" i="1">
                          <a:latin typeface="Calibri"/>
                          <a:cs typeface="Calibri"/>
                        </a:rPr>
                        <a:t>of</a:t>
                      </a:r>
                      <a:r>
                        <a:rPr sz="1100" i="1" spc="-15">
                          <a:latin typeface="Calibri"/>
                          <a:cs typeface="Calibri"/>
                        </a:rPr>
                        <a:t> </a:t>
                      </a:r>
                      <a:r>
                        <a:rPr sz="1100" i="1" spc="-10">
                          <a:latin typeface="Calibri"/>
                          <a:cs typeface="Calibri"/>
                        </a:rPr>
                        <a:t>Convolutional </a:t>
                      </a:r>
                      <a:r>
                        <a:rPr sz="1100" i="1">
                          <a:latin typeface="Calibri"/>
                          <a:cs typeface="Calibri"/>
                        </a:rPr>
                        <a:t>Neural</a:t>
                      </a:r>
                      <a:r>
                        <a:rPr sz="1100" i="1" spc="-20">
                          <a:latin typeface="Calibri"/>
                          <a:cs typeface="Calibri"/>
                        </a:rPr>
                        <a:t> </a:t>
                      </a:r>
                      <a:r>
                        <a:rPr sz="1100" i="1" spc="-10">
                          <a:latin typeface="Calibri"/>
                          <a:cs typeface="Calibri"/>
                        </a:rPr>
                        <a:t>Networks (CNNs),</a:t>
                      </a:r>
                      <a:endParaRPr sz="1100">
                        <a:latin typeface="Calibri"/>
                        <a:cs typeface="Calibri"/>
                      </a:endParaRPr>
                    </a:p>
                    <a:p>
                      <a:pPr marL="66675" marR="95885">
                        <a:lnSpc>
                          <a:spcPct val="101800"/>
                        </a:lnSpc>
                        <a:spcBef>
                          <a:spcPts val="5"/>
                        </a:spcBef>
                      </a:pPr>
                      <a:r>
                        <a:rPr sz="1100" i="1" spc="-10">
                          <a:latin typeface="Calibri"/>
                          <a:cs typeface="Calibri"/>
                        </a:rPr>
                        <a:t>specifically </a:t>
                      </a:r>
                      <a:r>
                        <a:rPr sz="1100" i="1">
                          <a:latin typeface="Calibri"/>
                          <a:cs typeface="Calibri"/>
                        </a:rPr>
                        <a:t>inspired</a:t>
                      </a:r>
                      <a:r>
                        <a:rPr sz="1100" i="1" spc="-15">
                          <a:latin typeface="Calibri"/>
                          <a:cs typeface="Calibri"/>
                        </a:rPr>
                        <a:t> </a:t>
                      </a:r>
                      <a:r>
                        <a:rPr sz="1100" i="1">
                          <a:latin typeface="Calibri"/>
                          <a:cs typeface="Calibri"/>
                        </a:rPr>
                        <a:t>by</a:t>
                      </a:r>
                      <a:r>
                        <a:rPr sz="1100" i="1" spc="-20">
                          <a:latin typeface="Calibri"/>
                          <a:cs typeface="Calibri"/>
                        </a:rPr>
                        <a:t> </a:t>
                      </a:r>
                      <a:r>
                        <a:rPr sz="1100" i="1" spc="-25">
                          <a:latin typeface="Calibri"/>
                          <a:cs typeface="Calibri"/>
                        </a:rPr>
                        <a:t>the </a:t>
                      </a:r>
                      <a:r>
                        <a:rPr sz="1100" i="1">
                          <a:latin typeface="Calibri"/>
                          <a:cs typeface="Calibri"/>
                        </a:rPr>
                        <a:t>pioneering</a:t>
                      </a:r>
                      <a:r>
                        <a:rPr sz="1100" i="1" spc="-25">
                          <a:latin typeface="Calibri"/>
                          <a:cs typeface="Calibri"/>
                        </a:rPr>
                        <a:t> </a:t>
                      </a:r>
                      <a:r>
                        <a:rPr sz="1100" i="1" spc="-10">
                          <a:latin typeface="Calibri"/>
                          <a:cs typeface="Calibri"/>
                        </a:rPr>
                        <a:t>LeNet architecture, </a:t>
                      </a:r>
                      <a:r>
                        <a:rPr sz="1100" i="1">
                          <a:latin typeface="Calibri"/>
                          <a:cs typeface="Calibri"/>
                        </a:rPr>
                        <a:t>we've</a:t>
                      </a:r>
                      <a:r>
                        <a:rPr sz="1100" i="1" spc="-15">
                          <a:latin typeface="Calibri"/>
                          <a:cs typeface="Calibri"/>
                        </a:rPr>
                        <a:t> </a:t>
                      </a:r>
                      <a:r>
                        <a:rPr sz="1100" i="1" spc="-10">
                          <a:latin typeface="Calibri"/>
                          <a:cs typeface="Calibri"/>
                        </a:rPr>
                        <a:t>successfully </a:t>
                      </a:r>
                      <a:r>
                        <a:rPr sz="1100" i="1">
                          <a:latin typeface="Calibri"/>
                          <a:cs typeface="Calibri"/>
                        </a:rPr>
                        <a:t>cultivated</a:t>
                      </a:r>
                      <a:r>
                        <a:rPr sz="1100" i="1" spc="-10">
                          <a:latin typeface="Calibri"/>
                          <a:cs typeface="Calibri"/>
                        </a:rPr>
                        <a:t> </a:t>
                      </a:r>
                      <a:r>
                        <a:rPr sz="1100" i="1" spc="-50">
                          <a:latin typeface="Calibri"/>
                          <a:cs typeface="Calibri"/>
                        </a:rPr>
                        <a:t>a</a:t>
                      </a:r>
                      <a:r>
                        <a:rPr sz="1100" i="1" spc="-10">
                          <a:latin typeface="Calibri"/>
                          <a:cs typeface="Calibri"/>
                        </a:rPr>
                        <a:t> paradigm-shifting </a:t>
                      </a:r>
                      <a:r>
                        <a:rPr sz="1100" i="1">
                          <a:latin typeface="Calibri"/>
                          <a:cs typeface="Calibri"/>
                        </a:rPr>
                        <a:t>model</a:t>
                      </a:r>
                      <a:r>
                        <a:rPr sz="1100" i="1" spc="-10">
                          <a:latin typeface="Calibri"/>
                          <a:cs typeface="Calibri"/>
                        </a:rPr>
                        <a:t> </a:t>
                      </a:r>
                      <a:r>
                        <a:rPr sz="1100" i="1">
                          <a:latin typeface="Calibri"/>
                          <a:cs typeface="Calibri"/>
                        </a:rPr>
                        <a:t>for</a:t>
                      </a:r>
                      <a:r>
                        <a:rPr sz="1100" i="1" spc="-5">
                          <a:latin typeface="Calibri"/>
                          <a:cs typeface="Calibri"/>
                        </a:rPr>
                        <a:t> </a:t>
                      </a:r>
                      <a:r>
                        <a:rPr sz="1100" i="1" spc="-10">
                          <a:latin typeface="Calibri"/>
                          <a:cs typeface="Calibri"/>
                        </a:rPr>
                        <a:t>Image </a:t>
                      </a:r>
                      <a:r>
                        <a:rPr sz="1100" i="1">
                          <a:latin typeface="Calibri"/>
                          <a:cs typeface="Calibri"/>
                        </a:rPr>
                        <a:t>Analysis</a:t>
                      </a:r>
                      <a:r>
                        <a:rPr sz="1100" i="1" spc="-30">
                          <a:latin typeface="Calibri"/>
                          <a:cs typeface="Calibri"/>
                        </a:rPr>
                        <a:t> </a:t>
                      </a:r>
                      <a:r>
                        <a:rPr sz="1100" i="1" spc="-25">
                          <a:latin typeface="Calibri"/>
                          <a:cs typeface="Calibri"/>
                        </a:rPr>
                        <a:t>and</a:t>
                      </a:r>
                      <a:endParaRPr sz="1100">
                        <a:latin typeface="Calibri"/>
                        <a:cs typeface="Calibri"/>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1"/>
                  </a:ext>
                </a:extLst>
              </a:tr>
            </a:tbl>
          </a:graphicData>
        </a:graphic>
      </p:graphicFrame>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2" name="object 2"/>
          <p:cNvGraphicFramePr>
            <a:graphicFrameLocks noGrp="1"/>
          </p:cNvGraphicFramePr>
          <p:nvPr/>
        </p:nvGraphicFramePr>
        <p:xfrm>
          <a:off x="914717" y="914780"/>
          <a:ext cx="5946140" cy="8130032"/>
        </p:xfrm>
        <a:graphic>
          <a:graphicData uri="http://schemas.openxmlformats.org/drawingml/2006/table">
            <a:tbl>
              <a:tblPr firstRow="1" bandRow="1">
                <a:tableStyleId>{2D5ABB26-0587-4C30-8999-92F81FD0307C}</a:tableStyleId>
              </a:tblPr>
              <a:tblGrid>
                <a:gridCol w="1188085">
                  <a:extLst>
                    <a:ext uri="{9D8B030D-6E8A-4147-A177-3AD203B41FA5}">
                      <a16:colId xmlns:a16="http://schemas.microsoft.com/office/drawing/2014/main" val="20000"/>
                    </a:ext>
                  </a:extLst>
                </a:gridCol>
                <a:gridCol w="1190625">
                  <a:extLst>
                    <a:ext uri="{9D8B030D-6E8A-4147-A177-3AD203B41FA5}">
                      <a16:colId xmlns:a16="http://schemas.microsoft.com/office/drawing/2014/main" val="20001"/>
                    </a:ext>
                  </a:extLst>
                </a:gridCol>
                <a:gridCol w="1188085">
                  <a:extLst>
                    <a:ext uri="{9D8B030D-6E8A-4147-A177-3AD203B41FA5}">
                      <a16:colId xmlns:a16="http://schemas.microsoft.com/office/drawing/2014/main" val="20002"/>
                    </a:ext>
                  </a:extLst>
                </a:gridCol>
                <a:gridCol w="1191260">
                  <a:extLst>
                    <a:ext uri="{9D8B030D-6E8A-4147-A177-3AD203B41FA5}">
                      <a16:colId xmlns:a16="http://schemas.microsoft.com/office/drawing/2014/main" val="20003"/>
                    </a:ext>
                  </a:extLst>
                </a:gridCol>
                <a:gridCol w="1188085">
                  <a:extLst>
                    <a:ext uri="{9D8B030D-6E8A-4147-A177-3AD203B41FA5}">
                      <a16:colId xmlns:a16="http://schemas.microsoft.com/office/drawing/2014/main" val="20004"/>
                    </a:ext>
                  </a:extLst>
                </a:gridCol>
              </a:tblGrid>
              <a:tr h="2054860">
                <a:tc>
                  <a:txBody>
                    <a:bodyPr/>
                    <a:lstStyle/>
                    <a:p>
                      <a:pPr>
                        <a:lnSpc>
                          <a:spcPct val="100000"/>
                        </a:lnSpc>
                      </a:pP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675" marR="129539">
                        <a:lnSpc>
                          <a:spcPts val="1330"/>
                        </a:lnSpc>
                        <a:spcBef>
                          <a:spcPts val="10"/>
                        </a:spcBef>
                      </a:pPr>
                      <a:r>
                        <a:rPr sz="1100" i="1">
                          <a:latin typeface="Calibri"/>
                          <a:cs typeface="Calibri"/>
                        </a:rPr>
                        <a:t>Detection of</a:t>
                      </a:r>
                      <a:r>
                        <a:rPr sz="1100" i="1" spc="-15">
                          <a:latin typeface="Calibri"/>
                          <a:cs typeface="Calibri"/>
                        </a:rPr>
                        <a:t> </a:t>
                      </a:r>
                      <a:r>
                        <a:rPr sz="1100" i="1" spc="-25">
                          <a:latin typeface="Calibri"/>
                          <a:cs typeface="Calibri"/>
                        </a:rPr>
                        <a:t>Tea </a:t>
                      </a:r>
                      <a:r>
                        <a:rPr sz="1100" i="1">
                          <a:latin typeface="Calibri"/>
                          <a:cs typeface="Calibri"/>
                        </a:rPr>
                        <a:t>Leaf</a:t>
                      </a:r>
                      <a:r>
                        <a:rPr sz="1100" i="1" spc="-30">
                          <a:latin typeface="Calibri"/>
                          <a:cs typeface="Calibri"/>
                        </a:rPr>
                        <a:t> </a:t>
                      </a:r>
                      <a:r>
                        <a:rPr sz="1100" i="1">
                          <a:latin typeface="Calibri"/>
                          <a:cs typeface="Calibri"/>
                        </a:rPr>
                        <a:t>Disease.</a:t>
                      </a:r>
                      <a:r>
                        <a:rPr sz="1100" i="1" spc="-15">
                          <a:latin typeface="Calibri"/>
                          <a:cs typeface="Calibri"/>
                        </a:rPr>
                        <a:t> </a:t>
                      </a:r>
                      <a:r>
                        <a:rPr sz="1100" i="1" spc="-25">
                          <a:latin typeface="Calibri"/>
                          <a:cs typeface="Calibri"/>
                        </a:rPr>
                        <a:t>Our</a:t>
                      </a:r>
                      <a:endParaRPr sz="1100">
                        <a:latin typeface="Calibri"/>
                        <a:cs typeface="Calibri"/>
                      </a:endParaRPr>
                    </a:p>
                    <a:p>
                      <a:pPr marL="66675" marR="310515">
                        <a:lnSpc>
                          <a:spcPts val="1350"/>
                        </a:lnSpc>
                      </a:pPr>
                      <a:r>
                        <a:rPr sz="1100" i="1" spc="-10">
                          <a:latin typeface="Calibri"/>
                          <a:cs typeface="Calibri"/>
                        </a:rPr>
                        <a:t>meticulously </a:t>
                      </a:r>
                      <a:r>
                        <a:rPr sz="1100" i="1">
                          <a:latin typeface="Calibri"/>
                          <a:cs typeface="Calibri"/>
                        </a:rPr>
                        <a:t>crafted</a:t>
                      </a:r>
                      <a:r>
                        <a:rPr sz="1100" i="1" spc="-30">
                          <a:latin typeface="Calibri"/>
                          <a:cs typeface="Calibri"/>
                        </a:rPr>
                        <a:t> </a:t>
                      </a:r>
                      <a:r>
                        <a:rPr sz="1100" i="1" spc="-10">
                          <a:latin typeface="Calibri"/>
                          <a:cs typeface="Calibri"/>
                        </a:rPr>
                        <a:t>neural</a:t>
                      </a:r>
                      <a:endParaRPr sz="1100">
                        <a:latin typeface="Calibri"/>
                        <a:cs typeface="Calibri"/>
                      </a:endParaRPr>
                    </a:p>
                    <a:p>
                      <a:pPr marL="66675" marR="359410">
                        <a:lnSpc>
                          <a:spcPts val="1330"/>
                        </a:lnSpc>
                        <a:spcBef>
                          <a:spcPts val="15"/>
                        </a:spcBef>
                      </a:pPr>
                      <a:r>
                        <a:rPr sz="1100" i="1" spc="-10">
                          <a:latin typeface="Calibri"/>
                          <a:cs typeface="Calibri"/>
                        </a:rPr>
                        <a:t>network, </a:t>
                      </a:r>
                      <a:r>
                        <a:rPr sz="1100" i="1">
                          <a:latin typeface="Calibri"/>
                          <a:cs typeface="Calibri"/>
                        </a:rPr>
                        <a:t>influenced</a:t>
                      </a:r>
                      <a:r>
                        <a:rPr sz="1100" i="1" spc="-40">
                          <a:latin typeface="Calibri"/>
                          <a:cs typeface="Calibri"/>
                        </a:rPr>
                        <a:t> </a:t>
                      </a:r>
                      <a:r>
                        <a:rPr sz="1100" i="1" spc="-25">
                          <a:latin typeface="Calibri"/>
                          <a:cs typeface="Calibri"/>
                        </a:rPr>
                        <a:t>by</a:t>
                      </a:r>
                      <a:endParaRPr sz="1100">
                        <a:latin typeface="Calibri"/>
                        <a:cs typeface="Calibri"/>
                      </a:endParaRPr>
                    </a:p>
                    <a:p>
                      <a:pPr marL="66675">
                        <a:lnSpc>
                          <a:spcPts val="1300"/>
                        </a:lnSpc>
                      </a:pPr>
                      <a:r>
                        <a:rPr sz="1100" i="1" spc="-10">
                          <a:latin typeface="Calibri"/>
                          <a:cs typeface="Calibri"/>
                        </a:rPr>
                        <a:t>LeNet's</a:t>
                      </a:r>
                      <a:endParaRPr sz="1100">
                        <a:latin typeface="Calibri"/>
                        <a:cs typeface="Calibri"/>
                      </a:endParaRPr>
                    </a:p>
                    <a:p>
                      <a:pPr marL="66675" marR="99695">
                        <a:lnSpc>
                          <a:spcPct val="101899"/>
                        </a:lnSpc>
                        <a:spcBef>
                          <a:spcPts val="5"/>
                        </a:spcBef>
                      </a:pPr>
                      <a:r>
                        <a:rPr sz="1100" i="1" spc="-10">
                          <a:latin typeface="Calibri"/>
                          <a:cs typeface="Calibri"/>
                        </a:rPr>
                        <a:t>foundational </a:t>
                      </a:r>
                      <a:r>
                        <a:rPr sz="1100" i="1">
                          <a:latin typeface="Calibri"/>
                          <a:cs typeface="Calibri"/>
                        </a:rPr>
                        <a:t>principles,</a:t>
                      </a:r>
                      <a:r>
                        <a:rPr sz="1100" i="1" spc="-20">
                          <a:latin typeface="Calibri"/>
                          <a:cs typeface="Calibri"/>
                        </a:rPr>
                        <a:t> </a:t>
                      </a:r>
                      <a:r>
                        <a:rPr sz="1100" i="1" spc="-25">
                          <a:latin typeface="Calibri"/>
                          <a:cs typeface="Calibri"/>
                        </a:rPr>
                        <a:t>has </a:t>
                      </a:r>
                      <a:r>
                        <a:rPr sz="1100" i="1">
                          <a:latin typeface="Calibri"/>
                          <a:cs typeface="Calibri"/>
                        </a:rPr>
                        <a:t>achieved</a:t>
                      </a:r>
                      <a:r>
                        <a:rPr sz="1100" i="1" spc="-35">
                          <a:latin typeface="Calibri"/>
                          <a:cs typeface="Calibri"/>
                        </a:rPr>
                        <a:t> </a:t>
                      </a:r>
                      <a:r>
                        <a:rPr sz="1100" i="1" spc="-25">
                          <a:latin typeface="Calibri"/>
                          <a:cs typeface="Calibri"/>
                        </a:rPr>
                        <a:t>an </a:t>
                      </a:r>
                      <a:r>
                        <a:rPr sz="1100" i="1">
                          <a:latin typeface="Calibri"/>
                          <a:cs typeface="Calibri"/>
                        </a:rPr>
                        <a:t>astounding</a:t>
                      </a:r>
                      <a:r>
                        <a:rPr sz="1100" i="1" spc="-15">
                          <a:latin typeface="Calibri"/>
                          <a:cs typeface="Calibri"/>
                        </a:rPr>
                        <a:t> </a:t>
                      </a:r>
                      <a:r>
                        <a:rPr sz="1100" i="1" spc="-20">
                          <a:latin typeface="Calibri"/>
                          <a:cs typeface="Calibri"/>
                        </a:rPr>
                        <a:t>92.7% </a:t>
                      </a:r>
                      <a:r>
                        <a:rPr sz="1100" i="1" spc="-10">
                          <a:latin typeface="Calibri"/>
                          <a:cs typeface="Calibri"/>
                        </a:rPr>
                        <a:t>accuracy.</a:t>
                      </a:r>
                      <a:endParaRPr sz="1100">
                        <a:latin typeface="Calibri"/>
                        <a:cs typeface="Calibri"/>
                      </a:endParaRPr>
                    </a:p>
                  </a:txBody>
                  <a:tcPr marL="0" marR="0" marT="127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0"/>
                  </a:ext>
                </a:extLst>
              </a:tr>
              <a:tr h="4951095">
                <a:tc>
                  <a:txBody>
                    <a:bodyPr/>
                    <a:lstStyle/>
                    <a:p>
                      <a:pPr marL="69850">
                        <a:lnSpc>
                          <a:spcPts val="1270"/>
                        </a:lnSpc>
                      </a:pPr>
                      <a:r>
                        <a:rPr sz="1100" spc="-50">
                          <a:latin typeface="Calibri"/>
                          <a:cs typeface="Calibri"/>
                        </a:rPr>
                        <a:t>6</a:t>
                      </a:r>
                      <a:endParaRPr sz="1100">
                        <a:latin typeface="Calibri"/>
                        <a:cs typeface="Calibri"/>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9850" marR="93980">
                        <a:lnSpc>
                          <a:spcPct val="102099"/>
                        </a:lnSpc>
                        <a:spcBef>
                          <a:spcPts val="1115"/>
                        </a:spcBef>
                      </a:pPr>
                      <a:r>
                        <a:rPr sz="1200" i="1">
                          <a:solidFill>
                            <a:srgbClr val="1F1F1F"/>
                          </a:solidFill>
                          <a:latin typeface="Calibri"/>
                          <a:cs typeface="Calibri"/>
                        </a:rPr>
                        <a:t>Identification</a:t>
                      </a:r>
                      <a:r>
                        <a:rPr sz="1200" i="1" spc="-45">
                          <a:solidFill>
                            <a:srgbClr val="1F1F1F"/>
                          </a:solidFill>
                          <a:latin typeface="Calibri"/>
                          <a:cs typeface="Calibri"/>
                        </a:rPr>
                        <a:t> </a:t>
                      </a:r>
                      <a:r>
                        <a:rPr sz="1200" i="1" spc="-25">
                          <a:solidFill>
                            <a:srgbClr val="1F1F1F"/>
                          </a:solidFill>
                          <a:latin typeface="Calibri"/>
                          <a:cs typeface="Calibri"/>
                        </a:rPr>
                        <a:t>of </a:t>
                      </a:r>
                      <a:r>
                        <a:rPr sz="1200" i="1">
                          <a:solidFill>
                            <a:srgbClr val="1F1F1F"/>
                          </a:solidFill>
                          <a:latin typeface="Calibri"/>
                          <a:cs typeface="Calibri"/>
                        </a:rPr>
                        <a:t>tea</a:t>
                      </a:r>
                      <a:r>
                        <a:rPr sz="1200" i="1" spc="-5">
                          <a:solidFill>
                            <a:srgbClr val="1F1F1F"/>
                          </a:solidFill>
                          <a:latin typeface="Calibri"/>
                          <a:cs typeface="Calibri"/>
                        </a:rPr>
                        <a:t> </a:t>
                      </a:r>
                      <a:r>
                        <a:rPr sz="1200" i="1">
                          <a:solidFill>
                            <a:srgbClr val="1F1F1F"/>
                          </a:solidFill>
                          <a:latin typeface="Calibri"/>
                          <a:cs typeface="Calibri"/>
                        </a:rPr>
                        <a:t>leaf</a:t>
                      </a:r>
                      <a:r>
                        <a:rPr sz="1200" i="1" spc="-20">
                          <a:solidFill>
                            <a:srgbClr val="1F1F1F"/>
                          </a:solidFill>
                          <a:latin typeface="Calibri"/>
                          <a:cs typeface="Calibri"/>
                        </a:rPr>
                        <a:t> </a:t>
                      </a:r>
                      <a:r>
                        <a:rPr sz="1200" i="1" spc="-10">
                          <a:solidFill>
                            <a:srgbClr val="1F1F1F"/>
                          </a:solidFill>
                          <a:latin typeface="Calibri"/>
                          <a:cs typeface="Calibri"/>
                        </a:rPr>
                        <a:t>diseases </a:t>
                      </a:r>
                      <a:r>
                        <a:rPr sz="1200" i="1">
                          <a:solidFill>
                            <a:srgbClr val="1F1F1F"/>
                          </a:solidFill>
                          <a:latin typeface="Calibri"/>
                          <a:cs typeface="Calibri"/>
                        </a:rPr>
                        <a:t>by using</a:t>
                      </a:r>
                      <a:r>
                        <a:rPr sz="1200" i="1" spc="-25">
                          <a:solidFill>
                            <a:srgbClr val="1F1F1F"/>
                          </a:solidFill>
                          <a:latin typeface="Calibri"/>
                          <a:cs typeface="Calibri"/>
                        </a:rPr>
                        <a:t> an </a:t>
                      </a:r>
                      <a:r>
                        <a:rPr sz="1200" i="1">
                          <a:solidFill>
                            <a:srgbClr val="1F1F1F"/>
                          </a:solidFill>
                          <a:latin typeface="Calibri"/>
                          <a:cs typeface="Calibri"/>
                        </a:rPr>
                        <a:t>improved</a:t>
                      </a:r>
                      <a:r>
                        <a:rPr sz="1200" i="1" spc="-35">
                          <a:solidFill>
                            <a:srgbClr val="1F1F1F"/>
                          </a:solidFill>
                          <a:latin typeface="Calibri"/>
                          <a:cs typeface="Calibri"/>
                        </a:rPr>
                        <a:t> </a:t>
                      </a:r>
                      <a:r>
                        <a:rPr sz="1200" i="1" spc="-20">
                          <a:solidFill>
                            <a:srgbClr val="1F1F1F"/>
                          </a:solidFill>
                          <a:latin typeface="Calibri"/>
                          <a:cs typeface="Calibri"/>
                        </a:rPr>
                        <a:t>deep </a:t>
                      </a:r>
                      <a:r>
                        <a:rPr sz="1200" i="1" spc="-10">
                          <a:solidFill>
                            <a:srgbClr val="1F1F1F"/>
                          </a:solidFill>
                          <a:latin typeface="Calibri"/>
                          <a:cs typeface="Calibri"/>
                        </a:rPr>
                        <a:t>convolutional </a:t>
                      </a:r>
                      <a:r>
                        <a:rPr sz="1200" i="1">
                          <a:solidFill>
                            <a:srgbClr val="1F1F1F"/>
                          </a:solidFill>
                          <a:latin typeface="Calibri"/>
                          <a:cs typeface="Calibri"/>
                        </a:rPr>
                        <a:t>neural</a:t>
                      </a:r>
                      <a:r>
                        <a:rPr sz="1200" i="1" spc="-10">
                          <a:solidFill>
                            <a:srgbClr val="1F1F1F"/>
                          </a:solidFill>
                          <a:latin typeface="Calibri"/>
                          <a:cs typeface="Calibri"/>
                        </a:rPr>
                        <a:t> network</a:t>
                      </a:r>
                      <a:endParaRPr sz="1200">
                        <a:latin typeface="Calibri"/>
                        <a:cs typeface="Calibri"/>
                      </a:endParaRPr>
                    </a:p>
                  </a:txBody>
                  <a:tcPr marL="0" marR="0" marT="14160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spcBef>
                          <a:spcPts val="30"/>
                        </a:spcBef>
                      </a:pPr>
                      <a:endParaRPr sz="1100">
                        <a:latin typeface="Times New Roman"/>
                        <a:cs typeface="Times New Roman"/>
                      </a:endParaRPr>
                    </a:p>
                    <a:p>
                      <a:pPr marL="66675">
                        <a:lnSpc>
                          <a:spcPct val="100000"/>
                        </a:lnSpc>
                        <a:spcBef>
                          <a:spcPts val="5"/>
                        </a:spcBef>
                      </a:pPr>
                      <a:r>
                        <a:rPr sz="1100" i="1" spc="-20">
                          <a:latin typeface="Calibri"/>
                          <a:cs typeface="Calibri"/>
                        </a:rPr>
                        <a:t>2019</a:t>
                      </a:r>
                      <a:endParaRPr sz="1100">
                        <a:latin typeface="Calibri"/>
                        <a:cs typeface="Calibri"/>
                      </a:endParaRPr>
                    </a:p>
                  </a:txBody>
                  <a:tcPr marL="0" marR="0" marT="381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spcBef>
                          <a:spcPts val="15"/>
                        </a:spcBef>
                      </a:pPr>
                      <a:endParaRPr sz="1100">
                        <a:latin typeface="Times New Roman"/>
                        <a:cs typeface="Times New Roman"/>
                      </a:endParaRPr>
                    </a:p>
                    <a:p>
                      <a:pPr marL="69850" marR="285115" algn="just">
                        <a:lnSpc>
                          <a:spcPct val="101400"/>
                        </a:lnSpc>
                      </a:pPr>
                      <a:r>
                        <a:rPr sz="1100" i="1">
                          <a:latin typeface="Calibri"/>
                          <a:cs typeface="Calibri"/>
                        </a:rPr>
                        <a:t>Hu</a:t>
                      </a:r>
                      <a:r>
                        <a:rPr sz="1100" i="1" spc="-20">
                          <a:latin typeface="Calibri"/>
                          <a:cs typeface="Calibri"/>
                        </a:rPr>
                        <a:t> </a:t>
                      </a:r>
                      <a:r>
                        <a:rPr sz="1100" i="1">
                          <a:latin typeface="Calibri"/>
                          <a:cs typeface="Calibri"/>
                        </a:rPr>
                        <a:t>Gensheng</a:t>
                      </a:r>
                      <a:r>
                        <a:rPr sz="1100" i="1" spc="-15">
                          <a:latin typeface="Calibri"/>
                          <a:cs typeface="Calibri"/>
                        </a:rPr>
                        <a:t> </a:t>
                      </a:r>
                      <a:r>
                        <a:rPr sz="1100" i="1" spc="-50">
                          <a:latin typeface="Calibri"/>
                          <a:cs typeface="Calibri"/>
                        </a:rPr>
                        <a:t>,</a:t>
                      </a:r>
                      <a:r>
                        <a:rPr sz="1100" i="1">
                          <a:latin typeface="Calibri"/>
                          <a:cs typeface="Calibri"/>
                        </a:rPr>
                        <a:t> Yang</a:t>
                      </a:r>
                      <a:r>
                        <a:rPr sz="1100" i="1" spc="-30">
                          <a:latin typeface="Calibri"/>
                          <a:cs typeface="Calibri"/>
                        </a:rPr>
                        <a:t> </a:t>
                      </a:r>
                      <a:r>
                        <a:rPr sz="1100" i="1">
                          <a:latin typeface="Calibri"/>
                          <a:cs typeface="Calibri"/>
                        </a:rPr>
                        <a:t>Xiaowei</a:t>
                      </a:r>
                      <a:r>
                        <a:rPr sz="1100" i="1" spc="-30">
                          <a:latin typeface="Calibri"/>
                          <a:cs typeface="Calibri"/>
                        </a:rPr>
                        <a:t> </a:t>
                      </a:r>
                      <a:r>
                        <a:rPr sz="1100" i="1" spc="-50">
                          <a:latin typeface="Calibri"/>
                          <a:cs typeface="Calibri"/>
                        </a:rPr>
                        <a:t>,</a:t>
                      </a:r>
                      <a:r>
                        <a:rPr sz="1100" i="1">
                          <a:latin typeface="Calibri"/>
                          <a:cs typeface="Calibri"/>
                        </a:rPr>
                        <a:t> Zhang </a:t>
                      </a:r>
                      <a:r>
                        <a:rPr sz="1100" i="1" spc="-25">
                          <a:latin typeface="Calibri"/>
                          <a:cs typeface="Calibri"/>
                        </a:rPr>
                        <a:t>Yan</a:t>
                      </a:r>
                      <a:endParaRPr sz="1100">
                        <a:latin typeface="Calibri"/>
                        <a:cs typeface="Calibri"/>
                      </a:endParaRPr>
                    </a:p>
                  </a:txBody>
                  <a:tcPr marL="0" marR="0" marT="190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spcBef>
                          <a:spcPts val="10"/>
                        </a:spcBef>
                      </a:pPr>
                      <a:endParaRPr sz="1100">
                        <a:latin typeface="Times New Roman"/>
                        <a:cs typeface="Times New Roman"/>
                      </a:endParaRPr>
                    </a:p>
                    <a:p>
                      <a:pPr marL="66675" marR="65405">
                        <a:lnSpc>
                          <a:spcPct val="101800"/>
                        </a:lnSpc>
                      </a:pPr>
                      <a:r>
                        <a:rPr sz="1100">
                          <a:solidFill>
                            <a:srgbClr val="1F1F1F"/>
                          </a:solidFill>
                          <a:latin typeface="Calibri"/>
                          <a:cs typeface="Calibri"/>
                        </a:rPr>
                        <a:t>Accurate</a:t>
                      </a:r>
                      <a:r>
                        <a:rPr sz="1100" spc="-45">
                          <a:solidFill>
                            <a:srgbClr val="1F1F1F"/>
                          </a:solidFill>
                          <a:latin typeface="Calibri"/>
                          <a:cs typeface="Calibri"/>
                        </a:rPr>
                        <a:t> </a:t>
                      </a:r>
                      <a:r>
                        <a:rPr sz="1100" spc="-25">
                          <a:solidFill>
                            <a:srgbClr val="1F1F1F"/>
                          </a:solidFill>
                          <a:latin typeface="Calibri"/>
                          <a:cs typeface="Calibri"/>
                        </a:rPr>
                        <a:t>and</a:t>
                      </a:r>
                      <a:r>
                        <a:rPr sz="1100" spc="500">
                          <a:solidFill>
                            <a:srgbClr val="1F1F1F"/>
                          </a:solidFill>
                          <a:latin typeface="Calibri"/>
                          <a:cs typeface="Calibri"/>
                        </a:rPr>
                        <a:t> </a:t>
                      </a:r>
                      <a:r>
                        <a:rPr sz="1100" spc="-10">
                          <a:solidFill>
                            <a:srgbClr val="1F1F1F"/>
                          </a:solidFill>
                          <a:latin typeface="Calibri"/>
                          <a:cs typeface="Calibri"/>
                        </a:rPr>
                        <a:t>rapid</a:t>
                      </a:r>
                      <a:r>
                        <a:rPr sz="1100" spc="500">
                          <a:solidFill>
                            <a:srgbClr val="1F1F1F"/>
                          </a:solidFill>
                          <a:latin typeface="Calibri"/>
                          <a:cs typeface="Calibri"/>
                        </a:rPr>
                        <a:t> </a:t>
                      </a:r>
                      <a:r>
                        <a:rPr sz="1100">
                          <a:solidFill>
                            <a:srgbClr val="1F1F1F"/>
                          </a:solidFill>
                          <a:latin typeface="Calibri"/>
                          <a:cs typeface="Calibri"/>
                        </a:rPr>
                        <a:t>identification</a:t>
                      </a:r>
                      <a:r>
                        <a:rPr sz="1100" spc="-45">
                          <a:solidFill>
                            <a:srgbClr val="1F1F1F"/>
                          </a:solidFill>
                          <a:latin typeface="Calibri"/>
                          <a:cs typeface="Calibri"/>
                        </a:rPr>
                        <a:t> </a:t>
                      </a:r>
                      <a:r>
                        <a:rPr sz="1100" spc="-25">
                          <a:solidFill>
                            <a:srgbClr val="1F1F1F"/>
                          </a:solidFill>
                          <a:latin typeface="Calibri"/>
                          <a:cs typeface="Calibri"/>
                        </a:rPr>
                        <a:t>of </a:t>
                      </a:r>
                      <a:r>
                        <a:rPr sz="1100">
                          <a:solidFill>
                            <a:srgbClr val="1F1F1F"/>
                          </a:solidFill>
                          <a:latin typeface="Calibri"/>
                          <a:cs typeface="Calibri"/>
                        </a:rPr>
                        <a:t>tea</a:t>
                      </a:r>
                      <a:r>
                        <a:rPr sz="1100" spc="-25">
                          <a:solidFill>
                            <a:srgbClr val="1F1F1F"/>
                          </a:solidFill>
                          <a:latin typeface="Calibri"/>
                          <a:cs typeface="Calibri"/>
                        </a:rPr>
                        <a:t> </a:t>
                      </a:r>
                      <a:r>
                        <a:rPr sz="1100">
                          <a:solidFill>
                            <a:srgbClr val="1F1F1F"/>
                          </a:solidFill>
                          <a:latin typeface="Calibri"/>
                          <a:cs typeface="Calibri"/>
                        </a:rPr>
                        <a:t>leaf</a:t>
                      </a:r>
                      <a:r>
                        <a:rPr sz="1100" spc="-30">
                          <a:solidFill>
                            <a:srgbClr val="1F1F1F"/>
                          </a:solidFill>
                          <a:latin typeface="Calibri"/>
                          <a:cs typeface="Calibri"/>
                        </a:rPr>
                        <a:t> </a:t>
                      </a:r>
                      <a:r>
                        <a:rPr sz="1100">
                          <a:solidFill>
                            <a:srgbClr val="1F1F1F"/>
                          </a:solidFill>
                          <a:latin typeface="Calibri"/>
                          <a:cs typeface="Calibri"/>
                        </a:rPr>
                        <a:t>diseases</a:t>
                      </a:r>
                      <a:r>
                        <a:rPr sz="1100" spc="-20">
                          <a:solidFill>
                            <a:srgbClr val="1F1F1F"/>
                          </a:solidFill>
                          <a:latin typeface="Calibri"/>
                          <a:cs typeface="Calibri"/>
                        </a:rPr>
                        <a:t> </a:t>
                      </a:r>
                      <a:r>
                        <a:rPr sz="1100" spc="-25">
                          <a:solidFill>
                            <a:srgbClr val="1F1F1F"/>
                          </a:solidFill>
                          <a:latin typeface="Calibri"/>
                          <a:cs typeface="Calibri"/>
                        </a:rPr>
                        <a:t>is </a:t>
                      </a:r>
                      <a:r>
                        <a:rPr sz="1100">
                          <a:solidFill>
                            <a:srgbClr val="1F1F1F"/>
                          </a:solidFill>
                          <a:latin typeface="Calibri"/>
                          <a:cs typeface="Calibri"/>
                        </a:rPr>
                        <a:t>beneficial</a:t>
                      </a:r>
                      <a:r>
                        <a:rPr sz="1100" spc="-30">
                          <a:solidFill>
                            <a:srgbClr val="1F1F1F"/>
                          </a:solidFill>
                          <a:latin typeface="Calibri"/>
                          <a:cs typeface="Calibri"/>
                        </a:rPr>
                        <a:t> </a:t>
                      </a:r>
                      <a:r>
                        <a:rPr sz="1100">
                          <a:solidFill>
                            <a:srgbClr val="1F1F1F"/>
                          </a:solidFill>
                          <a:latin typeface="Calibri"/>
                          <a:cs typeface="Calibri"/>
                        </a:rPr>
                        <a:t>to</a:t>
                      </a:r>
                      <a:r>
                        <a:rPr sz="1100" spc="-35">
                          <a:solidFill>
                            <a:srgbClr val="1F1F1F"/>
                          </a:solidFill>
                          <a:latin typeface="Calibri"/>
                          <a:cs typeface="Calibri"/>
                        </a:rPr>
                        <a:t> </a:t>
                      </a:r>
                      <a:r>
                        <a:rPr sz="1100" spc="-20">
                          <a:solidFill>
                            <a:srgbClr val="1F1F1F"/>
                          </a:solidFill>
                          <a:latin typeface="Calibri"/>
                          <a:cs typeface="Calibri"/>
                        </a:rPr>
                        <a:t>their </a:t>
                      </a:r>
                      <a:r>
                        <a:rPr sz="1100">
                          <a:solidFill>
                            <a:srgbClr val="1F1F1F"/>
                          </a:solidFill>
                          <a:latin typeface="Calibri"/>
                          <a:cs typeface="Calibri"/>
                        </a:rPr>
                        <a:t>prevention</a:t>
                      </a:r>
                      <a:r>
                        <a:rPr sz="1100" spc="-55">
                          <a:solidFill>
                            <a:srgbClr val="1F1F1F"/>
                          </a:solidFill>
                          <a:latin typeface="Calibri"/>
                          <a:cs typeface="Calibri"/>
                        </a:rPr>
                        <a:t> </a:t>
                      </a:r>
                      <a:r>
                        <a:rPr sz="1100" spc="-25">
                          <a:solidFill>
                            <a:srgbClr val="1F1F1F"/>
                          </a:solidFill>
                          <a:latin typeface="Calibri"/>
                          <a:cs typeface="Calibri"/>
                        </a:rPr>
                        <a:t>and </a:t>
                      </a:r>
                      <a:r>
                        <a:rPr sz="1100">
                          <a:solidFill>
                            <a:srgbClr val="1F1F1F"/>
                          </a:solidFill>
                          <a:latin typeface="Calibri"/>
                          <a:cs typeface="Calibri"/>
                        </a:rPr>
                        <a:t>control.</a:t>
                      </a:r>
                      <a:r>
                        <a:rPr sz="1100" spc="-35">
                          <a:solidFill>
                            <a:srgbClr val="1F1F1F"/>
                          </a:solidFill>
                          <a:latin typeface="Calibri"/>
                          <a:cs typeface="Calibri"/>
                        </a:rPr>
                        <a:t> </a:t>
                      </a:r>
                      <a:r>
                        <a:rPr sz="1100">
                          <a:solidFill>
                            <a:srgbClr val="1F1F1F"/>
                          </a:solidFill>
                          <a:latin typeface="Calibri"/>
                          <a:cs typeface="Calibri"/>
                        </a:rPr>
                        <a:t>This</a:t>
                      </a:r>
                      <a:r>
                        <a:rPr sz="1100" spc="-30">
                          <a:solidFill>
                            <a:srgbClr val="1F1F1F"/>
                          </a:solidFill>
                          <a:latin typeface="Calibri"/>
                          <a:cs typeface="Calibri"/>
                        </a:rPr>
                        <a:t> </a:t>
                      </a:r>
                      <a:r>
                        <a:rPr sz="1100" spc="-20">
                          <a:solidFill>
                            <a:srgbClr val="1F1F1F"/>
                          </a:solidFill>
                          <a:latin typeface="Calibri"/>
                          <a:cs typeface="Calibri"/>
                        </a:rPr>
                        <a:t>study </a:t>
                      </a:r>
                      <a:r>
                        <a:rPr sz="1100">
                          <a:solidFill>
                            <a:srgbClr val="1F1F1F"/>
                          </a:solidFill>
                          <a:latin typeface="Calibri"/>
                          <a:cs typeface="Calibri"/>
                        </a:rPr>
                        <a:t>proposes</a:t>
                      </a:r>
                      <a:r>
                        <a:rPr sz="1100" spc="-65">
                          <a:solidFill>
                            <a:srgbClr val="1F1F1F"/>
                          </a:solidFill>
                          <a:latin typeface="Calibri"/>
                          <a:cs typeface="Calibri"/>
                        </a:rPr>
                        <a:t> </a:t>
                      </a:r>
                      <a:r>
                        <a:rPr sz="1100" spc="-50">
                          <a:solidFill>
                            <a:srgbClr val="1F1F1F"/>
                          </a:solidFill>
                          <a:latin typeface="Calibri"/>
                          <a:cs typeface="Calibri"/>
                        </a:rPr>
                        <a:t>a</a:t>
                      </a:r>
                      <a:r>
                        <a:rPr sz="1100">
                          <a:solidFill>
                            <a:srgbClr val="1F1F1F"/>
                          </a:solidFill>
                          <a:latin typeface="Calibri"/>
                          <a:cs typeface="Calibri"/>
                        </a:rPr>
                        <a:t> method</a:t>
                      </a:r>
                      <a:r>
                        <a:rPr sz="1100" spc="-25">
                          <a:solidFill>
                            <a:srgbClr val="1F1F1F"/>
                          </a:solidFill>
                          <a:latin typeface="Calibri"/>
                          <a:cs typeface="Calibri"/>
                        </a:rPr>
                        <a:t> </a:t>
                      </a:r>
                      <a:r>
                        <a:rPr sz="1100">
                          <a:solidFill>
                            <a:srgbClr val="1F1F1F"/>
                          </a:solidFill>
                          <a:latin typeface="Calibri"/>
                          <a:cs typeface="Calibri"/>
                        </a:rPr>
                        <a:t>based</a:t>
                      </a:r>
                      <a:r>
                        <a:rPr sz="1100" spc="-25">
                          <a:solidFill>
                            <a:srgbClr val="1F1F1F"/>
                          </a:solidFill>
                          <a:latin typeface="Calibri"/>
                          <a:cs typeface="Calibri"/>
                        </a:rPr>
                        <a:t> on </a:t>
                      </a:r>
                      <a:r>
                        <a:rPr sz="1100">
                          <a:solidFill>
                            <a:srgbClr val="1F1F1F"/>
                          </a:solidFill>
                          <a:latin typeface="Calibri"/>
                          <a:cs typeface="Calibri"/>
                        </a:rPr>
                        <a:t>an</a:t>
                      </a:r>
                      <a:r>
                        <a:rPr sz="1100" spc="-35">
                          <a:solidFill>
                            <a:srgbClr val="1F1F1F"/>
                          </a:solidFill>
                          <a:latin typeface="Calibri"/>
                          <a:cs typeface="Calibri"/>
                        </a:rPr>
                        <a:t> </a:t>
                      </a:r>
                      <a:r>
                        <a:rPr sz="1100">
                          <a:solidFill>
                            <a:srgbClr val="1F1F1F"/>
                          </a:solidFill>
                          <a:latin typeface="Calibri"/>
                          <a:cs typeface="Calibri"/>
                        </a:rPr>
                        <a:t>improved</a:t>
                      </a:r>
                      <a:r>
                        <a:rPr sz="1100" spc="-35">
                          <a:solidFill>
                            <a:srgbClr val="1F1F1F"/>
                          </a:solidFill>
                          <a:latin typeface="Calibri"/>
                          <a:cs typeface="Calibri"/>
                        </a:rPr>
                        <a:t> </a:t>
                      </a:r>
                      <a:r>
                        <a:rPr sz="1100" spc="-20">
                          <a:solidFill>
                            <a:srgbClr val="1F1F1F"/>
                          </a:solidFill>
                          <a:latin typeface="Calibri"/>
                          <a:cs typeface="Calibri"/>
                        </a:rPr>
                        <a:t>deep </a:t>
                      </a:r>
                      <a:r>
                        <a:rPr sz="1100" u="sng" spc="-10">
                          <a:solidFill>
                            <a:srgbClr val="1F1F1F"/>
                          </a:solidFill>
                          <a:uFill>
                            <a:solidFill>
                              <a:srgbClr val="1F1F1F"/>
                            </a:solidFill>
                          </a:uFill>
                          <a:latin typeface="Calibri"/>
                          <a:cs typeface="Calibri"/>
                          <a:hlinkClick r:id="rId2"/>
                        </a:rPr>
                        <a:t>convolutional</a:t>
                      </a:r>
                      <a:r>
                        <a:rPr sz="1100" spc="-10">
                          <a:solidFill>
                            <a:srgbClr val="1F1F1F"/>
                          </a:solidFill>
                          <a:latin typeface="Calibri"/>
                          <a:cs typeface="Calibri"/>
                        </a:rPr>
                        <a:t> </a:t>
                      </a:r>
                      <a:r>
                        <a:rPr sz="1100" u="sng">
                          <a:solidFill>
                            <a:srgbClr val="1F1F1F"/>
                          </a:solidFill>
                          <a:uFill>
                            <a:solidFill>
                              <a:srgbClr val="1F1F1F"/>
                            </a:solidFill>
                          </a:uFill>
                          <a:latin typeface="Calibri"/>
                          <a:cs typeface="Calibri"/>
                          <a:hlinkClick r:id="rId2"/>
                        </a:rPr>
                        <a:t>neural</a:t>
                      </a:r>
                      <a:r>
                        <a:rPr sz="1100" u="sng" spc="-45">
                          <a:solidFill>
                            <a:srgbClr val="1F1F1F"/>
                          </a:solidFill>
                          <a:uFill>
                            <a:solidFill>
                              <a:srgbClr val="1F1F1F"/>
                            </a:solidFill>
                          </a:uFill>
                          <a:latin typeface="Calibri"/>
                          <a:cs typeface="Calibri"/>
                          <a:hlinkClick r:id="rId2"/>
                        </a:rPr>
                        <a:t> </a:t>
                      </a:r>
                      <a:r>
                        <a:rPr sz="1100" u="sng" spc="-10">
                          <a:solidFill>
                            <a:srgbClr val="1F1F1F"/>
                          </a:solidFill>
                          <a:uFill>
                            <a:solidFill>
                              <a:srgbClr val="1F1F1F"/>
                            </a:solidFill>
                          </a:uFill>
                          <a:latin typeface="Calibri"/>
                          <a:cs typeface="Calibri"/>
                          <a:hlinkClick r:id="rId2"/>
                        </a:rPr>
                        <a:t>network</a:t>
                      </a:r>
                      <a:r>
                        <a:rPr sz="1100" spc="-10">
                          <a:solidFill>
                            <a:srgbClr val="1F1F1F"/>
                          </a:solidFill>
                          <a:latin typeface="Calibri"/>
                          <a:cs typeface="Calibri"/>
                        </a:rPr>
                        <a:t> (CNN)</a:t>
                      </a:r>
                      <a:r>
                        <a:rPr sz="1100" spc="-20">
                          <a:solidFill>
                            <a:srgbClr val="1F1F1F"/>
                          </a:solidFill>
                          <a:latin typeface="Calibri"/>
                          <a:cs typeface="Calibri"/>
                        </a:rPr>
                        <a:t> </a:t>
                      </a:r>
                      <a:r>
                        <a:rPr sz="1100">
                          <a:solidFill>
                            <a:srgbClr val="1F1F1F"/>
                          </a:solidFill>
                          <a:latin typeface="Calibri"/>
                          <a:cs typeface="Calibri"/>
                        </a:rPr>
                        <a:t>for</a:t>
                      </a:r>
                      <a:r>
                        <a:rPr sz="1100" spc="-15">
                          <a:solidFill>
                            <a:srgbClr val="1F1F1F"/>
                          </a:solidFill>
                          <a:latin typeface="Calibri"/>
                          <a:cs typeface="Calibri"/>
                        </a:rPr>
                        <a:t> </a:t>
                      </a:r>
                      <a:r>
                        <a:rPr sz="1100">
                          <a:solidFill>
                            <a:srgbClr val="1F1F1F"/>
                          </a:solidFill>
                          <a:latin typeface="Calibri"/>
                          <a:cs typeface="Calibri"/>
                        </a:rPr>
                        <a:t>tea</a:t>
                      </a:r>
                      <a:r>
                        <a:rPr sz="1100" spc="-15">
                          <a:solidFill>
                            <a:srgbClr val="1F1F1F"/>
                          </a:solidFill>
                          <a:latin typeface="Calibri"/>
                          <a:cs typeface="Calibri"/>
                        </a:rPr>
                        <a:t> </a:t>
                      </a:r>
                      <a:r>
                        <a:rPr sz="1100" spc="-20">
                          <a:solidFill>
                            <a:srgbClr val="1F1F1F"/>
                          </a:solidFill>
                          <a:latin typeface="Calibri"/>
                          <a:cs typeface="Calibri"/>
                        </a:rPr>
                        <a:t>leaf </a:t>
                      </a:r>
                      <a:r>
                        <a:rPr sz="1100" spc="-10">
                          <a:solidFill>
                            <a:srgbClr val="1F1F1F"/>
                          </a:solidFill>
                          <a:latin typeface="Calibri"/>
                          <a:cs typeface="Calibri"/>
                        </a:rPr>
                        <a:t>disease identification.</a:t>
                      </a:r>
                      <a:endParaRPr sz="1100">
                        <a:latin typeface="Calibri"/>
                        <a:cs typeface="Calibri"/>
                      </a:endParaRPr>
                    </a:p>
                    <a:p>
                      <a:pPr marL="66675" marR="84455">
                        <a:lnSpc>
                          <a:spcPct val="101699"/>
                        </a:lnSpc>
                        <a:spcBef>
                          <a:spcPts val="5"/>
                        </a:spcBef>
                      </a:pPr>
                      <a:r>
                        <a:rPr sz="1100" spc="-10">
                          <a:solidFill>
                            <a:srgbClr val="1F1F1F"/>
                          </a:solidFill>
                          <a:latin typeface="Calibri"/>
                          <a:cs typeface="Calibri"/>
                        </a:rPr>
                        <a:t>Experimental </a:t>
                      </a:r>
                      <a:r>
                        <a:rPr sz="1100">
                          <a:solidFill>
                            <a:srgbClr val="1F1F1F"/>
                          </a:solidFill>
                          <a:latin typeface="Calibri"/>
                          <a:cs typeface="Calibri"/>
                        </a:rPr>
                        <a:t>results</a:t>
                      </a:r>
                      <a:r>
                        <a:rPr sz="1100" spc="-25">
                          <a:solidFill>
                            <a:srgbClr val="1F1F1F"/>
                          </a:solidFill>
                          <a:latin typeface="Calibri"/>
                          <a:cs typeface="Calibri"/>
                        </a:rPr>
                        <a:t> </a:t>
                      </a:r>
                      <a:r>
                        <a:rPr sz="1100">
                          <a:solidFill>
                            <a:srgbClr val="1F1F1F"/>
                          </a:solidFill>
                          <a:latin typeface="Calibri"/>
                          <a:cs typeface="Calibri"/>
                        </a:rPr>
                        <a:t>show</a:t>
                      </a:r>
                      <a:r>
                        <a:rPr sz="1100" spc="-30">
                          <a:solidFill>
                            <a:srgbClr val="1F1F1F"/>
                          </a:solidFill>
                          <a:latin typeface="Calibri"/>
                          <a:cs typeface="Calibri"/>
                        </a:rPr>
                        <a:t> </a:t>
                      </a:r>
                      <a:r>
                        <a:rPr sz="1100" spc="-20">
                          <a:solidFill>
                            <a:srgbClr val="1F1F1F"/>
                          </a:solidFill>
                          <a:latin typeface="Calibri"/>
                          <a:cs typeface="Calibri"/>
                        </a:rPr>
                        <a:t>that </a:t>
                      </a:r>
                      <a:r>
                        <a:rPr sz="1100">
                          <a:solidFill>
                            <a:srgbClr val="1F1F1F"/>
                          </a:solidFill>
                          <a:latin typeface="Calibri"/>
                          <a:cs typeface="Calibri"/>
                        </a:rPr>
                        <a:t>the</a:t>
                      </a:r>
                      <a:r>
                        <a:rPr sz="1100" spc="5">
                          <a:solidFill>
                            <a:srgbClr val="1F1F1F"/>
                          </a:solidFill>
                          <a:latin typeface="Calibri"/>
                          <a:cs typeface="Calibri"/>
                        </a:rPr>
                        <a:t> </a:t>
                      </a:r>
                      <a:r>
                        <a:rPr sz="1100" spc="-10">
                          <a:solidFill>
                            <a:srgbClr val="1F1F1F"/>
                          </a:solidFill>
                          <a:latin typeface="Calibri"/>
                          <a:cs typeface="Calibri"/>
                        </a:rPr>
                        <a:t>average identification </a:t>
                      </a:r>
                      <a:r>
                        <a:rPr sz="1100">
                          <a:solidFill>
                            <a:srgbClr val="1F1F1F"/>
                          </a:solidFill>
                          <a:latin typeface="Calibri"/>
                          <a:cs typeface="Calibri"/>
                        </a:rPr>
                        <a:t>accuracy</a:t>
                      </a:r>
                      <a:r>
                        <a:rPr sz="1100" spc="-15">
                          <a:solidFill>
                            <a:srgbClr val="1F1F1F"/>
                          </a:solidFill>
                          <a:latin typeface="Calibri"/>
                          <a:cs typeface="Calibri"/>
                        </a:rPr>
                        <a:t> </a:t>
                      </a:r>
                      <a:r>
                        <a:rPr sz="1100">
                          <a:solidFill>
                            <a:srgbClr val="1F1F1F"/>
                          </a:solidFill>
                          <a:latin typeface="Calibri"/>
                          <a:cs typeface="Calibri"/>
                        </a:rPr>
                        <a:t>of</a:t>
                      </a:r>
                      <a:r>
                        <a:rPr sz="1100" spc="-20">
                          <a:solidFill>
                            <a:srgbClr val="1F1F1F"/>
                          </a:solidFill>
                          <a:latin typeface="Calibri"/>
                          <a:cs typeface="Calibri"/>
                        </a:rPr>
                        <a:t> </a:t>
                      </a:r>
                      <a:r>
                        <a:rPr sz="1100" spc="-25">
                          <a:solidFill>
                            <a:srgbClr val="1F1F1F"/>
                          </a:solidFill>
                          <a:latin typeface="Calibri"/>
                          <a:cs typeface="Calibri"/>
                        </a:rPr>
                        <a:t>the </a:t>
                      </a:r>
                      <a:r>
                        <a:rPr sz="1100">
                          <a:solidFill>
                            <a:srgbClr val="1F1F1F"/>
                          </a:solidFill>
                          <a:latin typeface="Calibri"/>
                          <a:cs typeface="Calibri"/>
                        </a:rPr>
                        <a:t>proposed</a:t>
                      </a:r>
                      <a:r>
                        <a:rPr sz="1100" spc="-65">
                          <a:solidFill>
                            <a:srgbClr val="1F1F1F"/>
                          </a:solidFill>
                          <a:latin typeface="Calibri"/>
                          <a:cs typeface="Calibri"/>
                        </a:rPr>
                        <a:t> </a:t>
                      </a:r>
                      <a:r>
                        <a:rPr sz="1100" spc="-10">
                          <a:solidFill>
                            <a:srgbClr val="1F1F1F"/>
                          </a:solidFill>
                          <a:latin typeface="Calibri"/>
                          <a:cs typeface="Calibri"/>
                        </a:rPr>
                        <a:t>method </a:t>
                      </a:r>
                      <a:r>
                        <a:rPr sz="1100">
                          <a:solidFill>
                            <a:srgbClr val="1F1F1F"/>
                          </a:solidFill>
                          <a:latin typeface="Calibri"/>
                          <a:cs typeface="Calibri"/>
                        </a:rPr>
                        <a:t>is</a:t>
                      </a:r>
                      <a:r>
                        <a:rPr sz="1100" spc="-35">
                          <a:solidFill>
                            <a:srgbClr val="1F1F1F"/>
                          </a:solidFill>
                          <a:latin typeface="Calibri"/>
                          <a:cs typeface="Calibri"/>
                        </a:rPr>
                        <a:t> </a:t>
                      </a:r>
                      <a:r>
                        <a:rPr sz="1100">
                          <a:solidFill>
                            <a:srgbClr val="1F1F1F"/>
                          </a:solidFill>
                          <a:latin typeface="Calibri"/>
                          <a:cs typeface="Calibri"/>
                        </a:rPr>
                        <a:t>92.5%,</a:t>
                      </a:r>
                      <a:r>
                        <a:rPr sz="1100" spc="-25">
                          <a:solidFill>
                            <a:srgbClr val="1F1F1F"/>
                          </a:solidFill>
                          <a:latin typeface="Calibri"/>
                          <a:cs typeface="Calibri"/>
                        </a:rPr>
                        <a:t> </a:t>
                      </a:r>
                      <a:r>
                        <a:rPr sz="1100">
                          <a:solidFill>
                            <a:srgbClr val="1F1F1F"/>
                          </a:solidFill>
                          <a:latin typeface="Calibri"/>
                          <a:cs typeface="Calibri"/>
                        </a:rPr>
                        <a:t>which</a:t>
                      </a:r>
                      <a:r>
                        <a:rPr sz="1100" spc="-30">
                          <a:solidFill>
                            <a:srgbClr val="1F1F1F"/>
                          </a:solidFill>
                          <a:latin typeface="Calibri"/>
                          <a:cs typeface="Calibri"/>
                        </a:rPr>
                        <a:t> </a:t>
                      </a:r>
                      <a:r>
                        <a:rPr sz="1100" spc="-25">
                          <a:solidFill>
                            <a:srgbClr val="1F1F1F"/>
                          </a:solidFill>
                          <a:latin typeface="Calibri"/>
                          <a:cs typeface="Calibri"/>
                        </a:rPr>
                        <a:t>is </a:t>
                      </a:r>
                      <a:r>
                        <a:rPr sz="1100">
                          <a:solidFill>
                            <a:srgbClr val="1F1F1F"/>
                          </a:solidFill>
                          <a:latin typeface="Calibri"/>
                          <a:cs typeface="Calibri"/>
                        </a:rPr>
                        <a:t>higher</a:t>
                      </a:r>
                      <a:r>
                        <a:rPr sz="1100" spc="-15">
                          <a:solidFill>
                            <a:srgbClr val="1F1F1F"/>
                          </a:solidFill>
                          <a:latin typeface="Calibri"/>
                          <a:cs typeface="Calibri"/>
                        </a:rPr>
                        <a:t> </a:t>
                      </a:r>
                      <a:r>
                        <a:rPr sz="1100">
                          <a:solidFill>
                            <a:srgbClr val="1F1F1F"/>
                          </a:solidFill>
                          <a:latin typeface="Calibri"/>
                          <a:cs typeface="Calibri"/>
                        </a:rPr>
                        <a:t>than</a:t>
                      </a:r>
                      <a:r>
                        <a:rPr sz="1100" spc="-10">
                          <a:solidFill>
                            <a:srgbClr val="1F1F1F"/>
                          </a:solidFill>
                          <a:latin typeface="Calibri"/>
                          <a:cs typeface="Calibri"/>
                        </a:rPr>
                        <a:t> </a:t>
                      </a:r>
                      <a:r>
                        <a:rPr sz="1100" spc="-20">
                          <a:solidFill>
                            <a:srgbClr val="1F1F1F"/>
                          </a:solidFill>
                          <a:latin typeface="Calibri"/>
                          <a:cs typeface="Calibri"/>
                        </a:rPr>
                        <a:t>that</a:t>
                      </a:r>
                      <a:r>
                        <a:rPr sz="1100" spc="500">
                          <a:solidFill>
                            <a:srgbClr val="1F1F1F"/>
                          </a:solidFill>
                          <a:latin typeface="Calibri"/>
                          <a:cs typeface="Calibri"/>
                        </a:rPr>
                        <a:t> </a:t>
                      </a:r>
                      <a:r>
                        <a:rPr sz="1100">
                          <a:solidFill>
                            <a:srgbClr val="1F1F1F"/>
                          </a:solidFill>
                          <a:latin typeface="Calibri"/>
                          <a:cs typeface="Calibri"/>
                        </a:rPr>
                        <a:t>of</a:t>
                      </a:r>
                      <a:r>
                        <a:rPr sz="1100" spc="-25">
                          <a:solidFill>
                            <a:srgbClr val="1F1F1F"/>
                          </a:solidFill>
                          <a:latin typeface="Calibri"/>
                          <a:cs typeface="Calibri"/>
                        </a:rPr>
                        <a:t> </a:t>
                      </a:r>
                      <a:r>
                        <a:rPr sz="1100" spc="-10">
                          <a:solidFill>
                            <a:srgbClr val="1F1F1F"/>
                          </a:solidFill>
                          <a:latin typeface="Calibri"/>
                          <a:cs typeface="Calibri"/>
                        </a:rPr>
                        <a:t>traditional </a:t>
                      </a:r>
                      <a:r>
                        <a:rPr sz="1100" u="sng">
                          <a:solidFill>
                            <a:srgbClr val="1F1F1F"/>
                          </a:solidFill>
                          <a:uFill>
                            <a:solidFill>
                              <a:srgbClr val="1F1F1F"/>
                            </a:solidFill>
                          </a:uFill>
                          <a:latin typeface="Calibri"/>
                          <a:cs typeface="Calibri"/>
                          <a:hlinkClick r:id="rId3"/>
                        </a:rPr>
                        <a:t>machine</a:t>
                      </a:r>
                      <a:r>
                        <a:rPr sz="1100" u="sng" spc="-15">
                          <a:solidFill>
                            <a:srgbClr val="1F1F1F"/>
                          </a:solidFill>
                          <a:uFill>
                            <a:solidFill>
                              <a:srgbClr val="1F1F1F"/>
                            </a:solidFill>
                          </a:uFill>
                          <a:latin typeface="Calibri"/>
                          <a:cs typeface="Calibri"/>
                          <a:hlinkClick r:id="rId3"/>
                        </a:rPr>
                        <a:t> </a:t>
                      </a:r>
                      <a:r>
                        <a:rPr sz="1100" u="sng" spc="-10">
                          <a:solidFill>
                            <a:srgbClr val="1F1F1F"/>
                          </a:solidFill>
                          <a:uFill>
                            <a:solidFill>
                              <a:srgbClr val="1F1F1F"/>
                            </a:solidFill>
                          </a:uFill>
                          <a:latin typeface="Calibri"/>
                          <a:cs typeface="Calibri"/>
                          <a:hlinkClick r:id="rId3"/>
                        </a:rPr>
                        <a:t>learning</a:t>
                      </a:r>
                      <a:r>
                        <a:rPr sz="1100" spc="-10">
                          <a:solidFill>
                            <a:srgbClr val="1F1F1F"/>
                          </a:solidFill>
                          <a:latin typeface="Calibri"/>
                          <a:cs typeface="Calibri"/>
                        </a:rPr>
                        <a:t> </a:t>
                      </a:r>
                      <a:r>
                        <a:rPr sz="1100">
                          <a:solidFill>
                            <a:srgbClr val="1F1F1F"/>
                          </a:solidFill>
                          <a:latin typeface="Calibri"/>
                          <a:cs typeface="Calibri"/>
                        </a:rPr>
                        <a:t>methods</a:t>
                      </a:r>
                      <a:r>
                        <a:rPr sz="1100" spc="-30">
                          <a:solidFill>
                            <a:srgbClr val="1F1F1F"/>
                          </a:solidFill>
                          <a:latin typeface="Calibri"/>
                          <a:cs typeface="Calibri"/>
                        </a:rPr>
                        <a:t> </a:t>
                      </a:r>
                      <a:r>
                        <a:rPr sz="1100" spc="-25">
                          <a:solidFill>
                            <a:srgbClr val="1F1F1F"/>
                          </a:solidFill>
                          <a:latin typeface="Calibri"/>
                          <a:cs typeface="Calibri"/>
                        </a:rPr>
                        <a:t>and </a:t>
                      </a:r>
                      <a:r>
                        <a:rPr sz="1100">
                          <a:solidFill>
                            <a:srgbClr val="1F1F1F"/>
                          </a:solidFill>
                          <a:latin typeface="Calibri"/>
                          <a:cs typeface="Calibri"/>
                        </a:rPr>
                        <a:t>classical</a:t>
                      </a:r>
                      <a:r>
                        <a:rPr sz="1100" spc="-15">
                          <a:solidFill>
                            <a:srgbClr val="1F1F1F"/>
                          </a:solidFill>
                          <a:latin typeface="Calibri"/>
                          <a:cs typeface="Calibri"/>
                        </a:rPr>
                        <a:t> </a:t>
                      </a:r>
                      <a:r>
                        <a:rPr sz="1100" u="sng" spc="-20">
                          <a:solidFill>
                            <a:srgbClr val="1F1F1F"/>
                          </a:solidFill>
                          <a:uFill>
                            <a:solidFill>
                              <a:srgbClr val="1F1F1F"/>
                            </a:solidFill>
                          </a:uFill>
                          <a:latin typeface="Calibri"/>
                          <a:cs typeface="Calibri"/>
                          <a:hlinkClick r:id="rId4"/>
                        </a:rPr>
                        <a:t>deep</a:t>
                      </a:r>
                      <a:r>
                        <a:rPr sz="1100" spc="-20">
                          <a:solidFill>
                            <a:srgbClr val="1F1F1F"/>
                          </a:solidFill>
                          <a:latin typeface="Calibri"/>
                          <a:cs typeface="Calibri"/>
                        </a:rPr>
                        <a:t> </a:t>
                      </a:r>
                      <a:r>
                        <a:rPr sz="1100" u="sng">
                          <a:solidFill>
                            <a:srgbClr val="1F1F1F"/>
                          </a:solidFill>
                          <a:uFill>
                            <a:solidFill>
                              <a:srgbClr val="1F1F1F"/>
                            </a:solidFill>
                          </a:uFill>
                          <a:latin typeface="Calibri"/>
                          <a:cs typeface="Calibri"/>
                          <a:hlinkClick r:id="rId4"/>
                        </a:rPr>
                        <a:t>learning</a:t>
                      </a:r>
                      <a:r>
                        <a:rPr sz="1100" spc="-40">
                          <a:solidFill>
                            <a:srgbClr val="1F1F1F"/>
                          </a:solidFill>
                          <a:latin typeface="Calibri"/>
                          <a:cs typeface="Calibri"/>
                        </a:rPr>
                        <a:t> </a:t>
                      </a:r>
                      <a:r>
                        <a:rPr sz="1100" spc="-10">
                          <a:solidFill>
                            <a:srgbClr val="1F1F1F"/>
                          </a:solidFill>
                          <a:latin typeface="Calibri"/>
                          <a:cs typeface="Calibri"/>
                        </a:rPr>
                        <a:t>methods.</a:t>
                      </a:r>
                      <a:endParaRPr sz="1100">
                        <a:latin typeface="Calibri"/>
                        <a:cs typeface="Calibri"/>
                      </a:endParaRPr>
                    </a:p>
                  </a:txBody>
                  <a:tcPr marL="0" marR="0" marT="127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1"/>
                  </a:ext>
                </a:extLst>
              </a:tr>
              <a:tr h="1123950">
                <a:tc>
                  <a:txBody>
                    <a:bodyPr/>
                    <a:lstStyle/>
                    <a:p>
                      <a:pPr marL="69850">
                        <a:lnSpc>
                          <a:spcPts val="1295"/>
                        </a:lnSpc>
                      </a:pPr>
                      <a:r>
                        <a:rPr sz="1100" spc="-50">
                          <a:latin typeface="Calibri"/>
                          <a:cs typeface="Calibri"/>
                        </a:rPr>
                        <a:t>7</a:t>
                      </a:r>
                      <a:endParaRPr sz="1100">
                        <a:latin typeface="Calibri"/>
                        <a:cs typeface="Calibri"/>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9850" marR="219075">
                        <a:lnSpc>
                          <a:spcPts val="1450"/>
                        </a:lnSpc>
                        <a:spcBef>
                          <a:spcPts val="15"/>
                        </a:spcBef>
                      </a:pPr>
                      <a:r>
                        <a:rPr sz="1200" spc="-10">
                          <a:solidFill>
                            <a:srgbClr val="111111"/>
                          </a:solidFill>
                          <a:latin typeface="Calibri"/>
                          <a:cs typeface="Calibri"/>
                        </a:rPr>
                        <a:t>Automatic Recognition</a:t>
                      </a:r>
                      <a:r>
                        <a:rPr sz="1200" spc="30">
                          <a:solidFill>
                            <a:srgbClr val="111111"/>
                          </a:solidFill>
                          <a:latin typeface="Calibri"/>
                          <a:cs typeface="Calibri"/>
                        </a:rPr>
                        <a:t> </a:t>
                      </a:r>
                      <a:r>
                        <a:rPr sz="1200" spc="-25">
                          <a:solidFill>
                            <a:srgbClr val="111111"/>
                          </a:solidFill>
                          <a:latin typeface="Calibri"/>
                          <a:cs typeface="Calibri"/>
                        </a:rPr>
                        <a:t>of</a:t>
                      </a:r>
                      <a:endParaRPr sz="1200">
                        <a:latin typeface="Calibri"/>
                        <a:cs typeface="Calibri"/>
                      </a:endParaRPr>
                    </a:p>
                    <a:p>
                      <a:pPr marL="69850">
                        <a:lnSpc>
                          <a:spcPts val="1425"/>
                        </a:lnSpc>
                      </a:pPr>
                      <a:r>
                        <a:rPr sz="1200">
                          <a:solidFill>
                            <a:srgbClr val="111111"/>
                          </a:solidFill>
                          <a:latin typeface="Calibri"/>
                          <a:cs typeface="Calibri"/>
                        </a:rPr>
                        <a:t>Tea</a:t>
                      </a:r>
                      <a:r>
                        <a:rPr sz="1200" spc="-30">
                          <a:solidFill>
                            <a:srgbClr val="111111"/>
                          </a:solidFill>
                          <a:latin typeface="Calibri"/>
                          <a:cs typeface="Calibri"/>
                        </a:rPr>
                        <a:t> </a:t>
                      </a:r>
                      <a:r>
                        <a:rPr sz="1200" spc="-10">
                          <a:solidFill>
                            <a:srgbClr val="111111"/>
                          </a:solidFill>
                          <a:latin typeface="Calibri"/>
                          <a:cs typeface="Calibri"/>
                        </a:rPr>
                        <a:t>Diseases</a:t>
                      </a:r>
                      <a:endParaRPr sz="1200">
                        <a:latin typeface="Calibri"/>
                        <a:cs typeface="Calibri"/>
                      </a:endParaRPr>
                    </a:p>
                    <a:p>
                      <a:pPr marL="69850" marR="186055">
                        <a:lnSpc>
                          <a:spcPct val="100000"/>
                        </a:lnSpc>
                        <a:spcBef>
                          <a:spcPts val="35"/>
                        </a:spcBef>
                      </a:pPr>
                      <a:r>
                        <a:rPr sz="1200">
                          <a:solidFill>
                            <a:srgbClr val="111111"/>
                          </a:solidFill>
                          <a:latin typeface="Calibri"/>
                          <a:cs typeface="Calibri"/>
                        </a:rPr>
                        <a:t>Based</a:t>
                      </a:r>
                      <a:r>
                        <a:rPr sz="1200" spc="-25">
                          <a:solidFill>
                            <a:srgbClr val="111111"/>
                          </a:solidFill>
                          <a:latin typeface="Calibri"/>
                          <a:cs typeface="Calibri"/>
                        </a:rPr>
                        <a:t> </a:t>
                      </a:r>
                      <a:r>
                        <a:rPr sz="1200">
                          <a:solidFill>
                            <a:srgbClr val="111111"/>
                          </a:solidFill>
                          <a:latin typeface="Calibri"/>
                          <a:cs typeface="Calibri"/>
                        </a:rPr>
                        <a:t>on</a:t>
                      </a:r>
                      <a:r>
                        <a:rPr sz="1200" spc="-20">
                          <a:solidFill>
                            <a:srgbClr val="111111"/>
                          </a:solidFill>
                          <a:latin typeface="Calibri"/>
                          <a:cs typeface="Calibri"/>
                        </a:rPr>
                        <a:t> Deep </a:t>
                      </a:r>
                      <a:r>
                        <a:rPr sz="1200" spc="-10">
                          <a:solidFill>
                            <a:srgbClr val="111111"/>
                          </a:solidFill>
                          <a:latin typeface="Calibri"/>
                          <a:cs typeface="Calibri"/>
                        </a:rPr>
                        <a:t>Learning</a:t>
                      </a:r>
                      <a:endParaRPr sz="1200">
                        <a:latin typeface="Calibri"/>
                        <a:cs typeface="Calibri"/>
                      </a:endParaRPr>
                    </a:p>
                  </a:txBody>
                  <a:tcPr marL="0" marR="0" marT="190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675">
                        <a:lnSpc>
                          <a:spcPts val="1295"/>
                        </a:lnSpc>
                      </a:pPr>
                      <a:r>
                        <a:rPr sz="1100" spc="-20">
                          <a:latin typeface="Calibri"/>
                          <a:cs typeface="Calibri"/>
                        </a:rPr>
                        <a:t>2020</a:t>
                      </a:r>
                      <a:endParaRPr sz="1100">
                        <a:latin typeface="Calibri"/>
                        <a:cs typeface="Calibri"/>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9850">
                        <a:lnSpc>
                          <a:spcPts val="1295"/>
                        </a:lnSpc>
                      </a:pPr>
                      <a:r>
                        <a:rPr sz="1100">
                          <a:latin typeface="Calibri"/>
                          <a:cs typeface="Calibri"/>
                        </a:rPr>
                        <a:t>Jing</a:t>
                      </a:r>
                      <a:r>
                        <a:rPr sz="1100" spc="-5">
                          <a:latin typeface="Calibri"/>
                          <a:cs typeface="Calibri"/>
                        </a:rPr>
                        <a:t> </a:t>
                      </a:r>
                      <a:r>
                        <a:rPr sz="1100" spc="-20">
                          <a:latin typeface="Calibri"/>
                          <a:cs typeface="Calibri"/>
                        </a:rPr>
                        <a:t>Chen</a:t>
                      </a:r>
                      <a:endParaRPr sz="1100">
                        <a:latin typeface="Calibri"/>
                        <a:cs typeface="Calibri"/>
                      </a:endParaRPr>
                    </a:p>
                    <a:p>
                      <a:pPr marL="69850">
                        <a:lnSpc>
                          <a:spcPct val="100000"/>
                        </a:lnSpc>
                        <a:spcBef>
                          <a:spcPts val="30"/>
                        </a:spcBef>
                      </a:pPr>
                      <a:r>
                        <a:rPr sz="1100">
                          <a:latin typeface="Calibri"/>
                          <a:cs typeface="Calibri"/>
                        </a:rPr>
                        <a:t>Junying</a:t>
                      </a:r>
                      <a:r>
                        <a:rPr sz="1100" spc="-25">
                          <a:latin typeface="Calibri"/>
                          <a:cs typeface="Calibri"/>
                        </a:rPr>
                        <a:t> Jia</a:t>
                      </a:r>
                      <a:endParaRPr sz="1100">
                        <a:latin typeface="Calibri"/>
                        <a:cs typeface="Calibri"/>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675" marR="193675">
                        <a:lnSpc>
                          <a:spcPts val="1450"/>
                        </a:lnSpc>
                        <a:spcBef>
                          <a:spcPts val="15"/>
                        </a:spcBef>
                      </a:pPr>
                      <a:r>
                        <a:rPr sz="1200">
                          <a:solidFill>
                            <a:srgbClr val="221F1F"/>
                          </a:solidFill>
                          <a:latin typeface="Calibri"/>
                          <a:cs typeface="Calibri"/>
                        </a:rPr>
                        <a:t>In</a:t>
                      </a:r>
                      <a:r>
                        <a:rPr sz="1200" spc="-30">
                          <a:solidFill>
                            <a:srgbClr val="221F1F"/>
                          </a:solidFill>
                          <a:latin typeface="Calibri"/>
                          <a:cs typeface="Calibri"/>
                        </a:rPr>
                        <a:t> </a:t>
                      </a:r>
                      <a:r>
                        <a:rPr sz="1200">
                          <a:solidFill>
                            <a:srgbClr val="221F1F"/>
                          </a:solidFill>
                          <a:latin typeface="Calibri"/>
                          <a:cs typeface="Calibri"/>
                        </a:rPr>
                        <a:t>this</a:t>
                      </a:r>
                      <a:r>
                        <a:rPr sz="1200" spc="-15">
                          <a:solidFill>
                            <a:srgbClr val="221F1F"/>
                          </a:solidFill>
                          <a:latin typeface="Calibri"/>
                          <a:cs typeface="Calibri"/>
                        </a:rPr>
                        <a:t> </a:t>
                      </a:r>
                      <a:r>
                        <a:rPr sz="1200">
                          <a:solidFill>
                            <a:srgbClr val="221F1F"/>
                          </a:solidFill>
                          <a:latin typeface="Calibri"/>
                          <a:cs typeface="Calibri"/>
                        </a:rPr>
                        <a:t>paper,</a:t>
                      </a:r>
                      <a:r>
                        <a:rPr sz="1200" spc="-20">
                          <a:solidFill>
                            <a:srgbClr val="221F1F"/>
                          </a:solidFill>
                          <a:latin typeface="Calibri"/>
                          <a:cs typeface="Calibri"/>
                        </a:rPr>
                        <a:t> </a:t>
                      </a:r>
                      <a:r>
                        <a:rPr sz="1200" spc="-50">
                          <a:solidFill>
                            <a:srgbClr val="221F1F"/>
                          </a:solidFill>
                          <a:latin typeface="Calibri"/>
                          <a:cs typeface="Calibri"/>
                        </a:rPr>
                        <a:t>a </a:t>
                      </a:r>
                      <a:r>
                        <a:rPr sz="1200" spc="-20">
                          <a:solidFill>
                            <a:srgbClr val="221F1F"/>
                          </a:solidFill>
                          <a:latin typeface="Calibri"/>
                          <a:cs typeface="Calibri"/>
                        </a:rPr>
                        <a:t>deep</a:t>
                      </a:r>
                      <a:endParaRPr sz="1200">
                        <a:latin typeface="Calibri"/>
                        <a:cs typeface="Calibri"/>
                      </a:endParaRPr>
                    </a:p>
                    <a:p>
                      <a:pPr marL="66675">
                        <a:lnSpc>
                          <a:spcPts val="1425"/>
                        </a:lnSpc>
                      </a:pPr>
                      <a:r>
                        <a:rPr sz="1200" spc="-10">
                          <a:solidFill>
                            <a:srgbClr val="221F1F"/>
                          </a:solidFill>
                          <a:latin typeface="Calibri"/>
                          <a:cs typeface="Calibri"/>
                        </a:rPr>
                        <a:t>convolutional</a:t>
                      </a:r>
                      <a:endParaRPr sz="1200">
                        <a:latin typeface="Calibri"/>
                        <a:cs typeface="Calibri"/>
                      </a:endParaRPr>
                    </a:p>
                    <a:p>
                      <a:pPr marL="66675" marR="164465" algn="just">
                        <a:lnSpc>
                          <a:spcPct val="101499"/>
                        </a:lnSpc>
                        <a:spcBef>
                          <a:spcPts val="15"/>
                        </a:spcBef>
                      </a:pPr>
                      <a:r>
                        <a:rPr sz="1200">
                          <a:solidFill>
                            <a:srgbClr val="221F1F"/>
                          </a:solidFill>
                          <a:latin typeface="Calibri"/>
                          <a:cs typeface="Calibri"/>
                        </a:rPr>
                        <a:t>neural</a:t>
                      </a:r>
                      <a:r>
                        <a:rPr sz="1200" spc="-10">
                          <a:solidFill>
                            <a:srgbClr val="221F1F"/>
                          </a:solidFill>
                          <a:latin typeface="Calibri"/>
                          <a:cs typeface="Calibri"/>
                        </a:rPr>
                        <a:t> network </a:t>
                      </a:r>
                      <a:r>
                        <a:rPr sz="1200">
                          <a:solidFill>
                            <a:srgbClr val="221F1F"/>
                          </a:solidFill>
                          <a:latin typeface="Calibri"/>
                          <a:cs typeface="Calibri"/>
                        </a:rPr>
                        <a:t>named</a:t>
                      </a:r>
                      <a:r>
                        <a:rPr sz="1200" spc="-50">
                          <a:solidFill>
                            <a:srgbClr val="221F1F"/>
                          </a:solidFill>
                          <a:latin typeface="Calibri"/>
                          <a:cs typeface="Calibri"/>
                        </a:rPr>
                        <a:t> </a:t>
                      </a:r>
                      <a:r>
                        <a:rPr sz="1200" spc="-10">
                          <a:solidFill>
                            <a:srgbClr val="221F1F"/>
                          </a:solidFill>
                          <a:latin typeface="Calibri"/>
                          <a:cs typeface="Calibri"/>
                        </a:rPr>
                        <a:t>LeafNet </a:t>
                      </a:r>
                      <a:r>
                        <a:rPr sz="1200">
                          <a:solidFill>
                            <a:srgbClr val="221F1F"/>
                          </a:solidFill>
                          <a:latin typeface="Calibri"/>
                          <a:cs typeface="Calibri"/>
                        </a:rPr>
                        <a:t>capable</a:t>
                      </a:r>
                      <a:r>
                        <a:rPr sz="1200" spc="-55">
                          <a:solidFill>
                            <a:srgbClr val="221F1F"/>
                          </a:solidFill>
                          <a:latin typeface="Calibri"/>
                          <a:cs typeface="Calibri"/>
                        </a:rPr>
                        <a:t> </a:t>
                      </a:r>
                      <a:r>
                        <a:rPr sz="1200" spc="-25">
                          <a:solidFill>
                            <a:srgbClr val="221F1F"/>
                          </a:solidFill>
                          <a:latin typeface="Calibri"/>
                          <a:cs typeface="Calibri"/>
                        </a:rPr>
                        <a:t>of</a:t>
                      </a:r>
                      <a:endParaRPr sz="1200">
                        <a:latin typeface="Calibri"/>
                        <a:cs typeface="Calibri"/>
                      </a:endParaRPr>
                    </a:p>
                  </a:txBody>
                  <a:tcPr marL="0" marR="0" marT="190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2"/>
                  </a:ext>
                </a:extLst>
              </a:tr>
            </a:tbl>
          </a:graphicData>
        </a:graphic>
      </p:graphicFrame>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2" name="object 2"/>
          <p:cNvGraphicFramePr>
            <a:graphicFrameLocks noGrp="1"/>
          </p:cNvGraphicFramePr>
          <p:nvPr/>
        </p:nvGraphicFramePr>
        <p:xfrm>
          <a:off x="914717" y="914780"/>
          <a:ext cx="5946140" cy="8226171"/>
        </p:xfrm>
        <a:graphic>
          <a:graphicData uri="http://schemas.openxmlformats.org/drawingml/2006/table">
            <a:tbl>
              <a:tblPr firstRow="1" bandRow="1">
                <a:tableStyleId>{2D5ABB26-0587-4C30-8999-92F81FD0307C}</a:tableStyleId>
              </a:tblPr>
              <a:tblGrid>
                <a:gridCol w="1188085">
                  <a:extLst>
                    <a:ext uri="{9D8B030D-6E8A-4147-A177-3AD203B41FA5}">
                      <a16:colId xmlns:a16="http://schemas.microsoft.com/office/drawing/2014/main" val="20000"/>
                    </a:ext>
                  </a:extLst>
                </a:gridCol>
                <a:gridCol w="1190625">
                  <a:extLst>
                    <a:ext uri="{9D8B030D-6E8A-4147-A177-3AD203B41FA5}">
                      <a16:colId xmlns:a16="http://schemas.microsoft.com/office/drawing/2014/main" val="20001"/>
                    </a:ext>
                  </a:extLst>
                </a:gridCol>
                <a:gridCol w="1188085">
                  <a:extLst>
                    <a:ext uri="{9D8B030D-6E8A-4147-A177-3AD203B41FA5}">
                      <a16:colId xmlns:a16="http://schemas.microsoft.com/office/drawing/2014/main" val="20002"/>
                    </a:ext>
                  </a:extLst>
                </a:gridCol>
                <a:gridCol w="1191260">
                  <a:extLst>
                    <a:ext uri="{9D8B030D-6E8A-4147-A177-3AD203B41FA5}">
                      <a16:colId xmlns:a16="http://schemas.microsoft.com/office/drawing/2014/main" val="20003"/>
                    </a:ext>
                  </a:extLst>
                </a:gridCol>
                <a:gridCol w="1188085">
                  <a:extLst>
                    <a:ext uri="{9D8B030D-6E8A-4147-A177-3AD203B41FA5}">
                      <a16:colId xmlns:a16="http://schemas.microsoft.com/office/drawing/2014/main" val="20004"/>
                    </a:ext>
                  </a:extLst>
                </a:gridCol>
              </a:tblGrid>
              <a:tr h="8193405">
                <a:tc>
                  <a:txBody>
                    <a:bodyPr/>
                    <a:lstStyle/>
                    <a:p>
                      <a:pPr>
                        <a:lnSpc>
                          <a:spcPct val="100000"/>
                        </a:lnSpc>
                      </a:pP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675" marR="165100">
                        <a:lnSpc>
                          <a:spcPts val="1450"/>
                        </a:lnSpc>
                        <a:spcBef>
                          <a:spcPts val="15"/>
                        </a:spcBef>
                      </a:pPr>
                      <a:r>
                        <a:rPr sz="1200">
                          <a:solidFill>
                            <a:srgbClr val="221F1F"/>
                          </a:solidFill>
                          <a:latin typeface="Calibri"/>
                          <a:cs typeface="Calibri"/>
                        </a:rPr>
                        <a:t>recognizing</a:t>
                      </a:r>
                      <a:r>
                        <a:rPr sz="1200" spc="-45">
                          <a:solidFill>
                            <a:srgbClr val="221F1F"/>
                          </a:solidFill>
                          <a:latin typeface="Calibri"/>
                          <a:cs typeface="Calibri"/>
                        </a:rPr>
                        <a:t> </a:t>
                      </a:r>
                      <a:r>
                        <a:rPr sz="1200" spc="-25">
                          <a:solidFill>
                            <a:srgbClr val="221F1F"/>
                          </a:solidFill>
                          <a:latin typeface="Calibri"/>
                          <a:cs typeface="Calibri"/>
                        </a:rPr>
                        <a:t>the </a:t>
                      </a:r>
                      <a:r>
                        <a:rPr sz="1200" spc="-10">
                          <a:solidFill>
                            <a:srgbClr val="221F1F"/>
                          </a:solidFill>
                          <a:latin typeface="Calibri"/>
                          <a:cs typeface="Calibri"/>
                        </a:rPr>
                        <a:t>seven</a:t>
                      </a:r>
                      <a:endParaRPr sz="1200">
                        <a:latin typeface="Calibri"/>
                        <a:cs typeface="Calibri"/>
                      </a:endParaRPr>
                    </a:p>
                    <a:p>
                      <a:pPr marL="66675" marR="61594">
                        <a:lnSpc>
                          <a:spcPts val="1450"/>
                        </a:lnSpc>
                        <a:spcBef>
                          <a:spcPts val="25"/>
                        </a:spcBef>
                      </a:pPr>
                      <a:r>
                        <a:rPr sz="1200">
                          <a:solidFill>
                            <a:srgbClr val="221F1F"/>
                          </a:solidFill>
                          <a:latin typeface="Calibri"/>
                          <a:cs typeface="Calibri"/>
                        </a:rPr>
                        <a:t>types</a:t>
                      </a:r>
                      <a:r>
                        <a:rPr sz="1200" spc="-15">
                          <a:solidFill>
                            <a:srgbClr val="221F1F"/>
                          </a:solidFill>
                          <a:latin typeface="Calibri"/>
                          <a:cs typeface="Calibri"/>
                        </a:rPr>
                        <a:t> </a:t>
                      </a:r>
                      <a:r>
                        <a:rPr sz="1200">
                          <a:solidFill>
                            <a:srgbClr val="221F1F"/>
                          </a:solidFill>
                          <a:latin typeface="Calibri"/>
                          <a:cs typeface="Calibri"/>
                        </a:rPr>
                        <a:t>of</a:t>
                      </a:r>
                      <a:r>
                        <a:rPr sz="1200" spc="-15">
                          <a:solidFill>
                            <a:srgbClr val="221F1F"/>
                          </a:solidFill>
                          <a:latin typeface="Calibri"/>
                          <a:cs typeface="Calibri"/>
                        </a:rPr>
                        <a:t> </a:t>
                      </a:r>
                      <a:r>
                        <a:rPr sz="1200" spc="-10">
                          <a:solidFill>
                            <a:srgbClr val="221F1F"/>
                          </a:solidFill>
                          <a:latin typeface="Calibri"/>
                          <a:cs typeface="Calibri"/>
                        </a:rPr>
                        <a:t>diseases </a:t>
                      </a:r>
                      <a:r>
                        <a:rPr sz="1200">
                          <a:solidFill>
                            <a:srgbClr val="221F1F"/>
                          </a:solidFill>
                          <a:latin typeface="Calibri"/>
                          <a:cs typeface="Calibri"/>
                        </a:rPr>
                        <a:t>from</a:t>
                      </a:r>
                      <a:r>
                        <a:rPr sz="1200" spc="-25">
                          <a:solidFill>
                            <a:srgbClr val="221F1F"/>
                          </a:solidFill>
                          <a:latin typeface="Calibri"/>
                          <a:cs typeface="Calibri"/>
                        </a:rPr>
                        <a:t> </a:t>
                      </a:r>
                      <a:r>
                        <a:rPr sz="1200">
                          <a:solidFill>
                            <a:srgbClr val="221F1F"/>
                          </a:solidFill>
                          <a:latin typeface="Calibri"/>
                          <a:cs typeface="Calibri"/>
                        </a:rPr>
                        <a:t>tea</a:t>
                      </a:r>
                      <a:r>
                        <a:rPr sz="1200" spc="-10">
                          <a:solidFill>
                            <a:srgbClr val="221F1F"/>
                          </a:solidFill>
                          <a:latin typeface="Calibri"/>
                          <a:cs typeface="Calibri"/>
                        </a:rPr>
                        <a:t> </a:t>
                      </a:r>
                      <a:r>
                        <a:rPr sz="1200" spc="-20">
                          <a:solidFill>
                            <a:srgbClr val="221F1F"/>
                          </a:solidFill>
                          <a:latin typeface="Calibri"/>
                          <a:cs typeface="Calibri"/>
                        </a:rPr>
                        <a:t>leaf</a:t>
                      </a:r>
                      <a:endParaRPr sz="1200">
                        <a:latin typeface="Calibri"/>
                        <a:cs typeface="Calibri"/>
                      </a:endParaRPr>
                    </a:p>
                    <a:p>
                      <a:pPr marL="66675">
                        <a:lnSpc>
                          <a:spcPts val="1425"/>
                        </a:lnSpc>
                      </a:pPr>
                      <a:r>
                        <a:rPr sz="1200">
                          <a:solidFill>
                            <a:srgbClr val="221F1F"/>
                          </a:solidFill>
                          <a:latin typeface="Calibri"/>
                          <a:cs typeface="Calibri"/>
                        </a:rPr>
                        <a:t>disease</a:t>
                      </a:r>
                      <a:r>
                        <a:rPr sz="1200" spc="-55">
                          <a:solidFill>
                            <a:srgbClr val="221F1F"/>
                          </a:solidFill>
                          <a:latin typeface="Calibri"/>
                          <a:cs typeface="Calibri"/>
                        </a:rPr>
                        <a:t> </a:t>
                      </a:r>
                      <a:r>
                        <a:rPr sz="1200" spc="-10">
                          <a:solidFill>
                            <a:srgbClr val="221F1F"/>
                          </a:solidFill>
                          <a:latin typeface="Calibri"/>
                          <a:cs typeface="Calibri"/>
                        </a:rPr>
                        <a:t>images</a:t>
                      </a:r>
                      <a:endParaRPr sz="1200">
                        <a:latin typeface="Calibri"/>
                        <a:cs typeface="Calibri"/>
                      </a:endParaRPr>
                    </a:p>
                    <a:p>
                      <a:pPr marL="66675" marR="80010" algn="just">
                        <a:lnSpc>
                          <a:spcPct val="101600"/>
                        </a:lnSpc>
                        <a:spcBef>
                          <a:spcPts val="10"/>
                        </a:spcBef>
                      </a:pPr>
                      <a:r>
                        <a:rPr sz="1200">
                          <a:solidFill>
                            <a:srgbClr val="221F1F"/>
                          </a:solidFill>
                          <a:latin typeface="Calibri"/>
                          <a:cs typeface="Calibri"/>
                        </a:rPr>
                        <a:t>was</a:t>
                      </a:r>
                      <a:r>
                        <a:rPr sz="1200" spc="-30">
                          <a:solidFill>
                            <a:srgbClr val="221F1F"/>
                          </a:solidFill>
                          <a:latin typeface="Calibri"/>
                          <a:cs typeface="Calibri"/>
                        </a:rPr>
                        <a:t> </a:t>
                      </a:r>
                      <a:r>
                        <a:rPr sz="1200" spc="-10">
                          <a:solidFill>
                            <a:srgbClr val="221F1F"/>
                          </a:solidFill>
                          <a:latin typeface="Calibri"/>
                          <a:cs typeface="Calibri"/>
                        </a:rPr>
                        <a:t>established, </a:t>
                      </a:r>
                      <a:r>
                        <a:rPr sz="1200">
                          <a:solidFill>
                            <a:srgbClr val="221F1F"/>
                          </a:solidFill>
                          <a:latin typeface="Calibri"/>
                          <a:cs typeface="Calibri"/>
                        </a:rPr>
                        <a:t>with</a:t>
                      </a:r>
                      <a:r>
                        <a:rPr sz="1200" spc="-30">
                          <a:solidFill>
                            <a:srgbClr val="221F1F"/>
                          </a:solidFill>
                          <a:latin typeface="Calibri"/>
                          <a:cs typeface="Calibri"/>
                        </a:rPr>
                        <a:t> </a:t>
                      </a:r>
                      <a:r>
                        <a:rPr sz="1200">
                          <a:solidFill>
                            <a:srgbClr val="221F1F"/>
                          </a:solidFill>
                          <a:latin typeface="Calibri"/>
                          <a:cs typeface="Calibri"/>
                        </a:rPr>
                        <a:t>an</a:t>
                      </a:r>
                      <a:r>
                        <a:rPr sz="1200" spc="-20">
                          <a:solidFill>
                            <a:srgbClr val="221F1F"/>
                          </a:solidFill>
                          <a:latin typeface="Calibri"/>
                          <a:cs typeface="Calibri"/>
                        </a:rPr>
                        <a:t> </a:t>
                      </a:r>
                      <a:r>
                        <a:rPr sz="1200" spc="-10">
                          <a:solidFill>
                            <a:srgbClr val="221F1F"/>
                          </a:solidFill>
                          <a:latin typeface="Calibri"/>
                          <a:cs typeface="Calibri"/>
                        </a:rPr>
                        <a:t>accuracy </a:t>
                      </a:r>
                      <a:r>
                        <a:rPr sz="1200" spc="-25">
                          <a:solidFill>
                            <a:srgbClr val="221F1F"/>
                          </a:solidFill>
                          <a:latin typeface="Calibri"/>
                          <a:cs typeface="Calibri"/>
                        </a:rPr>
                        <a:t>of</a:t>
                      </a:r>
                      <a:endParaRPr sz="1200">
                        <a:latin typeface="Calibri"/>
                        <a:cs typeface="Calibri"/>
                      </a:endParaRPr>
                    </a:p>
                    <a:p>
                      <a:pPr marL="66675" marR="219710">
                        <a:lnSpc>
                          <a:spcPts val="1480"/>
                        </a:lnSpc>
                        <a:spcBef>
                          <a:spcPts val="30"/>
                        </a:spcBef>
                      </a:pPr>
                      <a:r>
                        <a:rPr sz="1200">
                          <a:solidFill>
                            <a:srgbClr val="221F1F"/>
                          </a:solidFill>
                          <a:latin typeface="Calibri"/>
                          <a:cs typeface="Calibri"/>
                        </a:rPr>
                        <a:t>up</a:t>
                      </a:r>
                      <a:r>
                        <a:rPr sz="1200" spc="-20">
                          <a:solidFill>
                            <a:srgbClr val="221F1F"/>
                          </a:solidFill>
                          <a:latin typeface="Calibri"/>
                          <a:cs typeface="Calibri"/>
                        </a:rPr>
                        <a:t> </a:t>
                      </a:r>
                      <a:r>
                        <a:rPr sz="1200">
                          <a:solidFill>
                            <a:srgbClr val="221F1F"/>
                          </a:solidFill>
                          <a:latin typeface="Calibri"/>
                          <a:cs typeface="Calibri"/>
                        </a:rPr>
                        <a:t>to</a:t>
                      </a:r>
                      <a:r>
                        <a:rPr sz="1200" spc="-25">
                          <a:solidFill>
                            <a:srgbClr val="221F1F"/>
                          </a:solidFill>
                          <a:latin typeface="Calibri"/>
                          <a:cs typeface="Calibri"/>
                        </a:rPr>
                        <a:t> </a:t>
                      </a:r>
                      <a:r>
                        <a:rPr sz="1200" spc="-10">
                          <a:solidFill>
                            <a:srgbClr val="221F1F"/>
                          </a:solidFill>
                          <a:latin typeface="Calibri"/>
                          <a:cs typeface="Calibri"/>
                        </a:rPr>
                        <a:t>90.23%, </a:t>
                      </a:r>
                      <a:r>
                        <a:rPr sz="1200">
                          <a:solidFill>
                            <a:srgbClr val="221F1F"/>
                          </a:solidFill>
                          <a:latin typeface="Calibri"/>
                          <a:cs typeface="Calibri"/>
                        </a:rPr>
                        <a:t>aiming</a:t>
                      </a:r>
                      <a:r>
                        <a:rPr sz="1200" spc="-35">
                          <a:solidFill>
                            <a:srgbClr val="221F1F"/>
                          </a:solidFill>
                          <a:latin typeface="Calibri"/>
                          <a:cs typeface="Calibri"/>
                        </a:rPr>
                        <a:t> </a:t>
                      </a:r>
                      <a:r>
                        <a:rPr sz="1200" spc="-25">
                          <a:solidFill>
                            <a:srgbClr val="221F1F"/>
                          </a:solidFill>
                          <a:latin typeface="Calibri"/>
                          <a:cs typeface="Calibri"/>
                        </a:rPr>
                        <a:t>to</a:t>
                      </a:r>
                      <a:endParaRPr sz="1200">
                        <a:latin typeface="Calibri"/>
                        <a:cs typeface="Calibri"/>
                      </a:endParaRPr>
                    </a:p>
                    <a:p>
                      <a:pPr marL="66675" marR="219710">
                        <a:lnSpc>
                          <a:spcPts val="1450"/>
                        </a:lnSpc>
                        <a:spcBef>
                          <a:spcPts val="15"/>
                        </a:spcBef>
                      </a:pPr>
                      <a:r>
                        <a:rPr sz="1200">
                          <a:solidFill>
                            <a:srgbClr val="221F1F"/>
                          </a:solidFill>
                          <a:latin typeface="Calibri"/>
                          <a:cs typeface="Calibri"/>
                        </a:rPr>
                        <a:t>provide</a:t>
                      </a:r>
                      <a:r>
                        <a:rPr sz="1200" spc="-30">
                          <a:solidFill>
                            <a:srgbClr val="221F1F"/>
                          </a:solidFill>
                          <a:latin typeface="Calibri"/>
                          <a:cs typeface="Calibri"/>
                        </a:rPr>
                        <a:t> </a:t>
                      </a:r>
                      <a:r>
                        <a:rPr sz="1200" spc="-10">
                          <a:solidFill>
                            <a:srgbClr val="221F1F"/>
                          </a:solidFill>
                          <a:latin typeface="Calibri"/>
                          <a:cs typeface="Calibri"/>
                        </a:rPr>
                        <a:t>timely </a:t>
                      </a:r>
                      <a:r>
                        <a:rPr sz="1200">
                          <a:solidFill>
                            <a:srgbClr val="221F1F"/>
                          </a:solidFill>
                          <a:latin typeface="Calibri"/>
                          <a:cs typeface="Calibri"/>
                        </a:rPr>
                        <a:t>and</a:t>
                      </a:r>
                      <a:r>
                        <a:rPr sz="1200" spc="-20">
                          <a:solidFill>
                            <a:srgbClr val="221F1F"/>
                          </a:solidFill>
                          <a:latin typeface="Calibri"/>
                          <a:cs typeface="Calibri"/>
                        </a:rPr>
                        <a:t> </a:t>
                      </a:r>
                      <a:r>
                        <a:rPr sz="1200" spc="-10">
                          <a:solidFill>
                            <a:srgbClr val="221F1F"/>
                          </a:solidFill>
                          <a:latin typeface="Calibri"/>
                          <a:cs typeface="Calibri"/>
                        </a:rPr>
                        <a:t>accurate</a:t>
                      </a:r>
                      <a:endParaRPr sz="1200">
                        <a:latin typeface="Calibri"/>
                        <a:cs typeface="Calibri"/>
                      </a:endParaRPr>
                    </a:p>
                    <a:p>
                      <a:pPr marL="66675" marR="229235">
                        <a:lnSpc>
                          <a:spcPts val="1450"/>
                        </a:lnSpc>
                        <a:spcBef>
                          <a:spcPts val="20"/>
                        </a:spcBef>
                      </a:pPr>
                      <a:r>
                        <a:rPr sz="1200" spc="-10">
                          <a:solidFill>
                            <a:srgbClr val="221F1F"/>
                          </a:solidFill>
                          <a:latin typeface="Calibri"/>
                          <a:cs typeface="Calibri"/>
                        </a:rPr>
                        <a:t>diagnostic </a:t>
                      </a:r>
                      <a:r>
                        <a:rPr sz="1200">
                          <a:solidFill>
                            <a:srgbClr val="221F1F"/>
                          </a:solidFill>
                          <a:latin typeface="Calibri"/>
                          <a:cs typeface="Calibri"/>
                        </a:rPr>
                        <a:t>services</a:t>
                      </a:r>
                      <a:r>
                        <a:rPr sz="1200" spc="-15">
                          <a:solidFill>
                            <a:srgbClr val="221F1F"/>
                          </a:solidFill>
                          <a:latin typeface="Calibri"/>
                          <a:cs typeface="Calibri"/>
                        </a:rPr>
                        <a:t> </a:t>
                      </a:r>
                      <a:r>
                        <a:rPr sz="1200">
                          <a:solidFill>
                            <a:srgbClr val="221F1F"/>
                          </a:solidFill>
                          <a:latin typeface="Calibri"/>
                          <a:cs typeface="Calibri"/>
                        </a:rPr>
                        <a:t>in</a:t>
                      </a:r>
                      <a:r>
                        <a:rPr sz="1200" spc="-25">
                          <a:solidFill>
                            <a:srgbClr val="221F1F"/>
                          </a:solidFill>
                          <a:latin typeface="Calibri"/>
                          <a:cs typeface="Calibri"/>
                        </a:rPr>
                        <a:t> the</a:t>
                      </a:r>
                      <a:endParaRPr sz="1200">
                        <a:latin typeface="Calibri"/>
                        <a:cs typeface="Calibri"/>
                      </a:endParaRPr>
                    </a:p>
                    <a:p>
                      <a:pPr marL="66675">
                        <a:lnSpc>
                          <a:spcPts val="1430"/>
                        </a:lnSpc>
                      </a:pPr>
                      <a:r>
                        <a:rPr sz="1200">
                          <a:solidFill>
                            <a:srgbClr val="221F1F"/>
                          </a:solidFill>
                          <a:latin typeface="Calibri"/>
                          <a:cs typeface="Calibri"/>
                        </a:rPr>
                        <a:t>remote</a:t>
                      </a:r>
                      <a:r>
                        <a:rPr sz="1200" spc="-45">
                          <a:solidFill>
                            <a:srgbClr val="221F1F"/>
                          </a:solidFill>
                          <a:latin typeface="Calibri"/>
                          <a:cs typeface="Calibri"/>
                        </a:rPr>
                        <a:t> </a:t>
                      </a:r>
                      <a:r>
                        <a:rPr sz="1200" spc="-25">
                          <a:solidFill>
                            <a:srgbClr val="221F1F"/>
                          </a:solidFill>
                          <a:latin typeface="Calibri"/>
                          <a:cs typeface="Calibri"/>
                        </a:rPr>
                        <a:t>and</a:t>
                      </a:r>
                      <a:endParaRPr sz="1200">
                        <a:latin typeface="Calibri"/>
                        <a:cs typeface="Calibri"/>
                      </a:endParaRPr>
                    </a:p>
                    <a:p>
                      <a:pPr marL="66675" marR="73660">
                        <a:lnSpc>
                          <a:spcPct val="101699"/>
                        </a:lnSpc>
                        <a:spcBef>
                          <a:spcPts val="15"/>
                        </a:spcBef>
                      </a:pPr>
                      <a:r>
                        <a:rPr sz="1200" spc="-10">
                          <a:solidFill>
                            <a:srgbClr val="221F1F"/>
                          </a:solidFill>
                          <a:latin typeface="Calibri"/>
                          <a:cs typeface="Calibri"/>
                        </a:rPr>
                        <a:t>topographic</a:t>
                      </a:r>
                      <a:r>
                        <a:rPr sz="1200" spc="25">
                          <a:solidFill>
                            <a:srgbClr val="221F1F"/>
                          </a:solidFill>
                          <a:latin typeface="Calibri"/>
                          <a:cs typeface="Calibri"/>
                        </a:rPr>
                        <a:t> </a:t>
                      </a:r>
                      <a:r>
                        <a:rPr sz="1200" spc="-25">
                          <a:solidFill>
                            <a:srgbClr val="221F1F"/>
                          </a:solidFill>
                          <a:latin typeface="Calibri"/>
                          <a:cs typeface="Calibri"/>
                        </a:rPr>
                        <a:t>tea </a:t>
                      </a:r>
                      <a:r>
                        <a:rPr sz="1200">
                          <a:solidFill>
                            <a:srgbClr val="221F1F"/>
                          </a:solidFill>
                          <a:latin typeface="Calibri"/>
                          <a:cs typeface="Calibri"/>
                        </a:rPr>
                        <a:t>plantation</a:t>
                      </a:r>
                      <a:r>
                        <a:rPr sz="1200" spc="-65">
                          <a:solidFill>
                            <a:srgbClr val="221F1F"/>
                          </a:solidFill>
                          <a:latin typeface="Calibri"/>
                          <a:cs typeface="Calibri"/>
                        </a:rPr>
                        <a:t> </a:t>
                      </a:r>
                      <a:r>
                        <a:rPr sz="1200" spc="-25">
                          <a:solidFill>
                            <a:srgbClr val="221F1F"/>
                          </a:solidFill>
                          <a:latin typeface="Calibri"/>
                          <a:cs typeface="Calibri"/>
                        </a:rPr>
                        <a:t>in </a:t>
                      </a:r>
                      <a:r>
                        <a:rPr sz="1200">
                          <a:solidFill>
                            <a:srgbClr val="221F1F"/>
                          </a:solidFill>
                          <a:latin typeface="Calibri"/>
                          <a:cs typeface="Calibri"/>
                        </a:rPr>
                        <a:t>China.</a:t>
                      </a:r>
                      <a:r>
                        <a:rPr sz="1200" spc="-20">
                          <a:solidFill>
                            <a:srgbClr val="221F1F"/>
                          </a:solidFill>
                          <a:latin typeface="Calibri"/>
                          <a:cs typeface="Calibri"/>
                        </a:rPr>
                        <a:t> </a:t>
                      </a:r>
                      <a:r>
                        <a:rPr sz="1200">
                          <a:solidFill>
                            <a:srgbClr val="221F1F"/>
                          </a:solidFill>
                          <a:latin typeface="Calibri"/>
                          <a:cs typeface="Calibri"/>
                        </a:rPr>
                        <a:t>At</a:t>
                      </a:r>
                      <a:r>
                        <a:rPr sz="1200" spc="-15">
                          <a:solidFill>
                            <a:srgbClr val="221F1F"/>
                          </a:solidFill>
                          <a:latin typeface="Calibri"/>
                          <a:cs typeface="Calibri"/>
                        </a:rPr>
                        <a:t> </a:t>
                      </a:r>
                      <a:r>
                        <a:rPr sz="1200" spc="-25">
                          <a:solidFill>
                            <a:srgbClr val="221F1F"/>
                          </a:solidFill>
                          <a:latin typeface="Calibri"/>
                          <a:cs typeface="Calibri"/>
                        </a:rPr>
                        <a:t>the </a:t>
                      </a:r>
                      <a:r>
                        <a:rPr sz="1200">
                          <a:solidFill>
                            <a:srgbClr val="221F1F"/>
                          </a:solidFill>
                          <a:latin typeface="Calibri"/>
                          <a:cs typeface="Calibri"/>
                        </a:rPr>
                        <a:t>same</a:t>
                      </a:r>
                      <a:r>
                        <a:rPr sz="1200" spc="-40">
                          <a:solidFill>
                            <a:srgbClr val="221F1F"/>
                          </a:solidFill>
                          <a:latin typeface="Calibri"/>
                          <a:cs typeface="Calibri"/>
                        </a:rPr>
                        <a:t> </a:t>
                      </a:r>
                      <a:r>
                        <a:rPr sz="1200">
                          <a:solidFill>
                            <a:srgbClr val="221F1F"/>
                          </a:solidFill>
                          <a:latin typeface="Calibri"/>
                          <a:cs typeface="Calibri"/>
                        </a:rPr>
                        <a:t>time,</a:t>
                      </a:r>
                      <a:r>
                        <a:rPr sz="1200" spc="-35">
                          <a:solidFill>
                            <a:srgbClr val="221F1F"/>
                          </a:solidFill>
                          <a:latin typeface="Calibri"/>
                          <a:cs typeface="Calibri"/>
                        </a:rPr>
                        <a:t> </a:t>
                      </a:r>
                      <a:r>
                        <a:rPr sz="1200" spc="-25">
                          <a:solidFill>
                            <a:srgbClr val="221F1F"/>
                          </a:solidFill>
                          <a:latin typeface="Calibri"/>
                          <a:cs typeface="Calibri"/>
                        </a:rPr>
                        <a:t>the </a:t>
                      </a:r>
                      <a:r>
                        <a:rPr sz="1200" spc="-10">
                          <a:solidFill>
                            <a:srgbClr val="221F1F"/>
                          </a:solidFill>
                          <a:latin typeface="Calibri"/>
                          <a:cs typeface="Calibri"/>
                        </a:rPr>
                        <a:t>traditional machine</a:t>
                      </a:r>
                      <a:r>
                        <a:rPr sz="1200" spc="500">
                          <a:solidFill>
                            <a:srgbClr val="221F1F"/>
                          </a:solidFill>
                          <a:latin typeface="Calibri"/>
                          <a:cs typeface="Calibri"/>
                        </a:rPr>
                        <a:t> </a:t>
                      </a:r>
                      <a:r>
                        <a:rPr sz="1200" spc="-10">
                          <a:solidFill>
                            <a:srgbClr val="221F1F"/>
                          </a:solidFill>
                          <a:latin typeface="Calibri"/>
                          <a:cs typeface="Calibri"/>
                        </a:rPr>
                        <a:t>learning </a:t>
                      </a:r>
                      <a:r>
                        <a:rPr sz="1200">
                          <a:solidFill>
                            <a:srgbClr val="221F1F"/>
                          </a:solidFill>
                          <a:latin typeface="Calibri"/>
                          <a:cs typeface="Calibri"/>
                        </a:rPr>
                        <a:t>algorithm</a:t>
                      </a:r>
                      <a:r>
                        <a:rPr sz="1200" spc="-45">
                          <a:solidFill>
                            <a:srgbClr val="221F1F"/>
                          </a:solidFill>
                          <a:latin typeface="Calibri"/>
                          <a:cs typeface="Calibri"/>
                        </a:rPr>
                        <a:t> </a:t>
                      </a:r>
                      <a:r>
                        <a:rPr sz="1200" spc="-25">
                          <a:solidFill>
                            <a:srgbClr val="221F1F"/>
                          </a:solidFill>
                          <a:latin typeface="Calibri"/>
                          <a:cs typeface="Calibri"/>
                        </a:rPr>
                        <a:t>is </a:t>
                      </a:r>
                      <a:r>
                        <a:rPr sz="1200">
                          <a:solidFill>
                            <a:srgbClr val="221F1F"/>
                          </a:solidFill>
                          <a:latin typeface="Calibri"/>
                          <a:cs typeface="Calibri"/>
                        </a:rPr>
                        <a:t>applied</a:t>
                      </a:r>
                      <a:r>
                        <a:rPr sz="1200" spc="-45">
                          <a:solidFill>
                            <a:srgbClr val="221F1F"/>
                          </a:solidFill>
                          <a:latin typeface="Calibri"/>
                          <a:cs typeface="Calibri"/>
                        </a:rPr>
                        <a:t> </a:t>
                      </a:r>
                      <a:r>
                        <a:rPr sz="1200" spc="-25">
                          <a:solidFill>
                            <a:srgbClr val="221F1F"/>
                          </a:solidFill>
                          <a:latin typeface="Calibri"/>
                          <a:cs typeface="Calibri"/>
                        </a:rPr>
                        <a:t>for </a:t>
                      </a:r>
                      <a:r>
                        <a:rPr sz="1200" spc="-10">
                          <a:solidFill>
                            <a:srgbClr val="221F1F"/>
                          </a:solidFill>
                          <a:latin typeface="Calibri"/>
                          <a:cs typeface="Calibri"/>
                        </a:rPr>
                        <a:t>comparative </a:t>
                      </a:r>
                      <a:r>
                        <a:rPr sz="1200">
                          <a:solidFill>
                            <a:srgbClr val="221F1F"/>
                          </a:solidFill>
                          <a:latin typeface="Calibri"/>
                          <a:cs typeface="Calibri"/>
                        </a:rPr>
                        <a:t>analysis,</a:t>
                      </a:r>
                      <a:r>
                        <a:rPr sz="1200" spc="-35">
                          <a:solidFill>
                            <a:srgbClr val="221F1F"/>
                          </a:solidFill>
                          <a:latin typeface="Calibri"/>
                          <a:cs typeface="Calibri"/>
                        </a:rPr>
                        <a:t> </a:t>
                      </a:r>
                      <a:r>
                        <a:rPr sz="1200" spc="-10">
                          <a:solidFill>
                            <a:srgbClr val="221F1F"/>
                          </a:solidFill>
                          <a:latin typeface="Calibri"/>
                          <a:cs typeface="Calibri"/>
                        </a:rPr>
                        <a:t>which </a:t>
                      </a:r>
                      <a:r>
                        <a:rPr sz="1200">
                          <a:solidFill>
                            <a:srgbClr val="221F1F"/>
                          </a:solidFill>
                          <a:latin typeface="Calibri"/>
                          <a:cs typeface="Calibri"/>
                        </a:rPr>
                        <a:t>extracts</a:t>
                      </a:r>
                      <a:r>
                        <a:rPr sz="1200" spc="-50">
                          <a:solidFill>
                            <a:srgbClr val="221F1F"/>
                          </a:solidFill>
                          <a:latin typeface="Calibri"/>
                          <a:cs typeface="Calibri"/>
                        </a:rPr>
                        <a:t> </a:t>
                      </a:r>
                      <a:r>
                        <a:rPr sz="1200" spc="-25">
                          <a:solidFill>
                            <a:srgbClr val="221F1F"/>
                          </a:solidFill>
                          <a:latin typeface="Calibri"/>
                          <a:cs typeface="Calibri"/>
                        </a:rPr>
                        <a:t>the </a:t>
                      </a:r>
                      <a:r>
                        <a:rPr sz="1200">
                          <a:solidFill>
                            <a:srgbClr val="221F1F"/>
                          </a:solidFill>
                          <a:latin typeface="Calibri"/>
                          <a:cs typeface="Calibri"/>
                        </a:rPr>
                        <a:t>dense</a:t>
                      </a:r>
                      <a:r>
                        <a:rPr sz="1200" spc="-30">
                          <a:solidFill>
                            <a:srgbClr val="221F1F"/>
                          </a:solidFill>
                          <a:latin typeface="Calibri"/>
                          <a:cs typeface="Calibri"/>
                        </a:rPr>
                        <a:t> </a:t>
                      </a:r>
                      <a:r>
                        <a:rPr sz="1200" spc="-10">
                          <a:solidFill>
                            <a:srgbClr val="221F1F"/>
                          </a:solidFill>
                          <a:latin typeface="Calibri"/>
                          <a:cs typeface="Calibri"/>
                        </a:rPr>
                        <a:t>scale- </a:t>
                      </a:r>
                      <a:r>
                        <a:rPr sz="1200">
                          <a:solidFill>
                            <a:srgbClr val="221F1F"/>
                          </a:solidFill>
                          <a:latin typeface="Calibri"/>
                          <a:cs typeface="Calibri"/>
                        </a:rPr>
                        <a:t>invariant</a:t>
                      </a:r>
                      <a:r>
                        <a:rPr sz="1200" spc="-25">
                          <a:solidFill>
                            <a:srgbClr val="221F1F"/>
                          </a:solidFill>
                          <a:latin typeface="Calibri"/>
                          <a:cs typeface="Calibri"/>
                        </a:rPr>
                        <a:t> </a:t>
                      </a:r>
                      <a:r>
                        <a:rPr sz="1200" spc="-10">
                          <a:solidFill>
                            <a:srgbClr val="221F1F"/>
                          </a:solidFill>
                          <a:latin typeface="Calibri"/>
                          <a:cs typeface="Calibri"/>
                        </a:rPr>
                        <a:t>feature transform </a:t>
                      </a:r>
                      <a:r>
                        <a:rPr sz="1200">
                          <a:solidFill>
                            <a:srgbClr val="221F1F"/>
                          </a:solidFill>
                          <a:latin typeface="Calibri"/>
                          <a:cs typeface="Calibri"/>
                        </a:rPr>
                        <a:t>(DSIFT)</a:t>
                      </a:r>
                      <a:r>
                        <a:rPr sz="1200" spc="-5">
                          <a:solidFill>
                            <a:srgbClr val="221F1F"/>
                          </a:solidFill>
                          <a:latin typeface="Calibri"/>
                          <a:cs typeface="Calibri"/>
                        </a:rPr>
                        <a:t> </a:t>
                      </a:r>
                      <a:r>
                        <a:rPr sz="1200">
                          <a:solidFill>
                            <a:srgbClr val="221F1F"/>
                          </a:solidFill>
                          <a:latin typeface="Calibri"/>
                          <a:cs typeface="Calibri"/>
                        </a:rPr>
                        <a:t>of</a:t>
                      </a:r>
                      <a:r>
                        <a:rPr sz="1200" spc="-10">
                          <a:solidFill>
                            <a:srgbClr val="221F1F"/>
                          </a:solidFill>
                          <a:latin typeface="Calibri"/>
                          <a:cs typeface="Calibri"/>
                        </a:rPr>
                        <a:t> </a:t>
                      </a:r>
                      <a:r>
                        <a:rPr sz="1200" spc="-25">
                          <a:solidFill>
                            <a:srgbClr val="221F1F"/>
                          </a:solidFill>
                          <a:latin typeface="Calibri"/>
                          <a:cs typeface="Calibri"/>
                        </a:rPr>
                        <a:t>the </a:t>
                      </a:r>
                      <a:r>
                        <a:rPr sz="1200">
                          <a:solidFill>
                            <a:srgbClr val="221F1F"/>
                          </a:solidFill>
                          <a:latin typeface="Calibri"/>
                          <a:cs typeface="Calibri"/>
                        </a:rPr>
                        <a:t>image</a:t>
                      </a:r>
                      <a:r>
                        <a:rPr sz="1200" spc="-20">
                          <a:solidFill>
                            <a:srgbClr val="221F1F"/>
                          </a:solidFill>
                          <a:latin typeface="Calibri"/>
                          <a:cs typeface="Calibri"/>
                        </a:rPr>
                        <a:t> </a:t>
                      </a:r>
                      <a:r>
                        <a:rPr sz="1200" spc="-25">
                          <a:solidFill>
                            <a:srgbClr val="221F1F"/>
                          </a:solidFill>
                          <a:latin typeface="Calibri"/>
                          <a:cs typeface="Calibri"/>
                        </a:rPr>
                        <a:t>and </a:t>
                      </a:r>
                      <a:r>
                        <a:rPr sz="1200" spc="-10">
                          <a:solidFill>
                            <a:srgbClr val="221F1F"/>
                          </a:solidFill>
                          <a:latin typeface="Calibri"/>
                          <a:cs typeface="Calibri"/>
                        </a:rPr>
                        <a:t>constructs</a:t>
                      </a:r>
                      <a:r>
                        <a:rPr sz="1200" spc="10">
                          <a:solidFill>
                            <a:srgbClr val="221F1F"/>
                          </a:solidFill>
                          <a:latin typeface="Calibri"/>
                          <a:cs typeface="Calibri"/>
                        </a:rPr>
                        <a:t> </a:t>
                      </a:r>
                      <a:r>
                        <a:rPr sz="1200" spc="-25">
                          <a:solidFill>
                            <a:srgbClr val="221F1F"/>
                          </a:solidFill>
                          <a:latin typeface="Calibri"/>
                          <a:cs typeface="Calibri"/>
                        </a:rPr>
                        <a:t>the </a:t>
                      </a:r>
                      <a:r>
                        <a:rPr sz="1200">
                          <a:solidFill>
                            <a:srgbClr val="221F1F"/>
                          </a:solidFill>
                          <a:latin typeface="Calibri"/>
                          <a:cs typeface="Calibri"/>
                        </a:rPr>
                        <a:t>bag</a:t>
                      </a:r>
                      <a:r>
                        <a:rPr sz="1200" spc="-5">
                          <a:solidFill>
                            <a:srgbClr val="221F1F"/>
                          </a:solidFill>
                          <a:latin typeface="Calibri"/>
                          <a:cs typeface="Calibri"/>
                        </a:rPr>
                        <a:t> </a:t>
                      </a:r>
                      <a:r>
                        <a:rPr sz="1200">
                          <a:solidFill>
                            <a:srgbClr val="221F1F"/>
                          </a:solidFill>
                          <a:latin typeface="Calibri"/>
                          <a:cs typeface="Calibri"/>
                        </a:rPr>
                        <a:t>of</a:t>
                      </a:r>
                      <a:r>
                        <a:rPr sz="1200" spc="-5">
                          <a:solidFill>
                            <a:srgbClr val="221F1F"/>
                          </a:solidFill>
                          <a:latin typeface="Calibri"/>
                          <a:cs typeface="Calibri"/>
                        </a:rPr>
                        <a:t> </a:t>
                      </a:r>
                      <a:r>
                        <a:rPr sz="1200" spc="-10">
                          <a:solidFill>
                            <a:srgbClr val="221F1F"/>
                          </a:solidFill>
                          <a:latin typeface="Calibri"/>
                          <a:cs typeface="Calibri"/>
                        </a:rPr>
                        <a:t>visual </a:t>
                      </a:r>
                      <a:r>
                        <a:rPr sz="1200">
                          <a:solidFill>
                            <a:srgbClr val="221F1F"/>
                          </a:solidFill>
                          <a:latin typeface="Calibri"/>
                          <a:cs typeface="Calibri"/>
                        </a:rPr>
                        <a:t>word</a:t>
                      </a:r>
                      <a:r>
                        <a:rPr sz="1200" spc="-35">
                          <a:solidFill>
                            <a:srgbClr val="221F1F"/>
                          </a:solidFill>
                          <a:latin typeface="Calibri"/>
                          <a:cs typeface="Calibri"/>
                        </a:rPr>
                        <a:t> </a:t>
                      </a:r>
                      <a:r>
                        <a:rPr sz="1200" spc="-10">
                          <a:solidFill>
                            <a:srgbClr val="221F1F"/>
                          </a:solidFill>
                          <a:latin typeface="Calibri"/>
                          <a:cs typeface="Calibri"/>
                        </a:rPr>
                        <a:t>(BOVW) </a:t>
                      </a:r>
                      <a:r>
                        <a:rPr sz="1200">
                          <a:solidFill>
                            <a:srgbClr val="221F1F"/>
                          </a:solidFill>
                          <a:latin typeface="Calibri"/>
                          <a:cs typeface="Calibri"/>
                        </a:rPr>
                        <a:t>model</a:t>
                      </a:r>
                      <a:r>
                        <a:rPr sz="1200" spc="-55">
                          <a:solidFill>
                            <a:srgbClr val="221F1F"/>
                          </a:solidFill>
                          <a:latin typeface="Calibri"/>
                          <a:cs typeface="Calibri"/>
                        </a:rPr>
                        <a:t> </a:t>
                      </a:r>
                      <a:r>
                        <a:rPr sz="1200" spc="-25">
                          <a:solidFill>
                            <a:srgbClr val="221F1F"/>
                          </a:solidFill>
                          <a:latin typeface="Calibri"/>
                          <a:cs typeface="Calibri"/>
                        </a:rPr>
                        <a:t>to</a:t>
                      </a:r>
                      <a:r>
                        <a:rPr sz="1200" spc="500">
                          <a:solidFill>
                            <a:srgbClr val="221F1F"/>
                          </a:solidFill>
                          <a:latin typeface="Calibri"/>
                          <a:cs typeface="Calibri"/>
                        </a:rPr>
                        <a:t> </a:t>
                      </a:r>
                      <a:r>
                        <a:rPr sz="1200">
                          <a:solidFill>
                            <a:srgbClr val="221F1F"/>
                          </a:solidFill>
                          <a:latin typeface="Calibri"/>
                          <a:cs typeface="Calibri"/>
                        </a:rPr>
                        <a:t>express</a:t>
                      </a:r>
                      <a:r>
                        <a:rPr sz="1200" spc="-30">
                          <a:solidFill>
                            <a:srgbClr val="221F1F"/>
                          </a:solidFill>
                          <a:latin typeface="Calibri"/>
                          <a:cs typeface="Calibri"/>
                        </a:rPr>
                        <a:t> </a:t>
                      </a:r>
                      <a:r>
                        <a:rPr sz="1200" spc="-25">
                          <a:solidFill>
                            <a:srgbClr val="221F1F"/>
                          </a:solidFill>
                          <a:latin typeface="Calibri"/>
                          <a:cs typeface="Calibri"/>
                        </a:rPr>
                        <a:t>the </a:t>
                      </a:r>
                      <a:r>
                        <a:rPr sz="1200">
                          <a:solidFill>
                            <a:srgbClr val="221F1F"/>
                          </a:solidFill>
                          <a:latin typeface="Calibri"/>
                          <a:cs typeface="Calibri"/>
                        </a:rPr>
                        <a:t>image</a:t>
                      </a:r>
                      <a:r>
                        <a:rPr sz="1200" spc="-25">
                          <a:solidFill>
                            <a:srgbClr val="221F1F"/>
                          </a:solidFill>
                          <a:latin typeface="Calibri"/>
                          <a:cs typeface="Calibri"/>
                        </a:rPr>
                        <a:t> </a:t>
                      </a:r>
                      <a:r>
                        <a:rPr sz="1200">
                          <a:solidFill>
                            <a:srgbClr val="221F1F"/>
                          </a:solidFill>
                          <a:latin typeface="Calibri"/>
                          <a:cs typeface="Calibri"/>
                        </a:rPr>
                        <a:t>based</a:t>
                      </a:r>
                      <a:r>
                        <a:rPr sz="1200" spc="-30">
                          <a:solidFill>
                            <a:srgbClr val="221F1F"/>
                          </a:solidFill>
                          <a:latin typeface="Calibri"/>
                          <a:cs typeface="Calibri"/>
                        </a:rPr>
                        <a:t> </a:t>
                      </a:r>
                      <a:r>
                        <a:rPr sz="1200" spc="-25">
                          <a:solidFill>
                            <a:srgbClr val="221F1F"/>
                          </a:solidFill>
                          <a:latin typeface="Calibri"/>
                          <a:cs typeface="Calibri"/>
                        </a:rPr>
                        <a:t>on </a:t>
                      </a:r>
                      <a:r>
                        <a:rPr sz="1200">
                          <a:solidFill>
                            <a:srgbClr val="221F1F"/>
                          </a:solidFill>
                          <a:latin typeface="Calibri"/>
                          <a:cs typeface="Calibri"/>
                        </a:rPr>
                        <a:t>the</a:t>
                      </a:r>
                      <a:r>
                        <a:rPr sz="1200" spc="-20">
                          <a:solidFill>
                            <a:srgbClr val="221F1F"/>
                          </a:solidFill>
                          <a:latin typeface="Calibri"/>
                          <a:cs typeface="Calibri"/>
                        </a:rPr>
                        <a:t> </a:t>
                      </a:r>
                      <a:r>
                        <a:rPr sz="1200" spc="-10">
                          <a:solidFill>
                            <a:srgbClr val="221F1F"/>
                          </a:solidFill>
                          <a:latin typeface="Calibri"/>
                          <a:cs typeface="Calibri"/>
                        </a:rPr>
                        <a:t>DSIFT </a:t>
                      </a:r>
                      <a:r>
                        <a:rPr sz="1200">
                          <a:solidFill>
                            <a:srgbClr val="221F1F"/>
                          </a:solidFill>
                          <a:latin typeface="Calibri"/>
                          <a:cs typeface="Calibri"/>
                        </a:rPr>
                        <a:t>descriptor.</a:t>
                      </a:r>
                      <a:r>
                        <a:rPr sz="1200" spc="-65">
                          <a:solidFill>
                            <a:srgbClr val="221F1F"/>
                          </a:solidFill>
                          <a:latin typeface="Calibri"/>
                          <a:cs typeface="Calibri"/>
                        </a:rPr>
                        <a:t> </a:t>
                      </a:r>
                      <a:r>
                        <a:rPr sz="1200" spc="-25">
                          <a:solidFill>
                            <a:srgbClr val="221F1F"/>
                          </a:solidFill>
                          <a:latin typeface="Calibri"/>
                          <a:cs typeface="Calibri"/>
                        </a:rPr>
                        <a:t>The </a:t>
                      </a:r>
                      <a:r>
                        <a:rPr sz="1200">
                          <a:solidFill>
                            <a:srgbClr val="221F1F"/>
                          </a:solidFill>
                          <a:latin typeface="Calibri"/>
                          <a:cs typeface="Calibri"/>
                        </a:rPr>
                        <a:t>support</a:t>
                      </a:r>
                      <a:r>
                        <a:rPr sz="1200" spc="-50">
                          <a:solidFill>
                            <a:srgbClr val="221F1F"/>
                          </a:solidFill>
                          <a:latin typeface="Calibri"/>
                          <a:cs typeface="Calibri"/>
                        </a:rPr>
                        <a:t> </a:t>
                      </a:r>
                      <a:r>
                        <a:rPr sz="1200" spc="-10">
                          <a:solidFill>
                            <a:srgbClr val="221F1F"/>
                          </a:solidFill>
                          <a:latin typeface="Calibri"/>
                          <a:cs typeface="Calibri"/>
                        </a:rPr>
                        <a:t>vector machines</a:t>
                      </a:r>
                      <a:r>
                        <a:rPr sz="1200" spc="500">
                          <a:solidFill>
                            <a:srgbClr val="221F1F"/>
                          </a:solidFill>
                          <a:latin typeface="Calibri"/>
                          <a:cs typeface="Calibri"/>
                        </a:rPr>
                        <a:t> </a:t>
                      </a:r>
                      <a:r>
                        <a:rPr sz="1200">
                          <a:solidFill>
                            <a:srgbClr val="221F1F"/>
                          </a:solidFill>
                          <a:latin typeface="Calibri"/>
                          <a:cs typeface="Calibri"/>
                        </a:rPr>
                        <a:t>(SVMs)</a:t>
                      </a:r>
                      <a:r>
                        <a:rPr sz="1200" spc="-20">
                          <a:solidFill>
                            <a:srgbClr val="221F1F"/>
                          </a:solidFill>
                          <a:latin typeface="Calibri"/>
                          <a:cs typeface="Calibri"/>
                        </a:rPr>
                        <a:t> </a:t>
                      </a:r>
                      <a:r>
                        <a:rPr sz="1200" spc="-25">
                          <a:solidFill>
                            <a:srgbClr val="221F1F"/>
                          </a:solidFill>
                          <a:latin typeface="Calibri"/>
                          <a:cs typeface="Calibri"/>
                        </a:rPr>
                        <a:t>and </a:t>
                      </a:r>
                      <a:r>
                        <a:rPr sz="1200" spc="-10">
                          <a:solidFill>
                            <a:srgbClr val="221F1F"/>
                          </a:solidFill>
                          <a:latin typeface="Calibri"/>
                          <a:cs typeface="Calibri"/>
                        </a:rPr>
                        <a:t>multilayer</a:t>
                      </a:r>
                      <a:endParaRPr sz="1200">
                        <a:latin typeface="Calibri"/>
                        <a:cs typeface="Calibri"/>
                      </a:endParaRPr>
                    </a:p>
                  </a:txBody>
                  <a:tcPr marL="0" marR="0" marT="190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0"/>
                  </a:ext>
                </a:extLst>
              </a:tr>
            </a:tbl>
          </a:graphicData>
        </a:graphic>
      </p:graphicFrame>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2" name="object 2"/>
          <p:cNvGraphicFramePr>
            <a:graphicFrameLocks noGrp="1"/>
          </p:cNvGraphicFramePr>
          <p:nvPr/>
        </p:nvGraphicFramePr>
        <p:xfrm>
          <a:off x="914717" y="914780"/>
          <a:ext cx="5946140" cy="8408670"/>
        </p:xfrm>
        <a:graphic>
          <a:graphicData uri="http://schemas.openxmlformats.org/drawingml/2006/table">
            <a:tbl>
              <a:tblPr firstRow="1" bandRow="1">
                <a:tableStyleId>{2D5ABB26-0587-4C30-8999-92F81FD0307C}</a:tableStyleId>
              </a:tblPr>
              <a:tblGrid>
                <a:gridCol w="1188085">
                  <a:extLst>
                    <a:ext uri="{9D8B030D-6E8A-4147-A177-3AD203B41FA5}">
                      <a16:colId xmlns:a16="http://schemas.microsoft.com/office/drawing/2014/main" val="20000"/>
                    </a:ext>
                  </a:extLst>
                </a:gridCol>
                <a:gridCol w="1190625">
                  <a:extLst>
                    <a:ext uri="{9D8B030D-6E8A-4147-A177-3AD203B41FA5}">
                      <a16:colId xmlns:a16="http://schemas.microsoft.com/office/drawing/2014/main" val="20001"/>
                    </a:ext>
                  </a:extLst>
                </a:gridCol>
                <a:gridCol w="1188085">
                  <a:extLst>
                    <a:ext uri="{9D8B030D-6E8A-4147-A177-3AD203B41FA5}">
                      <a16:colId xmlns:a16="http://schemas.microsoft.com/office/drawing/2014/main" val="20002"/>
                    </a:ext>
                  </a:extLst>
                </a:gridCol>
                <a:gridCol w="1191260">
                  <a:extLst>
                    <a:ext uri="{9D8B030D-6E8A-4147-A177-3AD203B41FA5}">
                      <a16:colId xmlns:a16="http://schemas.microsoft.com/office/drawing/2014/main" val="20003"/>
                    </a:ext>
                  </a:extLst>
                </a:gridCol>
                <a:gridCol w="1188085">
                  <a:extLst>
                    <a:ext uri="{9D8B030D-6E8A-4147-A177-3AD203B41FA5}">
                      <a16:colId xmlns:a16="http://schemas.microsoft.com/office/drawing/2014/main" val="20004"/>
                    </a:ext>
                  </a:extLst>
                </a:gridCol>
              </a:tblGrid>
              <a:tr h="1851660">
                <a:tc>
                  <a:txBody>
                    <a:bodyPr/>
                    <a:lstStyle/>
                    <a:p>
                      <a:pPr>
                        <a:lnSpc>
                          <a:spcPct val="100000"/>
                        </a:lnSpc>
                      </a:pP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675" marR="420370">
                        <a:lnSpc>
                          <a:spcPts val="1450"/>
                        </a:lnSpc>
                        <a:spcBef>
                          <a:spcPts val="15"/>
                        </a:spcBef>
                      </a:pPr>
                      <a:r>
                        <a:rPr sz="1200" spc="-10">
                          <a:solidFill>
                            <a:srgbClr val="221F1F"/>
                          </a:solidFill>
                          <a:latin typeface="Calibri"/>
                          <a:cs typeface="Calibri"/>
                        </a:rPr>
                        <a:t>perceptron (MLP)</a:t>
                      </a:r>
                      <a:endParaRPr sz="1200">
                        <a:latin typeface="Calibri"/>
                        <a:cs typeface="Calibri"/>
                      </a:endParaRPr>
                    </a:p>
                    <a:p>
                      <a:pPr marL="66675" marR="140970">
                        <a:lnSpc>
                          <a:spcPts val="1450"/>
                        </a:lnSpc>
                        <a:spcBef>
                          <a:spcPts val="25"/>
                        </a:spcBef>
                      </a:pPr>
                      <a:r>
                        <a:rPr sz="1200">
                          <a:solidFill>
                            <a:srgbClr val="221F1F"/>
                          </a:solidFill>
                          <a:latin typeface="Calibri"/>
                          <a:cs typeface="Calibri"/>
                        </a:rPr>
                        <a:t>were</a:t>
                      </a:r>
                      <a:r>
                        <a:rPr sz="1200" spc="-20">
                          <a:solidFill>
                            <a:srgbClr val="221F1F"/>
                          </a:solidFill>
                          <a:latin typeface="Calibri"/>
                          <a:cs typeface="Calibri"/>
                        </a:rPr>
                        <a:t> </a:t>
                      </a:r>
                      <a:r>
                        <a:rPr sz="1200">
                          <a:solidFill>
                            <a:srgbClr val="221F1F"/>
                          </a:solidFill>
                          <a:latin typeface="Calibri"/>
                          <a:cs typeface="Calibri"/>
                        </a:rPr>
                        <a:t>used</a:t>
                      </a:r>
                      <a:r>
                        <a:rPr sz="1200" spc="-25">
                          <a:solidFill>
                            <a:srgbClr val="221F1F"/>
                          </a:solidFill>
                          <a:latin typeface="Calibri"/>
                          <a:cs typeface="Calibri"/>
                        </a:rPr>
                        <a:t> </a:t>
                      </a:r>
                      <a:r>
                        <a:rPr sz="1200" spc="-35">
                          <a:solidFill>
                            <a:srgbClr val="221F1F"/>
                          </a:solidFill>
                          <a:latin typeface="Calibri"/>
                          <a:cs typeface="Calibri"/>
                        </a:rPr>
                        <a:t>to </a:t>
                      </a:r>
                      <a:r>
                        <a:rPr sz="1200">
                          <a:solidFill>
                            <a:srgbClr val="221F1F"/>
                          </a:solidFill>
                          <a:latin typeface="Calibri"/>
                          <a:cs typeface="Calibri"/>
                        </a:rPr>
                        <a:t>identify</a:t>
                      </a:r>
                      <a:r>
                        <a:rPr sz="1200" spc="-15">
                          <a:solidFill>
                            <a:srgbClr val="221F1F"/>
                          </a:solidFill>
                          <a:latin typeface="Calibri"/>
                          <a:cs typeface="Calibri"/>
                        </a:rPr>
                        <a:t> </a:t>
                      </a:r>
                      <a:r>
                        <a:rPr sz="1200">
                          <a:solidFill>
                            <a:srgbClr val="221F1F"/>
                          </a:solidFill>
                          <a:latin typeface="Calibri"/>
                          <a:cs typeface="Calibri"/>
                        </a:rPr>
                        <a:t>tea</a:t>
                      </a:r>
                      <a:r>
                        <a:rPr sz="1200" spc="-15">
                          <a:solidFill>
                            <a:srgbClr val="221F1F"/>
                          </a:solidFill>
                          <a:latin typeface="Calibri"/>
                          <a:cs typeface="Calibri"/>
                        </a:rPr>
                        <a:t> </a:t>
                      </a:r>
                      <a:r>
                        <a:rPr sz="1200" spc="-20">
                          <a:solidFill>
                            <a:srgbClr val="221F1F"/>
                          </a:solidFill>
                          <a:latin typeface="Calibri"/>
                          <a:cs typeface="Calibri"/>
                        </a:rPr>
                        <a:t>leaf</a:t>
                      </a:r>
                      <a:endParaRPr sz="1200">
                        <a:latin typeface="Calibri"/>
                        <a:cs typeface="Calibri"/>
                      </a:endParaRPr>
                    </a:p>
                    <a:p>
                      <a:pPr marL="66675">
                        <a:lnSpc>
                          <a:spcPts val="1425"/>
                        </a:lnSpc>
                      </a:pPr>
                      <a:r>
                        <a:rPr sz="1200">
                          <a:solidFill>
                            <a:srgbClr val="221F1F"/>
                          </a:solidFill>
                          <a:latin typeface="Calibri"/>
                          <a:cs typeface="Calibri"/>
                        </a:rPr>
                        <a:t>diseases,</a:t>
                      </a:r>
                      <a:r>
                        <a:rPr sz="1200" spc="-60">
                          <a:solidFill>
                            <a:srgbClr val="221F1F"/>
                          </a:solidFill>
                          <a:latin typeface="Calibri"/>
                          <a:cs typeface="Calibri"/>
                        </a:rPr>
                        <a:t> </a:t>
                      </a:r>
                      <a:r>
                        <a:rPr sz="1200" spc="-20">
                          <a:solidFill>
                            <a:srgbClr val="221F1F"/>
                          </a:solidFill>
                          <a:latin typeface="Calibri"/>
                          <a:cs typeface="Calibri"/>
                        </a:rPr>
                        <a:t>with</a:t>
                      </a:r>
                      <a:endParaRPr sz="1200">
                        <a:latin typeface="Calibri"/>
                        <a:cs typeface="Calibri"/>
                      </a:endParaRPr>
                    </a:p>
                    <a:p>
                      <a:pPr marL="66675">
                        <a:lnSpc>
                          <a:spcPct val="100000"/>
                        </a:lnSpc>
                        <a:spcBef>
                          <a:spcPts val="35"/>
                        </a:spcBef>
                      </a:pPr>
                      <a:r>
                        <a:rPr sz="1200">
                          <a:solidFill>
                            <a:srgbClr val="221F1F"/>
                          </a:solidFill>
                          <a:latin typeface="Calibri"/>
                          <a:cs typeface="Calibri"/>
                        </a:rPr>
                        <a:t>an</a:t>
                      </a:r>
                      <a:r>
                        <a:rPr sz="1200" spc="-35">
                          <a:solidFill>
                            <a:srgbClr val="221F1F"/>
                          </a:solidFill>
                          <a:latin typeface="Calibri"/>
                          <a:cs typeface="Calibri"/>
                        </a:rPr>
                        <a:t> </a:t>
                      </a:r>
                      <a:r>
                        <a:rPr sz="1200">
                          <a:solidFill>
                            <a:srgbClr val="221F1F"/>
                          </a:solidFill>
                          <a:latin typeface="Calibri"/>
                          <a:cs typeface="Calibri"/>
                        </a:rPr>
                        <a:t>accuracy</a:t>
                      </a:r>
                      <a:r>
                        <a:rPr sz="1200" spc="-25">
                          <a:solidFill>
                            <a:srgbClr val="221F1F"/>
                          </a:solidFill>
                          <a:latin typeface="Calibri"/>
                          <a:cs typeface="Calibri"/>
                        </a:rPr>
                        <a:t> of</a:t>
                      </a:r>
                      <a:endParaRPr sz="1200">
                        <a:latin typeface="Calibri"/>
                        <a:cs typeface="Calibri"/>
                      </a:endParaRPr>
                    </a:p>
                    <a:p>
                      <a:pPr marL="66675">
                        <a:lnSpc>
                          <a:spcPct val="100000"/>
                        </a:lnSpc>
                        <a:spcBef>
                          <a:spcPts val="10"/>
                        </a:spcBef>
                      </a:pPr>
                      <a:r>
                        <a:rPr sz="1200" spc="-10">
                          <a:solidFill>
                            <a:srgbClr val="221F1F"/>
                          </a:solidFill>
                          <a:latin typeface="Calibri"/>
                          <a:cs typeface="Calibri"/>
                        </a:rPr>
                        <a:t>60.91</a:t>
                      </a:r>
                      <a:r>
                        <a:rPr sz="1200" spc="-25">
                          <a:solidFill>
                            <a:srgbClr val="221F1F"/>
                          </a:solidFill>
                          <a:latin typeface="Calibri"/>
                          <a:cs typeface="Calibri"/>
                        </a:rPr>
                        <a:t> and</a:t>
                      </a:r>
                      <a:endParaRPr sz="1200">
                        <a:latin typeface="Calibri"/>
                        <a:cs typeface="Calibri"/>
                      </a:endParaRPr>
                    </a:p>
                    <a:p>
                      <a:pPr marL="66675">
                        <a:lnSpc>
                          <a:spcPct val="100000"/>
                        </a:lnSpc>
                        <a:spcBef>
                          <a:spcPts val="35"/>
                        </a:spcBef>
                      </a:pPr>
                      <a:r>
                        <a:rPr sz="1200" spc="-10">
                          <a:solidFill>
                            <a:srgbClr val="221F1F"/>
                          </a:solidFill>
                          <a:latin typeface="Calibri"/>
                          <a:cs typeface="Calibri"/>
                        </a:rPr>
                        <a:t>70.94%,</a:t>
                      </a:r>
                      <a:endParaRPr sz="1200">
                        <a:latin typeface="Calibri"/>
                        <a:cs typeface="Calibri"/>
                      </a:endParaRPr>
                    </a:p>
                    <a:p>
                      <a:pPr marL="66675">
                        <a:lnSpc>
                          <a:spcPct val="100000"/>
                        </a:lnSpc>
                        <a:spcBef>
                          <a:spcPts val="10"/>
                        </a:spcBef>
                      </a:pPr>
                      <a:r>
                        <a:rPr sz="1200" spc="-10">
                          <a:solidFill>
                            <a:srgbClr val="221F1F"/>
                          </a:solidFill>
                          <a:latin typeface="Calibri"/>
                          <a:cs typeface="Calibri"/>
                        </a:rPr>
                        <a:t>respectively.</a:t>
                      </a:r>
                      <a:endParaRPr sz="1200">
                        <a:latin typeface="Calibri"/>
                        <a:cs typeface="Calibri"/>
                      </a:endParaRPr>
                    </a:p>
                  </a:txBody>
                  <a:tcPr marL="0" marR="0" marT="190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0"/>
                  </a:ext>
                </a:extLst>
              </a:tr>
              <a:tr h="4328160">
                <a:tc>
                  <a:txBody>
                    <a:bodyPr/>
                    <a:lstStyle/>
                    <a:p>
                      <a:pPr marL="69850">
                        <a:lnSpc>
                          <a:spcPts val="1295"/>
                        </a:lnSpc>
                      </a:pPr>
                      <a:r>
                        <a:rPr sz="1100" spc="-50">
                          <a:latin typeface="Calibri"/>
                          <a:cs typeface="Calibri"/>
                        </a:rPr>
                        <a:t>8</a:t>
                      </a:r>
                      <a:endParaRPr sz="1100">
                        <a:latin typeface="Calibri"/>
                        <a:cs typeface="Calibri"/>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9850" marR="231775">
                        <a:lnSpc>
                          <a:spcPts val="1450"/>
                        </a:lnSpc>
                        <a:spcBef>
                          <a:spcPts val="15"/>
                        </a:spcBef>
                      </a:pPr>
                      <a:r>
                        <a:rPr sz="1200">
                          <a:solidFill>
                            <a:srgbClr val="111111"/>
                          </a:solidFill>
                          <a:latin typeface="Calibri"/>
                          <a:cs typeface="Calibri"/>
                        </a:rPr>
                        <a:t>Detection</a:t>
                      </a:r>
                      <a:r>
                        <a:rPr sz="1200" spc="-60">
                          <a:solidFill>
                            <a:srgbClr val="111111"/>
                          </a:solidFill>
                          <a:latin typeface="Calibri"/>
                          <a:cs typeface="Calibri"/>
                        </a:rPr>
                        <a:t> </a:t>
                      </a:r>
                      <a:r>
                        <a:rPr sz="1200" spc="-25">
                          <a:solidFill>
                            <a:srgbClr val="111111"/>
                          </a:solidFill>
                          <a:latin typeface="Calibri"/>
                          <a:cs typeface="Calibri"/>
                        </a:rPr>
                        <a:t>of </a:t>
                      </a:r>
                      <a:r>
                        <a:rPr sz="1200">
                          <a:solidFill>
                            <a:srgbClr val="111111"/>
                          </a:solidFill>
                          <a:latin typeface="Calibri"/>
                          <a:cs typeface="Calibri"/>
                        </a:rPr>
                        <a:t>Disease</a:t>
                      </a:r>
                      <a:r>
                        <a:rPr sz="1200" spc="-15">
                          <a:solidFill>
                            <a:srgbClr val="111111"/>
                          </a:solidFill>
                          <a:latin typeface="Calibri"/>
                          <a:cs typeface="Calibri"/>
                        </a:rPr>
                        <a:t> </a:t>
                      </a:r>
                      <a:r>
                        <a:rPr sz="1200">
                          <a:solidFill>
                            <a:srgbClr val="111111"/>
                          </a:solidFill>
                          <a:latin typeface="Calibri"/>
                          <a:cs typeface="Calibri"/>
                        </a:rPr>
                        <a:t>in</a:t>
                      </a:r>
                      <a:r>
                        <a:rPr sz="1200" spc="-20">
                          <a:solidFill>
                            <a:srgbClr val="111111"/>
                          </a:solidFill>
                          <a:latin typeface="Calibri"/>
                          <a:cs typeface="Calibri"/>
                        </a:rPr>
                        <a:t> </a:t>
                      </a:r>
                      <a:r>
                        <a:rPr sz="1200" spc="-25">
                          <a:solidFill>
                            <a:srgbClr val="111111"/>
                          </a:solidFill>
                          <a:latin typeface="Calibri"/>
                          <a:cs typeface="Calibri"/>
                        </a:rPr>
                        <a:t>Tea</a:t>
                      </a:r>
                      <a:endParaRPr sz="1200">
                        <a:latin typeface="Calibri"/>
                        <a:cs typeface="Calibri"/>
                      </a:endParaRPr>
                    </a:p>
                    <a:p>
                      <a:pPr marL="69850" marR="314960">
                        <a:lnSpc>
                          <a:spcPts val="1450"/>
                        </a:lnSpc>
                        <a:spcBef>
                          <a:spcPts val="25"/>
                        </a:spcBef>
                      </a:pPr>
                      <a:r>
                        <a:rPr sz="1200">
                          <a:solidFill>
                            <a:srgbClr val="111111"/>
                          </a:solidFill>
                          <a:latin typeface="Calibri"/>
                          <a:cs typeface="Calibri"/>
                        </a:rPr>
                        <a:t>Leaves</a:t>
                      </a:r>
                      <a:r>
                        <a:rPr sz="1200" spc="-15">
                          <a:solidFill>
                            <a:srgbClr val="111111"/>
                          </a:solidFill>
                          <a:latin typeface="Calibri"/>
                          <a:cs typeface="Calibri"/>
                        </a:rPr>
                        <a:t> </a:t>
                      </a:r>
                      <a:r>
                        <a:rPr sz="1200" spc="-10">
                          <a:solidFill>
                            <a:srgbClr val="111111"/>
                          </a:solidFill>
                          <a:latin typeface="Calibri"/>
                          <a:cs typeface="Calibri"/>
                        </a:rPr>
                        <a:t>Using Convolution</a:t>
                      </a:r>
                      <a:endParaRPr sz="1200">
                        <a:latin typeface="Calibri"/>
                        <a:cs typeface="Calibri"/>
                      </a:endParaRPr>
                    </a:p>
                    <a:p>
                      <a:pPr marL="69850">
                        <a:lnSpc>
                          <a:spcPts val="1425"/>
                        </a:lnSpc>
                      </a:pPr>
                      <a:r>
                        <a:rPr sz="1200">
                          <a:solidFill>
                            <a:srgbClr val="111111"/>
                          </a:solidFill>
                          <a:latin typeface="Calibri"/>
                          <a:cs typeface="Calibri"/>
                        </a:rPr>
                        <a:t>Neural</a:t>
                      </a:r>
                      <a:r>
                        <a:rPr sz="1200" spc="5">
                          <a:solidFill>
                            <a:srgbClr val="111111"/>
                          </a:solidFill>
                          <a:latin typeface="Calibri"/>
                          <a:cs typeface="Calibri"/>
                        </a:rPr>
                        <a:t> </a:t>
                      </a:r>
                      <a:r>
                        <a:rPr sz="1200" spc="-10">
                          <a:solidFill>
                            <a:srgbClr val="111111"/>
                          </a:solidFill>
                          <a:latin typeface="Calibri"/>
                          <a:cs typeface="Calibri"/>
                        </a:rPr>
                        <a:t>Network</a:t>
                      </a:r>
                      <a:endParaRPr sz="1200">
                        <a:latin typeface="Calibri"/>
                        <a:cs typeface="Calibri"/>
                      </a:endParaRPr>
                    </a:p>
                  </a:txBody>
                  <a:tcPr marL="0" marR="0" marT="190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675">
                        <a:lnSpc>
                          <a:spcPts val="1295"/>
                        </a:lnSpc>
                      </a:pPr>
                      <a:r>
                        <a:rPr sz="1100" spc="-20">
                          <a:latin typeface="Calibri"/>
                          <a:cs typeface="Calibri"/>
                        </a:rPr>
                        <a:t>2020</a:t>
                      </a:r>
                      <a:endParaRPr sz="1100">
                        <a:latin typeface="Calibri"/>
                        <a:cs typeface="Calibri"/>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9850" marR="435609">
                        <a:lnSpc>
                          <a:spcPts val="1250"/>
                        </a:lnSpc>
                        <a:spcBef>
                          <a:spcPts val="25"/>
                        </a:spcBef>
                      </a:pPr>
                      <a:r>
                        <a:rPr sz="1050" b="1" spc="-85">
                          <a:solidFill>
                            <a:srgbClr val="111111"/>
                          </a:solidFill>
                          <a:latin typeface="Roboto"/>
                          <a:cs typeface="Roboto"/>
                          <a:hlinkClick r:id="rId2"/>
                        </a:rPr>
                        <a:t>SkQamta⭲u</a:t>
                      </a:r>
                      <a:r>
                        <a:rPr sz="1050" b="1" spc="-10">
                          <a:solidFill>
                            <a:srgbClr val="111111"/>
                          </a:solidFill>
                          <a:latin typeface="Roboto"/>
                          <a:cs typeface="Roboto"/>
                        </a:rPr>
                        <a:t> </a:t>
                      </a:r>
                      <a:r>
                        <a:rPr sz="1050" b="1" spc="-10">
                          <a:solidFill>
                            <a:srgbClr val="111111"/>
                          </a:solidFill>
                          <a:latin typeface="Roboto"/>
                          <a:cs typeface="Roboto"/>
                          <a:hlinkClick r:id="rId2"/>
                        </a:rPr>
                        <a:t>Bkowmik</a:t>
                      </a:r>
                      <a:endParaRPr sz="1050">
                        <a:latin typeface="Roboto"/>
                        <a:cs typeface="Roboto"/>
                      </a:endParaRPr>
                    </a:p>
                    <a:p>
                      <a:pPr marL="69850" marR="337820">
                        <a:lnSpc>
                          <a:spcPts val="1250"/>
                        </a:lnSpc>
                        <a:spcBef>
                          <a:spcPts val="25"/>
                        </a:spcBef>
                      </a:pPr>
                      <a:r>
                        <a:rPr sz="1050" b="1" spc="-185">
                          <a:solidFill>
                            <a:srgbClr val="111111"/>
                          </a:solidFill>
                          <a:latin typeface="Roboto"/>
                          <a:cs typeface="Roboto"/>
                          <a:hlinkClick r:id="rId3"/>
                        </a:rPr>
                        <a:t>A⭲ja⭲</a:t>
                      </a:r>
                      <a:r>
                        <a:rPr sz="1050" b="1" spc="25">
                          <a:solidFill>
                            <a:srgbClr val="111111"/>
                          </a:solidFill>
                          <a:latin typeface="Roboto"/>
                          <a:cs typeface="Roboto"/>
                          <a:hlinkClick r:id="rId3"/>
                        </a:rPr>
                        <a:t> </a:t>
                      </a:r>
                      <a:r>
                        <a:rPr sz="1050" b="1" spc="-10">
                          <a:solidFill>
                            <a:srgbClr val="111111"/>
                          </a:solidFill>
                          <a:latin typeface="Roboto"/>
                          <a:cs typeface="Roboto"/>
                          <a:hlinkClick r:id="rId3"/>
                        </a:rPr>
                        <a:t>Kumaí</a:t>
                      </a:r>
                      <a:r>
                        <a:rPr sz="1050" b="1" spc="-10">
                          <a:solidFill>
                            <a:srgbClr val="111111"/>
                          </a:solidFill>
                          <a:latin typeface="Roboto"/>
                          <a:cs typeface="Roboto"/>
                        </a:rPr>
                        <a:t> </a:t>
                      </a:r>
                      <a:r>
                        <a:rPr sz="1050" b="1" spc="45">
                          <a:solidFill>
                            <a:srgbClr val="111111"/>
                          </a:solidFill>
                          <a:latin typeface="Roboto"/>
                          <a:cs typeface="Roboto"/>
                          <a:hlinkClick r:id="rId3"/>
                        </a:rPr>
                        <a:t>ľalukdaí</a:t>
                      </a:r>
                      <a:endParaRPr sz="1050">
                        <a:latin typeface="Roboto"/>
                        <a:cs typeface="Roboto"/>
                      </a:endParaRPr>
                    </a:p>
                  </a:txBody>
                  <a:tcPr marL="0" marR="0" marT="317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675" marR="295275">
                        <a:lnSpc>
                          <a:spcPts val="1250"/>
                        </a:lnSpc>
                        <a:spcBef>
                          <a:spcPts val="25"/>
                        </a:spcBef>
                      </a:pPr>
                      <a:r>
                        <a:rPr sz="1050" spc="130">
                          <a:solidFill>
                            <a:srgbClr val="111111"/>
                          </a:solidFill>
                          <a:latin typeface="Roboto"/>
                          <a:cs typeface="Roboto"/>
                        </a:rPr>
                        <a:t>ľkc</a:t>
                      </a:r>
                      <a:r>
                        <a:rPr sz="1050" spc="-10">
                          <a:solidFill>
                            <a:srgbClr val="111111"/>
                          </a:solidFill>
                          <a:latin typeface="Roboto"/>
                          <a:cs typeface="Roboto"/>
                        </a:rPr>
                        <a:t> píoposcd </a:t>
                      </a:r>
                      <a:r>
                        <a:rPr sz="1050">
                          <a:solidFill>
                            <a:srgbClr val="111111"/>
                          </a:solidFill>
                          <a:latin typeface="Roboto"/>
                          <a:cs typeface="Roboto"/>
                        </a:rPr>
                        <a:t>woíks</a:t>
                      </a:r>
                      <a:r>
                        <a:rPr sz="1050" spc="5">
                          <a:solidFill>
                            <a:srgbClr val="111111"/>
                          </a:solidFill>
                          <a:latin typeface="Roboto"/>
                          <a:cs typeface="Roboto"/>
                        </a:rPr>
                        <a:t> </a:t>
                      </a:r>
                      <a:r>
                        <a:rPr sz="1050">
                          <a:solidFill>
                            <a:srgbClr val="111111"/>
                          </a:solidFill>
                          <a:latin typeface="Roboto"/>
                          <a:cs typeface="Roboto"/>
                        </a:rPr>
                        <a:t>aim</a:t>
                      </a:r>
                      <a:r>
                        <a:rPr sz="1050" spc="5">
                          <a:solidFill>
                            <a:srgbClr val="111111"/>
                          </a:solidFill>
                          <a:latin typeface="Roboto"/>
                          <a:cs typeface="Roboto"/>
                        </a:rPr>
                        <a:t> </a:t>
                      </a:r>
                      <a:r>
                        <a:rPr sz="1050" spc="-25">
                          <a:solidFill>
                            <a:srgbClr val="111111"/>
                          </a:solidFill>
                          <a:latin typeface="Roboto"/>
                          <a:cs typeface="Roboto"/>
                        </a:rPr>
                        <a:t>to</a:t>
                      </a:r>
                      <a:endParaRPr sz="1050">
                        <a:latin typeface="Roboto"/>
                        <a:cs typeface="Roboto"/>
                      </a:endParaRPr>
                    </a:p>
                    <a:p>
                      <a:pPr marL="66675" marR="229235">
                        <a:lnSpc>
                          <a:spcPts val="1250"/>
                        </a:lnSpc>
                        <a:spcBef>
                          <a:spcPts val="25"/>
                        </a:spcBef>
                      </a:pPr>
                      <a:r>
                        <a:rPr sz="1050">
                          <a:solidFill>
                            <a:srgbClr val="111111"/>
                          </a:solidFill>
                          <a:latin typeface="Roboto"/>
                          <a:cs typeface="Roboto"/>
                        </a:rPr>
                        <a:t>dctcct</a:t>
                      </a:r>
                      <a:r>
                        <a:rPr sz="1050" spc="-40">
                          <a:solidFill>
                            <a:srgbClr val="111111"/>
                          </a:solidFill>
                          <a:latin typeface="Roboto"/>
                          <a:cs typeface="Roboto"/>
                        </a:rPr>
                        <a:t> </a:t>
                      </a:r>
                      <a:r>
                        <a:rPr sz="1050" spc="-10">
                          <a:solidFill>
                            <a:srgbClr val="111111"/>
                          </a:solidFill>
                          <a:latin typeface="Roboto"/>
                          <a:cs typeface="Roboto"/>
                        </a:rPr>
                        <a:t>tcalcar discascs</a:t>
                      </a:r>
                      <a:r>
                        <a:rPr sz="1050" spc="10">
                          <a:solidFill>
                            <a:srgbClr val="111111"/>
                          </a:solidFill>
                          <a:latin typeface="Roboto"/>
                          <a:cs typeface="Roboto"/>
                        </a:rPr>
                        <a:t> </a:t>
                      </a:r>
                      <a:r>
                        <a:rPr sz="1050" spc="-65">
                          <a:solidFill>
                            <a:srgbClr val="111111"/>
                          </a:solidFill>
                          <a:latin typeface="Roboto"/>
                          <a:cs typeface="Roboto"/>
                        </a:rPr>
                        <a:t>"si⭲g</a:t>
                      </a:r>
                      <a:endParaRPr sz="1050">
                        <a:latin typeface="Roboto"/>
                        <a:cs typeface="Roboto"/>
                      </a:endParaRPr>
                    </a:p>
                    <a:p>
                      <a:pPr marL="66675" marR="130810">
                        <a:lnSpc>
                          <a:spcPts val="1250"/>
                        </a:lnSpc>
                        <a:spcBef>
                          <a:spcPts val="25"/>
                        </a:spcBef>
                      </a:pPr>
                      <a:r>
                        <a:rPr sz="1050">
                          <a:solidFill>
                            <a:srgbClr val="111111"/>
                          </a:solidFill>
                          <a:latin typeface="Roboto"/>
                          <a:cs typeface="Roboto"/>
                        </a:rPr>
                        <a:t>tkc</a:t>
                      </a:r>
                      <a:r>
                        <a:rPr sz="1050" spc="5">
                          <a:solidFill>
                            <a:srgbClr val="111111"/>
                          </a:solidFill>
                          <a:latin typeface="Roboto"/>
                          <a:cs typeface="Roboto"/>
                        </a:rPr>
                        <a:t> </a:t>
                      </a:r>
                      <a:r>
                        <a:rPr sz="1050" spc="-70">
                          <a:solidFill>
                            <a:srgbClr val="111111"/>
                          </a:solidFill>
                          <a:latin typeface="Roboto"/>
                          <a:cs typeface="Roboto"/>
                        </a:rPr>
                        <a:t>casQ</a:t>
                      </a:r>
                      <a:r>
                        <a:rPr sz="1050" spc="20">
                          <a:solidFill>
                            <a:srgbClr val="111111"/>
                          </a:solidFill>
                          <a:latin typeface="Roboto"/>
                          <a:cs typeface="Roboto"/>
                        </a:rPr>
                        <a:t> </a:t>
                      </a:r>
                      <a:r>
                        <a:rPr sz="1050" spc="-10">
                          <a:solidFill>
                            <a:srgbClr val="111111"/>
                          </a:solidFill>
                          <a:latin typeface="Roboto"/>
                          <a:cs typeface="Roboto"/>
                        </a:rPr>
                        <a:t>mctkod </a:t>
                      </a:r>
                      <a:r>
                        <a:rPr sz="1050">
                          <a:solidFill>
                            <a:srgbClr val="111111"/>
                          </a:solidFill>
                          <a:latin typeface="Roboto"/>
                          <a:cs typeface="Roboto"/>
                        </a:rPr>
                        <a:t>wkilc</a:t>
                      </a:r>
                      <a:r>
                        <a:rPr sz="1050" spc="-25">
                          <a:solidFill>
                            <a:srgbClr val="111111"/>
                          </a:solidFill>
                          <a:latin typeface="Roboto"/>
                          <a:cs typeface="Roboto"/>
                        </a:rPr>
                        <a:t> </a:t>
                      </a:r>
                      <a:r>
                        <a:rPr sz="1050" spc="-10">
                          <a:solidFill>
                            <a:srgbClr val="111111"/>
                          </a:solidFill>
                          <a:latin typeface="Roboto"/>
                          <a:cs typeface="Roboto"/>
                        </a:rPr>
                        <a:t>íctai⭲i⭲g</a:t>
                      </a:r>
                      <a:endParaRPr sz="1050">
                        <a:latin typeface="Roboto"/>
                        <a:cs typeface="Roboto"/>
                      </a:endParaRPr>
                    </a:p>
                    <a:p>
                      <a:pPr marL="66675" marR="213360">
                        <a:lnSpc>
                          <a:spcPts val="1250"/>
                        </a:lnSpc>
                        <a:spcBef>
                          <a:spcPts val="25"/>
                        </a:spcBef>
                      </a:pPr>
                      <a:r>
                        <a:rPr sz="1050" spc="-10">
                          <a:solidFill>
                            <a:srgbClr val="111111"/>
                          </a:solidFill>
                          <a:latin typeface="Roboto"/>
                          <a:cs typeface="Roboto"/>
                        </a:rPr>
                        <a:t>mi⭲imal comp"tatio⭲al </a:t>
                      </a:r>
                      <a:r>
                        <a:rPr sz="1050" spc="-30">
                          <a:solidFill>
                            <a:srgbClr val="111111"/>
                          </a:solidFill>
                          <a:latin typeface="Roboto"/>
                          <a:cs typeface="Roboto"/>
                        </a:rPr>
                        <a:t>complcxitQ</a:t>
                      </a:r>
                      <a:r>
                        <a:rPr sz="1050" spc="-5">
                          <a:solidFill>
                            <a:srgbClr val="111111"/>
                          </a:solidFill>
                          <a:latin typeface="Roboto"/>
                          <a:cs typeface="Roboto"/>
                        </a:rPr>
                        <a:t> </a:t>
                      </a:r>
                      <a:r>
                        <a:rPr sz="1050" spc="-170">
                          <a:solidFill>
                            <a:srgbClr val="111111"/>
                          </a:solidFill>
                          <a:latin typeface="Roboto"/>
                          <a:cs typeface="Roboto"/>
                        </a:rPr>
                        <a:t>a⭲d</a:t>
                      </a:r>
                      <a:endParaRPr sz="1050">
                        <a:latin typeface="Roboto"/>
                        <a:cs typeface="Roboto"/>
                      </a:endParaRPr>
                    </a:p>
                    <a:p>
                      <a:pPr marL="66675" marR="194310">
                        <a:lnSpc>
                          <a:spcPts val="1250"/>
                        </a:lnSpc>
                        <a:spcBef>
                          <a:spcPts val="25"/>
                        </a:spcBef>
                      </a:pPr>
                      <a:r>
                        <a:rPr sz="1050" spc="-10">
                          <a:solidFill>
                            <a:srgbClr val="111111"/>
                          </a:solidFill>
                          <a:latin typeface="Roboto"/>
                          <a:cs typeface="Roboto"/>
                        </a:rPr>
                        <a:t>ícso"íccs, </a:t>
                      </a:r>
                      <a:r>
                        <a:rPr sz="1050" spc="-30">
                          <a:solidFill>
                            <a:srgbClr val="111111"/>
                          </a:solidFill>
                          <a:latin typeface="Roboto"/>
                          <a:cs typeface="Roboto"/>
                        </a:rPr>
                        <a:t>ícs"lti⭲g</a:t>
                      </a:r>
                      <a:r>
                        <a:rPr sz="1050" spc="10">
                          <a:solidFill>
                            <a:srgbClr val="111111"/>
                          </a:solidFill>
                          <a:latin typeface="Roboto"/>
                          <a:cs typeface="Roboto"/>
                        </a:rPr>
                        <a:t> </a:t>
                      </a:r>
                      <a:r>
                        <a:rPr sz="1050" spc="-254">
                          <a:solidFill>
                            <a:srgbClr val="111111"/>
                          </a:solidFill>
                          <a:latin typeface="Roboto"/>
                          <a:cs typeface="Roboto"/>
                        </a:rPr>
                        <a:t>i⭲</a:t>
                      </a:r>
                      <a:r>
                        <a:rPr sz="1050" spc="20">
                          <a:solidFill>
                            <a:srgbClr val="111111"/>
                          </a:solidFill>
                          <a:latin typeface="Roboto"/>
                          <a:cs typeface="Roboto"/>
                        </a:rPr>
                        <a:t> </a:t>
                      </a:r>
                      <a:r>
                        <a:rPr sz="1050" spc="-20">
                          <a:solidFill>
                            <a:srgbClr val="111111"/>
                          </a:solidFill>
                          <a:latin typeface="Roboto"/>
                          <a:cs typeface="Roboto"/>
                        </a:rPr>
                        <a:t>rast</a:t>
                      </a:r>
                      <a:endParaRPr sz="1050">
                        <a:latin typeface="Roboto"/>
                        <a:cs typeface="Roboto"/>
                      </a:endParaRPr>
                    </a:p>
                    <a:p>
                      <a:pPr marL="66675" marR="97155">
                        <a:lnSpc>
                          <a:spcPts val="1250"/>
                        </a:lnSpc>
                        <a:spcBef>
                          <a:spcPts val="25"/>
                        </a:spcBef>
                      </a:pPr>
                      <a:r>
                        <a:rPr sz="1050" spc="-175">
                          <a:solidFill>
                            <a:srgbClr val="111111"/>
                          </a:solidFill>
                          <a:latin typeface="Roboto"/>
                          <a:cs typeface="Roboto"/>
                        </a:rPr>
                        <a:t>a⭲d</a:t>
                      </a:r>
                      <a:r>
                        <a:rPr sz="1050" spc="20">
                          <a:solidFill>
                            <a:srgbClr val="111111"/>
                          </a:solidFill>
                          <a:latin typeface="Roboto"/>
                          <a:cs typeface="Roboto"/>
                        </a:rPr>
                        <a:t> </a:t>
                      </a:r>
                      <a:r>
                        <a:rPr sz="1050" spc="-10">
                          <a:solidFill>
                            <a:srgbClr val="111111"/>
                          </a:solidFill>
                          <a:latin typeface="Roboto"/>
                          <a:cs typeface="Roboto"/>
                        </a:rPr>
                        <a:t>acc"íatc </a:t>
                      </a:r>
                      <a:r>
                        <a:rPr sz="1050">
                          <a:solidFill>
                            <a:srgbClr val="111111"/>
                          </a:solidFill>
                          <a:latin typeface="Roboto"/>
                          <a:cs typeface="Roboto"/>
                        </a:rPr>
                        <a:t>ícs"lts</a:t>
                      </a:r>
                      <a:r>
                        <a:rPr sz="1050" spc="229">
                          <a:solidFill>
                            <a:srgbClr val="111111"/>
                          </a:solidFill>
                          <a:latin typeface="Roboto"/>
                          <a:cs typeface="Roboto"/>
                        </a:rPr>
                        <a:t> </a:t>
                      </a:r>
                      <a:r>
                        <a:rPr sz="1050" spc="-10">
                          <a:solidFill>
                            <a:srgbClr val="111111"/>
                          </a:solidFill>
                          <a:latin typeface="Roboto"/>
                          <a:cs typeface="Roboto"/>
                        </a:rPr>
                        <a:t>bcca"sc </a:t>
                      </a:r>
                      <a:r>
                        <a:rPr sz="1050">
                          <a:solidFill>
                            <a:srgbClr val="111111"/>
                          </a:solidFill>
                          <a:latin typeface="Roboto"/>
                          <a:cs typeface="Roboto"/>
                        </a:rPr>
                        <a:t>tkc</a:t>
                      </a:r>
                      <a:r>
                        <a:rPr sz="1050" spc="15">
                          <a:solidFill>
                            <a:srgbClr val="111111"/>
                          </a:solidFill>
                          <a:latin typeface="Roboto"/>
                          <a:cs typeface="Roboto"/>
                        </a:rPr>
                        <a:t> </a:t>
                      </a:r>
                      <a:r>
                        <a:rPr sz="1050" spc="-50">
                          <a:solidFill>
                            <a:srgbClr val="111111"/>
                          </a:solidFill>
                          <a:latin typeface="Roboto"/>
                          <a:cs typeface="Roboto"/>
                        </a:rPr>
                        <a:t>co⭲:ol"tio⭲al</a:t>
                      </a:r>
                      <a:endParaRPr sz="1050">
                        <a:latin typeface="Roboto"/>
                        <a:cs typeface="Roboto"/>
                      </a:endParaRPr>
                    </a:p>
                    <a:p>
                      <a:pPr marL="66675" marR="236220">
                        <a:lnSpc>
                          <a:spcPts val="1250"/>
                        </a:lnSpc>
                        <a:spcBef>
                          <a:spcPts val="25"/>
                        </a:spcBef>
                      </a:pPr>
                      <a:r>
                        <a:rPr sz="1050" spc="-30">
                          <a:solidFill>
                            <a:srgbClr val="111111"/>
                          </a:solidFill>
                          <a:latin typeface="Roboto"/>
                          <a:cs typeface="Roboto"/>
                        </a:rPr>
                        <a:t>⭲c"íal</a:t>
                      </a:r>
                      <a:r>
                        <a:rPr sz="1050" spc="-35">
                          <a:solidFill>
                            <a:srgbClr val="111111"/>
                          </a:solidFill>
                          <a:latin typeface="Roboto"/>
                          <a:cs typeface="Roboto"/>
                        </a:rPr>
                        <a:t> </a:t>
                      </a:r>
                      <a:r>
                        <a:rPr sz="1050" spc="-65">
                          <a:solidFill>
                            <a:srgbClr val="111111"/>
                          </a:solidFill>
                          <a:latin typeface="Roboto"/>
                          <a:cs typeface="Roboto"/>
                        </a:rPr>
                        <a:t>⭲ctwoík</a:t>
                      </a:r>
                      <a:r>
                        <a:rPr sz="1050" spc="-10">
                          <a:solidFill>
                            <a:srgbClr val="111111"/>
                          </a:solidFill>
                          <a:latin typeface="Roboto"/>
                          <a:cs typeface="Roboto"/>
                        </a:rPr>
                        <a:t> a"tomaticallQ</a:t>
                      </a:r>
                      <a:endParaRPr sz="1050">
                        <a:latin typeface="Roboto"/>
                        <a:cs typeface="Roboto"/>
                      </a:endParaRPr>
                    </a:p>
                    <a:p>
                      <a:pPr marL="66675">
                        <a:lnSpc>
                          <a:spcPts val="1230"/>
                        </a:lnSpc>
                      </a:pPr>
                      <a:r>
                        <a:rPr sz="1050">
                          <a:solidFill>
                            <a:srgbClr val="111111"/>
                          </a:solidFill>
                          <a:latin typeface="Roboto"/>
                          <a:cs typeface="Roboto"/>
                        </a:rPr>
                        <a:t>cxtíacts</a:t>
                      </a:r>
                      <a:r>
                        <a:rPr sz="1050" spc="35">
                          <a:solidFill>
                            <a:srgbClr val="111111"/>
                          </a:solidFill>
                          <a:latin typeface="Roboto"/>
                          <a:cs typeface="Roboto"/>
                        </a:rPr>
                        <a:t> </a:t>
                      </a:r>
                      <a:r>
                        <a:rPr sz="1050" spc="-10">
                          <a:solidFill>
                            <a:srgbClr val="111111"/>
                          </a:solidFill>
                          <a:latin typeface="Roboto"/>
                          <a:cs typeface="Roboto"/>
                        </a:rPr>
                        <a:t>rcat"ícs</a:t>
                      </a:r>
                      <a:endParaRPr sz="1050">
                        <a:latin typeface="Roboto"/>
                        <a:cs typeface="Roboto"/>
                      </a:endParaRPr>
                    </a:p>
                    <a:p>
                      <a:pPr marL="66675" marR="276860">
                        <a:lnSpc>
                          <a:spcPts val="1250"/>
                        </a:lnSpc>
                        <a:spcBef>
                          <a:spcPts val="50"/>
                        </a:spcBef>
                      </a:pPr>
                      <a:r>
                        <a:rPr sz="1050">
                          <a:solidFill>
                            <a:srgbClr val="111111"/>
                          </a:solidFill>
                          <a:latin typeface="Roboto"/>
                          <a:cs typeface="Roboto"/>
                        </a:rPr>
                        <a:t>roí</a:t>
                      </a:r>
                      <a:r>
                        <a:rPr sz="1050" spc="70">
                          <a:solidFill>
                            <a:srgbClr val="111111"/>
                          </a:solidFill>
                          <a:latin typeface="Roboto"/>
                          <a:cs typeface="Roboto"/>
                        </a:rPr>
                        <a:t> </a:t>
                      </a:r>
                      <a:r>
                        <a:rPr sz="1050" spc="-80">
                          <a:solidFill>
                            <a:srgbClr val="111111"/>
                          </a:solidFill>
                          <a:latin typeface="Roboto"/>
                          <a:cs typeface="Roboto"/>
                        </a:rPr>
                        <a:t>classirQi⭲g</a:t>
                      </a:r>
                      <a:r>
                        <a:rPr sz="1050" spc="500">
                          <a:solidFill>
                            <a:srgbClr val="111111"/>
                          </a:solidFill>
                          <a:latin typeface="Roboto"/>
                          <a:cs typeface="Roboto"/>
                        </a:rPr>
                        <a:t> </a:t>
                      </a:r>
                      <a:r>
                        <a:rPr sz="1050" spc="-70">
                          <a:solidFill>
                            <a:srgbClr val="111111"/>
                          </a:solidFill>
                          <a:latin typeface="Roboto"/>
                          <a:cs typeface="Roboto"/>
                        </a:rPr>
                        <a:t>i⭲p"t</a:t>
                      </a:r>
                      <a:r>
                        <a:rPr sz="1050" spc="25">
                          <a:solidFill>
                            <a:srgbClr val="111111"/>
                          </a:solidFill>
                          <a:latin typeface="Roboto"/>
                          <a:cs typeface="Roboto"/>
                        </a:rPr>
                        <a:t> </a:t>
                      </a:r>
                      <a:r>
                        <a:rPr sz="1050" spc="-10">
                          <a:solidFill>
                            <a:srgbClr val="111111"/>
                          </a:solidFill>
                          <a:latin typeface="Roboto"/>
                          <a:cs typeface="Roboto"/>
                        </a:rPr>
                        <a:t>imagcs</a:t>
                      </a:r>
                      <a:endParaRPr sz="1050">
                        <a:latin typeface="Roboto"/>
                        <a:cs typeface="Roboto"/>
                      </a:endParaRPr>
                    </a:p>
                    <a:p>
                      <a:pPr marL="66675">
                        <a:lnSpc>
                          <a:spcPts val="1230"/>
                        </a:lnSpc>
                      </a:pPr>
                      <a:r>
                        <a:rPr sz="1050" spc="-10">
                          <a:solidFill>
                            <a:srgbClr val="111111"/>
                          </a:solidFill>
                          <a:latin typeface="Roboto"/>
                          <a:cs typeface="Roboto"/>
                        </a:rPr>
                        <a:t>[54,55].</a:t>
                      </a:r>
                      <a:endParaRPr sz="1050">
                        <a:latin typeface="Roboto"/>
                        <a:cs typeface="Roboto"/>
                      </a:endParaRPr>
                    </a:p>
                    <a:p>
                      <a:pPr marL="66675">
                        <a:lnSpc>
                          <a:spcPts val="1255"/>
                        </a:lnSpc>
                      </a:pPr>
                      <a:r>
                        <a:rPr sz="1050" spc="-10">
                          <a:solidFill>
                            <a:srgbClr val="111111"/>
                          </a:solidFill>
                          <a:latin typeface="Roboto"/>
                          <a:cs typeface="Roboto"/>
                        </a:rPr>
                        <a:t>AppíoximatclQ</a:t>
                      </a:r>
                      <a:endParaRPr sz="1050">
                        <a:latin typeface="Roboto"/>
                        <a:cs typeface="Roboto"/>
                      </a:endParaRPr>
                    </a:p>
                    <a:p>
                      <a:pPr marL="66675">
                        <a:lnSpc>
                          <a:spcPts val="1255"/>
                        </a:lnSpc>
                        <a:spcBef>
                          <a:spcPts val="15"/>
                        </a:spcBef>
                      </a:pPr>
                      <a:r>
                        <a:rPr sz="1050">
                          <a:solidFill>
                            <a:srgbClr val="111111"/>
                          </a:solidFill>
                          <a:latin typeface="Roboto"/>
                          <a:cs typeface="Roboto"/>
                        </a:rPr>
                        <a:t>95.9«%</a:t>
                      </a:r>
                      <a:r>
                        <a:rPr sz="1050" spc="65">
                          <a:solidFill>
                            <a:srgbClr val="111111"/>
                          </a:solidFill>
                          <a:latin typeface="Roboto"/>
                          <a:cs typeface="Roboto"/>
                        </a:rPr>
                        <a:t> </a:t>
                      </a:r>
                      <a:r>
                        <a:rPr sz="1050" spc="-25">
                          <a:solidFill>
                            <a:srgbClr val="111111"/>
                          </a:solidFill>
                          <a:latin typeface="Roboto"/>
                          <a:cs typeface="Roboto"/>
                        </a:rPr>
                        <a:t>or</a:t>
                      </a:r>
                      <a:endParaRPr sz="1050">
                        <a:latin typeface="Roboto"/>
                        <a:cs typeface="Roboto"/>
                      </a:endParaRPr>
                    </a:p>
                    <a:p>
                      <a:pPr marL="66675" marR="84455">
                        <a:lnSpc>
                          <a:spcPts val="1250"/>
                        </a:lnSpc>
                        <a:spcBef>
                          <a:spcPts val="45"/>
                        </a:spcBef>
                      </a:pPr>
                      <a:r>
                        <a:rPr sz="1050" spc="-60">
                          <a:solidFill>
                            <a:srgbClr val="111111"/>
                          </a:solidFill>
                          <a:latin typeface="Roboto"/>
                          <a:cs typeface="Roboto"/>
                        </a:rPr>
                        <a:t>píccisio⭲</a:t>
                      </a:r>
                      <a:r>
                        <a:rPr sz="1050" spc="65">
                          <a:solidFill>
                            <a:srgbClr val="111111"/>
                          </a:solidFill>
                          <a:latin typeface="Roboto"/>
                          <a:cs typeface="Roboto"/>
                        </a:rPr>
                        <a:t> </a:t>
                      </a:r>
                      <a:r>
                        <a:rPr sz="1050" spc="-25">
                          <a:solidFill>
                            <a:srgbClr val="111111"/>
                          </a:solidFill>
                          <a:latin typeface="Roboto"/>
                          <a:cs typeface="Roboto"/>
                        </a:rPr>
                        <a:t>is </a:t>
                      </a:r>
                      <a:r>
                        <a:rPr sz="1050">
                          <a:solidFill>
                            <a:srgbClr val="111111"/>
                          </a:solidFill>
                          <a:latin typeface="Roboto"/>
                          <a:cs typeface="Roboto"/>
                        </a:rPr>
                        <a:t>ackic:cd</a:t>
                      </a:r>
                      <a:r>
                        <a:rPr sz="1050" spc="110">
                          <a:solidFill>
                            <a:srgbClr val="111111"/>
                          </a:solidFill>
                          <a:latin typeface="Roboto"/>
                          <a:cs typeface="Roboto"/>
                        </a:rPr>
                        <a:t> </a:t>
                      </a:r>
                      <a:r>
                        <a:rPr sz="1050">
                          <a:solidFill>
                            <a:srgbClr val="111111"/>
                          </a:solidFill>
                          <a:latin typeface="Roboto"/>
                          <a:cs typeface="Roboto"/>
                        </a:rPr>
                        <a:t>witk</a:t>
                      </a:r>
                      <a:r>
                        <a:rPr sz="1050" spc="95">
                          <a:solidFill>
                            <a:srgbClr val="111111"/>
                          </a:solidFill>
                          <a:latin typeface="Roboto"/>
                          <a:cs typeface="Roboto"/>
                        </a:rPr>
                        <a:t> </a:t>
                      </a:r>
                      <a:r>
                        <a:rPr sz="1050" spc="-25">
                          <a:solidFill>
                            <a:srgbClr val="111111"/>
                          </a:solidFill>
                          <a:latin typeface="Roboto"/>
                          <a:cs typeface="Roboto"/>
                        </a:rPr>
                        <a:t>tkc</a:t>
                      </a:r>
                      <a:endParaRPr sz="1050">
                        <a:latin typeface="Roboto"/>
                        <a:cs typeface="Roboto"/>
                      </a:endParaRPr>
                    </a:p>
                    <a:p>
                      <a:pPr marL="66675" marR="100330">
                        <a:lnSpc>
                          <a:spcPts val="1250"/>
                        </a:lnSpc>
                        <a:spcBef>
                          <a:spcPts val="25"/>
                        </a:spcBef>
                      </a:pPr>
                      <a:r>
                        <a:rPr sz="1050">
                          <a:solidFill>
                            <a:srgbClr val="111111"/>
                          </a:solidFill>
                          <a:latin typeface="Roboto"/>
                          <a:cs typeface="Roboto"/>
                        </a:rPr>
                        <a:t>dc:clopcd</a:t>
                      </a:r>
                      <a:r>
                        <a:rPr sz="1050" spc="175">
                          <a:solidFill>
                            <a:srgbClr val="111111"/>
                          </a:solidFill>
                          <a:latin typeface="Roboto"/>
                          <a:cs typeface="Roboto"/>
                        </a:rPr>
                        <a:t> </a:t>
                      </a:r>
                      <a:r>
                        <a:rPr sz="1050" spc="-10">
                          <a:solidFill>
                            <a:srgbClr val="111111"/>
                          </a:solidFill>
                          <a:latin typeface="Roboto"/>
                          <a:cs typeface="Roboto"/>
                        </a:rPr>
                        <a:t>modcl </a:t>
                      </a:r>
                      <a:r>
                        <a:rPr sz="1050" spc="-254">
                          <a:solidFill>
                            <a:srgbClr val="111111"/>
                          </a:solidFill>
                          <a:latin typeface="Roboto"/>
                          <a:cs typeface="Roboto"/>
                        </a:rPr>
                        <a:t>i⭲</a:t>
                      </a:r>
                      <a:r>
                        <a:rPr sz="1050" spc="-5">
                          <a:solidFill>
                            <a:srgbClr val="111111"/>
                          </a:solidFill>
                          <a:latin typeface="Roboto"/>
                          <a:cs typeface="Roboto"/>
                        </a:rPr>
                        <a:t> </a:t>
                      </a:r>
                      <a:r>
                        <a:rPr sz="1050" spc="-10">
                          <a:solidFill>
                            <a:srgbClr val="111111"/>
                          </a:solidFill>
                          <a:latin typeface="Roboto"/>
                          <a:cs typeface="Roboto"/>
                        </a:rPr>
                        <a:t>cxpcíimc⭲tal</a:t>
                      </a:r>
                      <a:endParaRPr sz="1050">
                        <a:latin typeface="Roboto"/>
                        <a:cs typeface="Roboto"/>
                      </a:endParaRPr>
                    </a:p>
                    <a:p>
                      <a:pPr marL="66675">
                        <a:lnSpc>
                          <a:spcPts val="1200"/>
                        </a:lnSpc>
                      </a:pPr>
                      <a:r>
                        <a:rPr sz="1050">
                          <a:solidFill>
                            <a:srgbClr val="111111"/>
                          </a:solidFill>
                          <a:latin typeface="Roboto"/>
                          <a:cs typeface="Roboto"/>
                        </a:rPr>
                        <a:t>ícs"lts</a:t>
                      </a:r>
                      <a:r>
                        <a:rPr sz="1050" spc="229">
                          <a:solidFill>
                            <a:srgbClr val="111111"/>
                          </a:solidFill>
                          <a:latin typeface="Roboto"/>
                          <a:cs typeface="Roboto"/>
                        </a:rPr>
                        <a:t> </a:t>
                      </a:r>
                      <a:r>
                        <a:rPr sz="1050" spc="-50">
                          <a:solidFill>
                            <a:srgbClr val="111111"/>
                          </a:solidFill>
                          <a:latin typeface="Roboto"/>
                          <a:cs typeface="Roboto"/>
                        </a:rPr>
                        <a:t>.</a:t>
                      </a:r>
                      <a:endParaRPr sz="1050">
                        <a:latin typeface="Roboto"/>
                        <a:cs typeface="Roboto"/>
                      </a:endParaRPr>
                    </a:p>
                  </a:txBody>
                  <a:tcPr marL="0" marR="0" marT="317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1"/>
                  </a:ext>
                </a:extLst>
              </a:tr>
              <a:tr h="1927860">
                <a:tc>
                  <a:txBody>
                    <a:bodyPr/>
                    <a:lstStyle/>
                    <a:p>
                      <a:pPr marL="69850">
                        <a:lnSpc>
                          <a:spcPts val="1295"/>
                        </a:lnSpc>
                      </a:pPr>
                      <a:r>
                        <a:rPr sz="1100" spc="-50">
                          <a:latin typeface="Calibri"/>
                          <a:cs typeface="Calibri"/>
                        </a:rPr>
                        <a:t>9</a:t>
                      </a:r>
                      <a:endParaRPr sz="1100">
                        <a:latin typeface="Calibri"/>
                        <a:cs typeface="Calibri"/>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9850" marR="240029">
                        <a:lnSpc>
                          <a:spcPts val="1330"/>
                        </a:lnSpc>
                        <a:spcBef>
                          <a:spcPts val="10"/>
                        </a:spcBef>
                      </a:pPr>
                      <a:r>
                        <a:rPr sz="1100" spc="-10">
                          <a:latin typeface="Calibri"/>
                          <a:cs typeface="Calibri"/>
                        </a:rPr>
                        <a:t>Machine Learning-Based</a:t>
                      </a:r>
                      <a:endParaRPr sz="1100">
                        <a:latin typeface="Calibri"/>
                        <a:cs typeface="Calibri"/>
                      </a:endParaRPr>
                    </a:p>
                    <a:p>
                      <a:pPr marL="69850" marR="177165">
                        <a:lnSpc>
                          <a:spcPts val="1350"/>
                        </a:lnSpc>
                      </a:pPr>
                      <a:r>
                        <a:rPr sz="1100">
                          <a:latin typeface="Calibri"/>
                          <a:cs typeface="Calibri"/>
                        </a:rPr>
                        <a:t>Tea</a:t>
                      </a:r>
                      <a:r>
                        <a:rPr sz="1100" spc="-35">
                          <a:latin typeface="Calibri"/>
                          <a:cs typeface="Calibri"/>
                        </a:rPr>
                        <a:t> </a:t>
                      </a:r>
                      <a:r>
                        <a:rPr sz="1100">
                          <a:latin typeface="Calibri"/>
                          <a:cs typeface="Calibri"/>
                        </a:rPr>
                        <a:t>Leaf</a:t>
                      </a:r>
                      <a:r>
                        <a:rPr sz="1100" spc="-35">
                          <a:latin typeface="Calibri"/>
                          <a:cs typeface="Calibri"/>
                        </a:rPr>
                        <a:t> </a:t>
                      </a:r>
                      <a:r>
                        <a:rPr sz="1100" spc="-10">
                          <a:latin typeface="Calibri"/>
                          <a:cs typeface="Calibri"/>
                        </a:rPr>
                        <a:t>Disease Detection</a:t>
                      </a:r>
                      <a:endParaRPr sz="1100">
                        <a:latin typeface="Calibri"/>
                        <a:cs typeface="Calibri"/>
                      </a:endParaRPr>
                    </a:p>
                  </a:txBody>
                  <a:tcPr marL="0" marR="0" marT="127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675">
                        <a:lnSpc>
                          <a:spcPts val="1295"/>
                        </a:lnSpc>
                      </a:pPr>
                      <a:r>
                        <a:rPr sz="1100" spc="-20">
                          <a:latin typeface="Calibri"/>
                          <a:cs typeface="Calibri"/>
                        </a:rPr>
                        <a:t>2023</a:t>
                      </a:r>
                      <a:endParaRPr sz="1100">
                        <a:latin typeface="Calibri"/>
                        <a:cs typeface="Calibri"/>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9850" marR="325120">
                        <a:lnSpc>
                          <a:spcPts val="1330"/>
                        </a:lnSpc>
                        <a:spcBef>
                          <a:spcPts val="10"/>
                        </a:spcBef>
                      </a:pPr>
                      <a:r>
                        <a:rPr sz="1100">
                          <a:latin typeface="Calibri"/>
                          <a:cs typeface="Calibri"/>
                        </a:rPr>
                        <a:t>Faruk</a:t>
                      </a:r>
                      <a:r>
                        <a:rPr sz="1100" spc="-25">
                          <a:latin typeface="Calibri"/>
                          <a:cs typeface="Calibri"/>
                        </a:rPr>
                        <a:t> </a:t>
                      </a:r>
                      <a:r>
                        <a:rPr sz="1100" spc="-10">
                          <a:latin typeface="Calibri"/>
                          <a:cs typeface="Calibri"/>
                        </a:rPr>
                        <a:t>Ahmed, </a:t>
                      </a:r>
                      <a:r>
                        <a:rPr sz="1100">
                          <a:latin typeface="Calibri"/>
                          <a:cs typeface="Calibri"/>
                        </a:rPr>
                        <a:t>Taimur</a:t>
                      </a:r>
                      <a:r>
                        <a:rPr sz="1100" spc="-40">
                          <a:latin typeface="Calibri"/>
                          <a:cs typeface="Calibri"/>
                        </a:rPr>
                        <a:t> </a:t>
                      </a:r>
                      <a:r>
                        <a:rPr sz="1100" spc="-20">
                          <a:latin typeface="Calibri"/>
                          <a:cs typeface="Calibri"/>
                        </a:rPr>
                        <a:t>Ahad</a:t>
                      </a:r>
                      <a:endParaRPr sz="1100">
                        <a:latin typeface="Calibri"/>
                        <a:cs typeface="Calibri"/>
                      </a:endParaRPr>
                    </a:p>
                  </a:txBody>
                  <a:tcPr marL="0" marR="0" marT="127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675" marR="89535">
                        <a:lnSpc>
                          <a:spcPts val="1250"/>
                        </a:lnSpc>
                        <a:spcBef>
                          <a:spcPts val="25"/>
                        </a:spcBef>
                      </a:pPr>
                      <a:r>
                        <a:rPr sz="1050" spc="130">
                          <a:latin typeface="Roboto"/>
                          <a:cs typeface="Roboto"/>
                        </a:rPr>
                        <a:t>ľkc</a:t>
                      </a:r>
                      <a:r>
                        <a:rPr sz="1050" spc="5">
                          <a:latin typeface="Roboto"/>
                          <a:cs typeface="Roboto"/>
                        </a:rPr>
                        <a:t> </a:t>
                      </a:r>
                      <a:r>
                        <a:rPr sz="1050">
                          <a:latin typeface="Roboto"/>
                          <a:cs typeface="Roboto"/>
                        </a:rPr>
                        <a:t>riíst</a:t>
                      </a:r>
                      <a:r>
                        <a:rPr sz="1050" spc="15">
                          <a:latin typeface="Roboto"/>
                          <a:cs typeface="Roboto"/>
                        </a:rPr>
                        <a:t> </a:t>
                      </a:r>
                      <a:r>
                        <a:rPr sz="1050" spc="50">
                          <a:latin typeface="Roboto"/>
                          <a:cs typeface="Roboto"/>
                        </a:rPr>
                        <a:t>gío"p</a:t>
                      </a:r>
                      <a:r>
                        <a:rPr sz="1050" spc="25">
                          <a:latin typeface="Roboto"/>
                          <a:cs typeface="Roboto"/>
                        </a:rPr>
                        <a:t> </a:t>
                      </a:r>
                      <a:r>
                        <a:rPr sz="1050" spc="-25">
                          <a:latin typeface="Roboto"/>
                          <a:cs typeface="Roboto"/>
                        </a:rPr>
                        <a:t>or </a:t>
                      </a:r>
                      <a:r>
                        <a:rPr sz="1050">
                          <a:latin typeface="Roboto"/>
                          <a:cs typeface="Roboto"/>
                        </a:rPr>
                        <a:t>ícscaíckcís</a:t>
                      </a:r>
                      <a:r>
                        <a:rPr sz="1050" spc="220">
                          <a:latin typeface="Roboto"/>
                          <a:cs typeface="Roboto"/>
                        </a:rPr>
                        <a:t> </a:t>
                      </a:r>
                      <a:r>
                        <a:rPr sz="1050" spc="-20">
                          <a:latin typeface="Roboto"/>
                          <a:cs typeface="Roboto"/>
                        </a:rPr>
                        <a:t>"scd</a:t>
                      </a:r>
                      <a:endParaRPr sz="1050">
                        <a:latin typeface="Roboto"/>
                        <a:cs typeface="Roboto"/>
                      </a:endParaRPr>
                    </a:p>
                    <a:p>
                      <a:pPr marL="66675" marR="135255">
                        <a:lnSpc>
                          <a:spcPts val="1250"/>
                        </a:lnSpc>
                        <a:spcBef>
                          <a:spcPts val="25"/>
                        </a:spcBef>
                      </a:pPr>
                      <a:r>
                        <a:rPr sz="1050">
                          <a:latin typeface="Roboto"/>
                          <a:cs typeface="Roboto"/>
                        </a:rPr>
                        <a:t>tkc</a:t>
                      </a:r>
                      <a:r>
                        <a:rPr sz="1050" spc="15">
                          <a:latin typeface="Roboto"/>
                          <a:cs typeface="Roboto"/>
                        </a:rPr>
                        <a:t> </a:t>
                      </a:r>
                      <a:r>
                        <a:rPr sz="1050" spc="-110">
                          <a:latin typeface="Roboto"/>
                          <a:cs typeface="Roboto"/>
                        </a:rPr>
                        <a:t>co⭲:c⭲tio⭲al</a:t>
                      </a:r>
                      <a:r>
                        <a:rPr sz="1050" spc="-10">
                          <a:latin typeface="Roboto"/>
                          <a:cs typeface="Roboto"/>
                        </a:rPr>
                        <a:t> Visio⭲</a:t>
                      </a:r>
                      <a:endParaRPr sz="1050">
                        <a:latin typeface="Roboto"/>
                        <a:cs typeface="Roboto"/>
                      </a:endParaRPr>
                    </a:p>
                    <a:p>
                      <a:pPr marL="66675" marR="267335">
                        <a:lnSpc>
                          <a:spcPts val="1250"/>
                        </a:lnSpc>
                        <a:spcBef>
                          <a:spcPts val="25"/>
                        </a:spcBef>
                      </a:pPr>
                      <a:r>
                        <a:rPr sz="1050" spc="-10">
                          <a:latin typeface="Roboto"/>
                          <a:cs typeface="Roboto"/>
                        </a:rPr>
                        <a:t>ľía⭲sroímcí </a:t>
                      </a:r>
                      <a:r>
                        <a:rPr sz="1050" spc="70">
                          <a:latin typeface="Roboto"/>
                          <a:cs typeface="Roboto"/>
                        </a:rPr>
                        <a:t>(Viľ)</a:t>
                      </a:r>
                      <a:r>
                        <a:rPr sz="1050" spc="-10">
                          <a:latin typeface="Roboto"/>
                          <a:cs typeface="Roboto"/>
                        </a:rPr>
                        <a:t> </a:t>
                      </a:r>
                      <a:r>
                        <a:rPr sz="1050">
                          <a:latin typeface="Roboto"/>
                          <a:cs typeface="Roboto"/>
                        </a:rPr>
                        <a:t>to</a:t>
                      </a:r>
                      <a:r>
                        <a:rPr sz="1050" spc="-15">
                          <a:latin typeface="Roboto"/>
                          <a:cs typeface="Roboto"/>
                        </a:rPr>
                        <a:t> </a:t>
                      </a:r>
                      <a:r>
                        <a:rPr sz="1050" spc="-10">
                          <a:latin typeface="Roboto"/>
                          <a:cs typeface="Roboto"/>
                        </a:rPr>
                        <a:t>dctcct</a:t>
                      </a:r>
                      <a:endParaRPr sz="1050">
                        <a:latin typeface="Roboto"/>
                        <a:cs typeface="Roboto"/>
                      </a:endParaRPr>
                    </a:p>
                    <a:p>
                      <a:pPr marL="66675" marR="111760">
                        <a:lnSpc>
                          <a:spcPts val="1250"/>
                        </a:lnSpc>
                        <a:spcBef>
                          <a:spcPts val="25"/>
                        </a:spcBef>
                      </a:pPr>
                      <a:r>
                        <a:rPr sz="1050">
                          <a:latin typeface="Roboto"/>
                          <a:cs typeface="Roboto"/>
                        </a:rPr>
                        <a:t>tca</a:t>
                      </a:r>
                      <a:r>
                        <a:rPr sz="1050" spc="-30">
                          <a:latin typeface="Roboto"/>
                          <a:cs typeface="Roboto"/>
                        </a:rPr>
                        <a:t> </a:t>
                      </a:r>
                      <a:r>
                        <a:rPr sz="1050">
                          <a:latin typeface="Roboto"/>
                          <a:cs typeface="Roboto"/>
                        </a:rPr>
                        <a:t>lcar</a:t>
                      </a:r>
                      <a:r>
                        <a:rPr sz="1050" spc="-30">
                          <a:latin typeface="Roboto"/>
                          <a:cs typeface="Roboto"/>
                        </a:rPr>
                        <a:t> </a:t>
                      </a:r>
                      <a:r>
                        <a:rPr sz="1050" spc="-10">
                          <a:latin typeface="Roboto"/>
                          <a:cs typeface="Roboto"/>
                        </a:rPr>
                        <a:t>discascs a"tomaticallQ </a:t>
                      </a:r>
                      <a:r>
                        <a:rPr sz="1050" spc="-25">
                          <a:latin typeface="Roboto"/>
                          <a:cs typeface="Roboto"/>
                        </a:rPr>
                        <a:t>at</a:t>
                      </a:r>
                      <a:endParaRPr sz="1050">
                        <a:latin typeface="Roboto"/>
                        <a:cs typeface="Roboto"/>
                      </a:endParaRPr>
                    </a:p>
                    <a:p>
                      <a:pPr marL="66675">
                        <a:lnSpc>
                          <a:spcPts val="1210"/>
                        </a:lnSpc>
                      </a:pPr>
                      <a:r>
                        <a:rPr sz="1050">
                          <a:latin typeface="Roboto"/>
                          <a:cs typeface="Roboto"/>
                        </a:rPr>
                        <a:t>tkc</a:t>
                      </a:r>
                      <a:r>
                        <a:rPr sz="1050" spc="15">
                          <a:latin typeface="Roboto"/>
                          <a:cs typeface="Roboto"/>
                        </a:rPr>
                        <a:t> </a:t>
                      </a:r>
                      <a:r>
                        <a:rPr sz="1050" spc="-10">
                          <a:latin typeface="Roboto"/>
                          <a:cs typeface="Roboto"/>
                        </a:rPr>
                        <a:t>ricld</a:t>
                      </a:r>
                      <a:endParaRPr sz="1050">
                        <a:latin typeface="Roboto"/>
                        <a:cs typeface="Roboto"/>
                      </a:endParaRPr>
                    </a:p>
                    <a:p>
                      <a:pPr marL="66675" marR="154305">
                        <a:lnSpc>
                          <a:spcPct val="100200"/>
                        </a:lnSpc>
                      </a:pPr>
                      <a:r>
                        <a:rPr sz="1050" spc="-105">
                          <a:latin typeface="Roboto"/>
                          <a:cs typeface="Roboto"/>
                        </a:rPr>
                        <a:t>co⭲ditio⭲,</a:t>
                      </a:r>
                      <a:r>
                        <a:rPr sz="1050" spc="-5">
                          <a:latin typeface="Roboto"/>
                          <a:cs typeface="Roboto"/>
                        </a:rPr>
                        <a:t> </a:t>
                      </a:r>
                      <a:r>
                        <a:rPr sz="1050" spc="-10">
                          <a:latin typeface="Roboto"/>
                          <a:cs typeface="Roboto"/>
                        </a:rPr>
                        <a:t>wkick mitigatcs</a:t>
                      </a:r>
                      <a:r>
                        <a:rPr sz="1050" spc="15">
                          <a:latin typeface="Roboto"/>
                          <a:cs typeface="Roboto"/>
                        </a:rPr>
                        <a:t> </a:t>
                      </a:r>
                      <a:r>
                        <a:rPr sz="1050" spc="-25">
                          <a:latin typeface="Roboto"/>
                          <a:cs typeface="Roboto"/>
                        </a:rPr>
                        <a:t>tkc </a:t>
                      </a:r>
                      <a:r>
                        <a:rPr sz="1050" spc="-65">
                          <a:latin typeface="Roboto"/>
                          <a:cs typeface="Roboto"/>
                        </a:rPr>
                        <a:t>cco⭲omic</a:t>
                      </a:r>
                      <a:r>
                        <a:rPr sz="1050" spc="-10">
                          <a:latin typeface="Roboto"/>
                          <a:cs typeface="Roboto"/>
                        </a:rPr>
                        <a:t> loss.</a:t>
                      </a:r>
                      <a:endParaRPr sz="1050">
                        <a:latin typeface="Roboto"/>
                        <a:cs typeface="Roboto"/>
                      </a:endParaRPr>
                    </a:p>
                  </a:txBody>
                  <a:tcPr marL="0" marR="0" marT="317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2"/>
                  </a:ext>
                </a:extLst>
              </a:tr>
            </a:tbl>
          </a:graphicData>
        </a:graphic>
      </p:graphicFrame>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2" name="object 2"/>
          <p:cNvGraphicFramePr>
            <a:graphicFrameLocks noGrp="1"/>
          </p:cNvGraphicFramePr>
          <p:nvPr/>
        </p:nvGraphicFramePr>
        <p:xfrm>
          <a:off x="914717" y="914780"/>
          <a:ext cx="5946140" cy="8364220"/>
        </p:xfrm>
        <a:graphic>
          <a:graphicData uri="http://schemas.openxmlformats.org/drawingml/2006/table">
            <a:tbl>
              <a:tblPr firstRow="1" bandRow="1">
                <a:tableStyleId>{2D5ABB26-0587-4C30-8999-92F81FD0307C}</a:tableStyleId>
              </a:tblPr>
              <a:tblGrid>
                <a:gridCol w="1188085">
                  <a:extLst>
                    <a:ext uri="{9D8B030D-6E8A-4147-A177-3AD203B41FA5}">
                      <a16:colId xmlns:a16="http://schemas.microsoft.com/office/drawing/2014/main" val="20000"/>
                    </a:ext>
                  </a:extLst>
                </a:gridCol>
                <a:gridCol w="1190625">
                  <a:extLst>
                    <a:ext uri="{9D8B030D-6E8A-4147-A177-3AD203B41FA5}">
                      <a16:colId xmlns:a16="http://schemas.microsoft.com/office/drawing/2014/main" val="20001"/>
                    </a:ext>
                  </a:extLst>
                </a:gridCol>
                <a:gridCol w="1188085">
                  <a:extLst>
                    <a:ext uri="{9D8B030D-6E8A-4147-A177-3AD203B41FA5}">
                      <a16:colId xmlns:a16="http://schemas.microsoft.com/office/drawing/2014/main" val="20002"/>
                    </a:ext>
                  </a:extLst>
                </a:gridCol>
                <a:gridCol w="1191260">
                  <a:extLst>
                    <a:ext uri="{9D8B030D-6E8A-4147-A177-3AD203B41FA5}">
                      <a16:colId xmlns:a16="http://schemas.microsoft.com/office/drawing/2014/main" val="20003"/>
                    </a:ext>
                  </a:extLst>
                </a:gridCol>
                <a:gridCol w="1188085">
                  <a:extLst>
                    <a:ext uri="{9D8B030D-6E8A-4147-A177-3AD203B41FA5}">
                      <a16:colId xmlns:a16="http://schemas.microsoft.com/office/drawing/2014/main" val="20004"/>
                    </a:ext>
                  </a:extLst>
                </a:gridCol>
              </a:tblGrid>
              <a:tr h="5928995">
                <a:tc>
                  <a:txBody>
                    <a:bodyPr/>
                    <a:lstStyle/>
                    <a:p>
                      <a:pPr>
                        <a:lnSpc>
                          <a:spcPct val="100000"/>
                        </a:lnSpc>
                      </a:pP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675" marR="215900">
                        <a:lnSpc>
                          <a:spcPts val="1250"/>
                        </a:lnSpc>
                        <a:spcBef>
                          <a:spcPts val="25"/>
                        </a:spcBef>
                      </a:pPr>
                      <a:r>
                        <a:rPr sz="1050">
                          <a:latin typeface="Roboto"/>
                          <a:cs typeface="Roboto"/>
                        </a:rPr>
                        <a:t>ľkcQ</a:t>
                      </a:r>
                      <a:r>
                        <a:rPr sz="1050" spc="135">
                          <a:latin typeface="Roboto"/>
                          <a:cs typeface="Roboto"/>
                        </a:rPr>
                        <a:t> </a:t>
                      </a:r>
                      <a:r>
                        <a:rPr sz="1050" spc="-40">
                          <a:latin typeface="Roboto"/>
                          <a:cs typeface="Roboto"/>
                        </a:rPr>
                        <a:t>cmploQcd </a:t>
                      </a:r>
                      <a:r>
                        <a:rPr sz="1050" spc="-10">
                          <a:latin typeface="Roboto"/>
                          <a:cs typeface="Roboto"/>
                        </a:rPr>
                        <a:t>Visio⭲</a:t>
                      </a:r>
                      <a:endParaRPr sz="1050">
                        <a:latin typeface="Roboto"/>
                        <a:cs typeface="Roboto"/>
                      </a:endParaRPr>
                    </a:p>
                    <a:p>
                      <a:pPr marL="66675" marR="137160">
                        <a:lnSpc>
                          <a:spcPts val="1250"/>
                        </a:lnSpc>
                        <a:spcBef>
                          <a:spcPts val="25"/>
                        </a:spcBef>
                      </a:pPr>
                      <a:r>
                        <a:rPr sz="1050" spc="-10">
                          <a:latin typeface="Roboto"/>
                          <a:cs typeface="Roboto"/>
                        </a:rPr>
                        <a:t>ľía⭲sroímcí </a:t>
                      </a:r>
                      <a:r>
                        <a:rPr sz="1050" spc="70">
                          <a:latin typeface="Roboto"/>
                          <a:cs typeface="Roboto"/>
                        </a:rPr>
                        <a:t>(Viľ)</a:t>
                      </a:r>
                      <a:r>
                        <a:rPr sz="1050" spc="85">
                          <a:latin typeface="Roboto"/>
                          <a:cs typeface="Roboto"/>
                        </a:rPr>
                        <a:t> </a:t>
                      </a:r>
                      <a:r>
                        <a:rPr sz="1050">
                          <a:latin typeface="Roboto"/>
                          <a:cs typeface="Roboto"/>
                        </a:rPr>
                        <a:t>bcca"sc</a:t>
                      </a:r>
                      <a:r>
                        <a:rPr sz="1050" spc="65">
                          <a:latin typeface="Roboto"/>
                          <a:cs typeface="Roboto"/>
                        </a:rPr>
                        <a:t> </a:t>
                      </a:r>
                      <a:r>
                        <a:rPr sz="1050" spc="-25">
                          <a:latin typeface="Roboto"/>
                          <a:cs typeface="Roboto"/>
                        </a:rPr>
                        <a:t>or</a:t>
                      </a:r>
                      <a:endParaRPr sz="1050">
                        <a:latin typeface="Roboto"/>
                        <a:cs typeface="Roboto"/>
                      </a:endParaRPr>
                    </a:p>
                    <a:p>
                      <a:pPr marL="66675" marR="270510">
                        <a:lnSpc>
                          <a:spcPts val="1250"/>
                        </a:lnSpc>
                        <a:spcBef>
                          <a:spcPts val="25"/>
                        </a:spcBef>
                      </a:pPr>
                      <a:r>
                        <a:rPr sz="1050">
                          <a:latin typeface="Roboto"/>
                          <a:cs typeface="Roboto"/>
                        </a:rPr>
                        <a:t>its</a:t>
                      </a:r>
                      <a:r>
                        <a:rPr sz="1050" spc="-40">
                          <a:latin typeface="Roboto"/>
                          <a:cs typeface="Roboto"/>
                        </a:rPr>
                        <a:t> </a:t>
                      </a:r>
                      <a:r>
                        <a:rPr sz="1050" spc="-10">
                          <a:latin typeface="Roboto"/>
                          <a:cs typeface="Roboto"/>
                        </a:rPr>
                        <a:t>s"pcíioí acc"íacQ, </a:t>
                      </a:r>
                      <a:r>
                        <a:rPr sz="1050" spc="-35">
                          <a:latin typeface="Roboto"/>
                          <a:cs typeface="Roboto"/>
                        </a:rPr>
                        <a:t>adaptabilitQ</a:t>
                      </a:r>
                      <a:r>
                        <a:rPr sz="1050" spc="45">
                          <a:latin typeface="Roboto"/>
                          <a:cs typeface="Roboto"/>
                        </a:rPr>
                        <a:t> </a:t>
                      </a:r>
                      <a:r>
                        <a:rPr sz="1050" spc="-25">
                          <a:latin typeface="Roboto"/>
                          <a:cs typeface="Roboto"/>
                        </a:rPr>
                        <a:t>to</a:t>
                      </a:r>
                      <a:endParaRPr sz="1050">
                        <a:latin typeface="Roboto"/>
                        <a:cs typeface="Roboto"/>
                      </a:endParaRPr>
                    </a:p>
                    <a:p>
                      <a:pPr marL="66675" marR="335280">
                        <a:lnSpc>
                          <a:spcPts val="1250"/>
                        </a:lnSpc>
                        <a:spcBef>
                          <a:spcPts val="25"/>
                        </a:spcBef>
                      </a:pPr>
                      <a:r>
                        <a:rPr sz="1050" spc="-10">
                          <a:latin typeface="Roboto"/>
                          <a:cs typeface="Roboto"/>
                        </a:rPr>
                        <a:t>m"ltispcctíal </a:t>
                      </a:r>
                      <a:r>
                        <a:rPr sz="1050">
                          <a:latin typeface="Roboto"/>
                          <a:cs typeface="Roboto"/>
                        </a:rPr>
                        <a:t>data,</a:t>
                      </a:r>
                      <a:r>
                        <a:rPr sz="1050" spc="-50">
                          <a:latin typeface="Roboto"/>
                          <a:cs typeface="Roboto"/>
                        </a:rPr>
                        <a:t> </a:t>
                      </a:r>
                      <a:r>
                        <a:rPr sz="1050" spc="-25">
                          <a:latin typeface="Roboto"/>
                          <a:cs typeface="Roboto"/>
                        </a:rPr>
                        <a:t>a⭲d</a:t>
                      </a:r>
                      <a:endParaRPr sz="1050">
                        <a:latin typeface="Roboto"/>
                        <a:cs typeface="Roboto"/>
                      </a:endParaRPr>
                    </a:p>
                    <a:p>
                      <a:pPr marL="66675" marR="173355">
                        <a:lnSpc>
                          <a:spcPts val="1250"/>
                        </a:lnSpc>
                        <a:spcBef>
                          <a:spcPts val="30"/>
                        </a:spcBef>
                      </a:pPr>
                      <a:r>
                        <a:rPr sz="1050" spc="-30">
                          <a:latin typeface="Roboto"/>
                          <a:cs typeface="Roboto"/>
                        </a:rPr>
                        <a:t>scalabilitQ.</a:t>
                      </a:r>
                      <a:r>
                        <a:rPr sz="1050" spc="-5">
                          <a:latin typeface="Roboto"/>
                          <a:cs typeface="Roboto"/>
                        </a:rPr>
                        <a:t> </a:t>
                      </a:r>
                      <a:r>
                        <a:rPr sz="1050" spc="90">
                          <a:latin typeface="Roboto"/>
                          <a:cs typeface="Roboto"/>
                        </a:rPr>
                        <a:t>Viľ </a:t>
                      </a:r>
                      <a:r>
                        <a:rPr sz="1050">
                          <a:latin typeface="Roboto"/>
                          <a:cs typeface="Roboto"/>
                        </a:rPr>
                        <a:t>was</a:t>
                      </a:r>
                      <a:r>
                        <a:rPr sz="1050" spc="20">
                          <a:latin typeface="Roboto"/>
                          <a:cs typeface="Roboto"/>
                        </a:rPr>
                        <a:t> </a:t>
                      </a:r>
                      <a:r>
                        <a:rPr sz="1050" spc="-70">
                          <a:latin typeface="Roboto"/>
                          <a:cs typeface="Roboto"/>
                        </a:rPr>
                        <a:t>cxccllc⭲t</a:t>
                      </a:r>
                      <a:r>
                        <a:rPr sz="1050" spc="20">
                          <a:latin typeface="Roboto"/>
                          <a:cs typeface="Roboto"/>
                        </a:rPr>
                        <a:t> </a:t>
                      </a:r>
                      <a:r>
                        <a:rPr sz="1050" spc="-240">
                          <a:latin typeface="Roboto"/>
                          <a:cs typeface="Roboto"/>
                        </a:rPr>
                        <a:t>i⭲</a:t>
                      </a:r>
                      <a:r>
                        <a:rPr sz="1050" spc="-10">
                          <a:latin typeface="Roboto"/>
                          <a:cs typeface="Roboto"/>
                        </a:rPr>
                        <a:t> capt"íi⭲g</a:t>
                      </a:r>
                      <a:endParaRPr sz="1050">
                        <a:latin typeface="Roboto"/>
                        <a:cs typeface="Roboto"/>
                      </a:endParaRPr>
                    </a:p>
                    <a:p>
                      <a:pPr marL="66675" marR="125095">
                        <a:lnSpc>
                          <a:spcPts val="1250"/>
                        </a:lnSpc>
                        <a:spcBef>
                          <a:spcPts val="25"/>
                        </a:spcBef>
                      </a:pPr>
                      <a:r>
                        <a:rPr sz="1050">
                          <a:latin typeface="Roboto"/>
                          <a:cs typeface="Roboto"/>
                        </a:rPr>
                        <a:t>complcx</a:t>
                      </a:r>
                      <a:r>
                        <a:rPr sz="1050" spc="-40">
                          <a:latin typeface="Roboto"/>
                          <a:cs typeface="Roboto"/>
                        </a:rPr>
                        <a:t> </a:t>
                      </a:r>
                      <a:r>
                        <a:rPr sz="1050" spc="-10">
                          <a:latin typeface="Roboto"/>
                          <a:cs typeface="Roboto"/>
                        </a:rPr>
                        <a:t>imagc </a:t>
                      </a:r>
                      <a:r>
                        <a:rPr sz="1050" spc="-50">
                          <a:latin typeface="Roboto"/>
                          <a:cs typeface="Roboto"/>
                        </a:rPr>
                        <a:t>pattcí⭲s,</a:t>
                      </a:r>
                      <a:r>
                        <a:rPr sz="1050">
                          <a:latin typeface="Roboto"/>
                          <a:cs typeface="Roboto"/>
                        </a:rPr>
                        <a:t> </a:t>
                      </a:r>
                      <a:r>
                        <a:rPr sz="1050" spc="-90">
                          <a:latin typeface="Roboto"/>
                          <a:cs typeface="Roboto"/>
                        </a:rPr>
                        <a:t>maki⭲g</a:t>
                      </a:r>
                      <a:endParaRPr sz="1050">
                        <a:latin typeface="Roboto"/>
                        <a:cs typeface="Roboto"/>
                      </a:endParaRPr>
                    </a:p>
                    <a:p>
                      <a:pPr marL="66675" marR="152400">
                        <a:lnSpc>
                          <a:spcPts val="1250"/>
                        </a:lnSpc>
                        <a:spcBef>
                          <a:spcPts val="25"/>
                        </a:spcBef>
                      </a:pPr>
                      <a:r>
                        <a:rPr sz="1050">
                          <a:latin typeface="Roboto"/>
                          <a:cs typeface="Roboto"/>
                        </a:rPr>
                        <a:t>tkcm</a:t>
                      </a:r>
                      <a:r>
                        <a:rPr sz="1050" spc="15">
                          <a:latin typeface="Roboto"/>
                          <a:cs typeface="Roboto"/>
                        </a:rPr>
                        <a:t> </a:t>
                      </a:r>
                      <a:r>
                        <a:rPr sz="1050" spc="-10">
                          <a:latin typeface="Roboto"/>
                          <a:cs typeface="Roboto"/>
                        </a:rPr>
                        <a:t>i⭲:al"ablc </a:t>
                      </a:r>
                      <a:r>
                        <a:rPr sz="1050">
                          <a:latin typeface="Roboto"/>
                          <a:cs typeface="Roboto"/>
                        </a:rPr>
                        <a:t>roí</a:t>
                      </a:r>
                      <a:r>
                        <a:rPr sz="1050" spc="50">
                          <a:latin typeface="Roboto"/>
                          <a:cs typeface="Roboto"/>
                        </a:rPr>
                        <a:t> </a:t>
                      </a:r>
                      <a:r>
                        <a:rPr sz="1050">
                          <a:latin typeface="Roboto"/>
                          <a:cs typeface="Roboto"/>
                        </a:rPr>
                        <a:t>píccisc</a:t>
                      </a:r>
                      <a:r>
                        <a:rPr sz="1050" spc="50">
                          <a:latin typeface="Roboto"/>
                          <a:cs typeface="Roboto"/>
                        </a:rPr>
                        <a:t> </a:t>
                      </a:r>
                      <a:r>
                        <a:rPr sz="1050" spc="-105">
                          <a:latin typeface="Roboto"/>
                          <a:cs typeface="Roboto"/>
                        </a:rPr>
                        <a:t>pla⭲t</a:t>
                      </a:r>
                      <a:endParaRPr sz="1050">
                        <a:latin typeface="Roboto"/>
                        <a:cs typeface="Roboto"/>
                      </a:endParaRPr>
                    </a:p>
                    <a:p>
                      <a:pPr marL="66675" marR="85725">
                        <a:lnSpc>
                          <a:spcPts val="1250"/>
                        </a:lnSpc>
                        <a:spcBef>
                          <a:spcPts val="25"/>
                        </a:spcBef>
                      </a:pPr>
                      <a:r>
                        <a:rPr sz="1050" spc="-10">
                          <a:latin typeface="Roboto"/>
                          <a:cs typeface="Roboto"/>
                        </a:rPr>
                        <a:t>discasc </a:t>
                      </a:r>
                      <a:r>
                        <a:rPr sz="1050" spc="-60">
                          <a:latin typeface="Roboto"/>
                          <a:cs typeface="Roboto"/>
                        </a:rPr>
                        <a:t>diag⭲osis.</a:t>
                      </a:r>
                      <a:r>
                        <a:rPr sz="1050" spc="15">
                          <a:latin typeface="Roboto"/>
                          <a:cs typeface="Roboto"/>
                        </a:rPr>
                        <a:t> </a:t>
                      </a:r>
                      <a:r>
                        <a:rPr sz="1050" spc="75">
                          <a:latin typeface="Roboto"/>
                          <a:cs typeface="Roboto"/>
                        </a:rPr>
                        <a:t>K"c</a:t>
                      </a:r>
                      <a:r>
                        <a:rPr sz="1050" spc="10">
                          <a:latin typeface="Roboto"/>
                          <a:cs typeface="Roboto"/>
                        </a:rPr>
                        <a:t> </a:t>
                      </a:r>
                      <a:r>
                        <a:rPr sz="1050" spc="-25">
                          <a:latin typeface="Roboto"/>
                          <a:cs typeface="Roboto"/>
                        </a:rPr>
                        <a:t>to </a:t>
                      </a:r>
                      <a:r>
                        <a:rPr sz="1050">
                          <a:latin typeface="Roboto"/>
                          <a:cs typeface="Roboto"/>
                        </a:rPr>
                        <a:t>its</a:t>
                      </a:r>
                      <a:r>
                        <a:rPr sz="1050" spc="-20">
                          <a:latin typeface="Roboto"/>
                          <a:cs typeface="Roboto"/>
                        </a:rPr>
                        <a:t> </a:t>
                      </a:r>
                      <a:r>
                        <a:rPr sz="1050">
                          <a:latin typeface="Roboto"/>
                          <a:cs typeface="Roboto"/>
                        </a:rPr>
                        <a:t>:císatilitQ</a:t>
                      </a:r>
                      <a:r>
                        <a:rPr sz="1050" spc="-25">
                          <a:latin typeface="Roboto"/>
                          <a:cs typeface="Roboto"/>
                        </a:rPr>
                        <a:t> </a:t>
                      </a:r>
                      <a:r>
                        <a:rPr sz="1050" spc="-90">
                          <a:latin typeface="Roboto"/>
                          <a:cs typeface="Roboto"/>
                        </a:rPr>
                        <a:t>a⭲d</a:t>
                      </a:r>
                      <a:endParaRPr sz="1050">
                        <a:latin typeface="Roboto"/>
                        <a:cs typeface="Roboto"/>
                      </a:endParaRPr>
                    </a:p>
                    <a:p>
                      <a:pPr marL="66675" marR="86360">
                        <a:lnSpc>
                          <a:spcPts val="1250"/>
                        </a:lnSpc>
                        <a:spcBef>
                          <a:spcPts val="25"/>
                        </a:spcBef>
                      </a:pPr>
                      <a:r>
                        <a:rPr sz="1050" spc="-10">
                          <a:latin typeface="Roboto"/>
                          <a:cs typeface="Roboto"/>
                        </a:rPr>
                        <a:t>crricic⭲cQ, </a:t>
                      </a:r>
                      <a:r>
                        <a:rPr sz="1050" spc="10">
                          <a:latin typeface="Roboto"/>
                          <a:cs typeface="Roboto"/>
                        </a:rPr>
                        <a:t>a"tkoís</a:t>
                      </a:r>
                      <a:r>
                        <a:rPr sz="1050" spc="215">
                          <a:latin typeface="Roboto"/>
                          <a:cs typeface="Roboto"/>
                        </a:rPr>
                        <a:t> </a:t>
                      </a:r>
                      <a:r>
                        <a:rPr sz="1050" spc="-10">
                          <a:latin typeface="Roboto"/>
                          <a:cs typeface="Roboto"/>
                        </a:rPr>
                        <a:t>pícrcíícd</a:t>
                      </a:r>
                      <a:endParaRPr sz="1050">
                        <a:latin typeface="Roboto"/>
                        <a:cs typeface="Roboto"/>
                      </a:endParaRPr>
                    </a:p>
                    <a:p>
                      <a:pPr marL="66675" marR="301625">
                        <a:lnSpc>
                          <a:spcPts val="1250"/>
                        </a:lnSpc>
                        <a:spcBef>
                          <a:spcPts val="25"/>
                        </a:spcBef>
                      </a:pPr>
                      <a:r>
                        <a:rPr sz="1050">
                          <a:latin typeface="Roboto"/>
                          <a:cs typeface="Roboto"/>
                        </a:rPr>
                        <a:t>it</a:t>
                      </a:r>
                      <a:r>
                        <a:rPr sz="1050" spc="-35">
                          <a:latin typeface="Roboto"/>
                          <a:cs typeface="Roboto"/>
                        </a:rPr>
                        <a:t> </a:t>
                      </a:r>
                      <a:r>
                        <a:rPr sz="1050" spc="55">
                          <a:latin typeface="Roboto"/>
                          <a:cs typeface="Roboto"/>
                        </a:rPr>
                        <a:t>o:cí </a:t>
                      </a:r>
                      <a:r>
                        <a:rPr sz="1050" spc="-75">
                          <a:latin typeface="Roboto"/>
                          <a:cs typeface="Roboto"/>
                        </a:rPr>
                        <a:t>co⭲:c⭲tio⭲al</a:t>
                      </a:r>
                      <a:r>
                        <a:rPr sz="1050">
                          <a:latin typeface="Roboto"/>
                          <a:cs typeface="Roboto"/>
                        </a:rPr>
                        <a:t> CNNs</a:t>
                      </a:r>
                      <a:r>
                        <a:rPr sz="1050" spc="5">
                          <a:latin typeface="Roboto"/>
                          <a:cs typeface="Roboto"/>
                        </a:rPr>
                        <a:t> </a:t>
                      </a:r>
                      <a:r>
                        <a:rPr sz="1050" spc="-254">
                          <a:latin typeface="Roboto"/>
                          <a:cs typeface="Roboto"/>
                        </a:rPr>
                        <a:t>i⭲</a:t>
                      </a:r>
                      <a:r>
                        <a:rPr sz="1050" spc="-15">
                          <a:latin typeface="Roboto"/>
                          <a:cs typeface="Roboto"/>
                        </a:rPr>
                        <a:t> </a:t>
                      </a:r>
                      <a:r>
                        <a:rPr sz="1050" spc="-105">
                          <a:latin typeface="Roboto"/>
                          <a:cs typeface="Roboto"/>
                        </a:rPr>
                        <a:t>pla⭲t</a:t>
                      </a:r>
                      <a:endParaRPr sz="1050">
                        <a:latin typeface="Roboto"/>
                        <a:cs typeface="Roboto"/>
                      </a:endParaRPr>
                    </a:p>
                    <a:p>
                      <a:pPr marL="66675" marR="227329">
                        <a:lnSpc>
                          <a:spcPts val="1250"/>
                        </a:lnSpc>
                        <a:spcBef>
                          <a:spcPts val="25"/>
                        </a:spcBef>
                      </a:pPr>
                      <a:r>
                        <a:rPr sz="1050" spc="-10">
                          <a:latin typeface="Roboto"/>
                          <a:cs typeface="Roboto"/>
                        </a:rPr>
                        <a:t>discasc </a:t>
                      </a:r>
                      <a:r>
                        <a:rPr sz="1050" spc="-35">
                          <a:latin typeface="Roboto"/>
                          <a:cs typeface="Roboto"/>
                        </a:rPr>
                        <a:t>catcgoíizatio⭲.</a:t>
                      </a:r>
                      <a:endParaRPr sz="1050">
                        <a:latin typeface="Roboto"/>
                        <a:cs typeface="Roboto"/>
                      </a:endParaRPr>
                    </a:p>
                    <a:p>
                      <a:pPr marL="66675" marR="325120">
                        <a:lnSpc>
                          <a:spcPts val="1250"/>
                        </a:lnSpc>
                        <a:spcBef>
                          <a:spcPts val="25"/>
                        </a:spcBef>
                      </a:pPr>
                      <a:r>
                        <a:rPr sz="1050" spc="-105">
                          <a:latin typeface="Roboto"/>
                          <a:cs typeface="Roboto"/>
                        </a:rPr>
                        <a:t>Amo⭲g</a:t>
                      </a:r>
                      <a:r>
                        <a:rPr sz="1050" spc="25">
                          <a:latin typeface="Roboto"/>
                          <a:cs typeface="Roboto"/>
                        </a:rPr>
                        <a:t> </a:t>
                      </a:r>
                      <a:r>
                        <a:rPr sz="1050" spc="-10">
                          <a:latin typeface="Roboto"/>
                          <a:cs typeface="Roboto"/>
                        </a:rPr>
                        <a:t>tkcsc ícscaíckcís,</a:t>
                      </a:r>
                      <a:endParaRPr sz="1050">
                        <a:latin typeface="Roboto"/>
                        <a:cs typeface="Roboto"/>
                      </a:endParaRPr>
                    </a:p>
                    <a:p>
                      <a:pPr marL="66675">
                        <a:lnSpc>
                          <a:spcPts val="1215"/>
                        </a:lnSpc>
                      </a:pPr>
                      <a:r>
                        <a:rPr sz="1050">
                          <a:latin typeface="Roboto"/>
                          <a:cs typeface="Roboto"/>
                        </a:rPr>
                        <a:t>Bo"kabo"Qa</a:t>
                      </a:r>
                      <a:r>
                        <a:rPr sz="1050" spc="95">
                          <a:latin typeface="Roboto"/>
                          <a:cs typeface="Roboto"/>
                        </a:rPr>
                        <a:t> </a:t>
                      </a:r>
                      <a:r>
                        <a:rPr sz="1050" spc="-25">
                          <a:latin typeface="Roboto"/>
                          <a:cs typeface="Roboto"/>
                        </a:rPr>
                        <a:t>ct</a:t>
                      </a:r>
                      <a:endParaRPr sz="1050">
                        <a:latin typeface="Roboto"/>
                        <a:cs typeface="Roboto"/>
                      </a:endParaRPr>
                    </a:p>
                    <a:p>
                      <a:pPr marL="66675" marR="72390" algn="just">
                        <a:lnSpc>
                          <a:spcPct val="100200"/>
                        </a:lnSpc>
                        <a:spcBef>
                          <a:spcPts val="15"/>
                        </a:spcBef>
                      </a:pPr>
                      <a:r>
                        <a:rPr sz="1050">
                          <a:latin typeface="Roboto"/>
                          <a:cs typeface="Roboto"/>
                        </a:rPr>
                        <a:t>al.</a:t>
                      </a:r>
                      <a:r>
                        <a:rPr sz="1050" spc="-10">
                          <a:latin typeface="Roboto"/>
                          <a:cs typeface="Roboto"/>
                        </a:rPr>
                        <a:t> </a:t>
                      </a:r>
                      <a:r>
                        <a:rPr sz="1050">
                          <a:latin typeface="Roboto"/>
                          <a:cs typeface="Roboto"/>
                        </a:rPr>
                        <a:t>(2022) kad</a:t>
                      </a:r>
                      <a:r>
                        <a:rPr sz="1050" spc="5">
                          <a:latin typeface="Roboto"/>
                          <a:cs typeface="Roboto"/>
                        </a:rPr>
                        <a:t> </a:t>
                      </a:r>
                      <a:r>
                        <a:rPr sz="1050" spc="-25">
                          <a:latin typeface="Roboto"/>
                          <a:cs typeface="Roboto"/>
                        </a:rPr>
                        <a:t>tkc </a:t>
                      </a:r>
                      <a:r>
                        <a:rPr sz="1050">
                          <a:latin typeface="Roboto"/>
                          <a:cs typeface="Roboto"/>
                        </a:rPr>
                        <a:t>kigkcst</a:t>
                      </a:r>
                      <a:r>
                        <a:rPr sz="1050" spc="10">
                          <a:latin typeface="Roboto"/>
                          <a:cs typeface="Roboto"/>
                        </a:rPr>
                        <a:t> </a:t>
                      </a:r>
                      <a:r>
                        <a:rPr sz="1050" spc="-10">
                          <a:latin typeface="Roboto"/>
                          <a:cs typeface="Roboto"/>
                        </a:rPr>
                        <a:t>acc"íacQ </a:t>
                      </a:r>
                      <a:r>
                        <a:rPr sz="1050">
                          <a:latin typeface="Roboto"/>
                          <a:cs typeface="Roboto"/>
                        </a:rPr>
                        <a:t>or</a:t>
                      </a:r>
                      <a:r>
                        <a:rPr sz="1050" spc="-5">
                          <a:latin typeface="Roboto"/>
                          <a:cs typeface="Roboto"/>
                        </a:rPr>
                        <a:t> </a:t>
                      </a:r>
                      <a:r>
                        <a:rPr sz="1050" spc="-10">
                          <a:latin typeface="Roboto"/>
                          <a:cs typeface="Roboto"/>
                        </a:rPr>
                        <a:t>99.7%,</a:t>
                      </a:r>
                      <a:endParaRPr sz="1050">
                        <a:latin typeface="Roboto"/>
                        <a:cs typeface="Roboto"/>
                      </a:endParaRPr>
                    </a:p>
                    <a:p>
                      <a:pPr marL="66675" marR="182880">
                        <a:lnSpc>
                          <a:spcPts val="1250"/>
                        </a:lnSpc>
                        <a:spcBef>
                          <a:spcPts val="40"/>
                        </a:spcBef>
                      </a:pPr>
                      <a:r>
                        <a:rPr sz="1050">
                          <a:latin typeface="Roboto"/>
                          <a:cs typeface="Roboto"/>
                        </a:rPr>
                        <a:t>wkcícas</a:t>
                      </a:r>
                      <a:r>
                        <a:rPr sz="1050" spc="114">
                          <a:latin typeface="Roboto"/>
                          <a:cs typeface="Roboto"/>
                        </a:rPr>
                        <a:t> </a:t>
                      </a:r>
                      <a:r>
                        <a:rPr sz="1050">
                          <a:latin typeface="Roboto"/>
                          <a:cs typeface="Roboto"/>
                        </a:rPr>
                        <a:t>Sil:a</a:t>
                      </a:r>
                      <a:r>
                        <a:rPr sz="1050" spc="150">
                          <a:latin typeface="Roboto"/>
                          <a:cs typeface="Roboto"/>
                        </a:rPr>
                        <a:t> </a:t>
                      </a:r>
                      <a:r>
                        <a:rPr sz="1050" spc="-50">
                          <a:latin typeface="Roboto"/>
                          <a:cs typeface="Roboto"/>
                        </a:rPr>
                        <a:t>&amp; </a:t>
                      </a:r>
                      <a:r>
                        <a:rPr sz="1050" spc="-90">
                          <a:latin typeface="Roboto"/>
                          <a:cs typeface="Roboto"/>
                        </a:rPr>
                        <a:t>Bíow⭲</a:t>
                      </a:r>
                      <a:r>
                        <a:rPr sz="1050" spc="10">
                          <a:latin typeface="Roboto"/>
                          <a:cs typeface="Roboto"/>
                        </a:rPr>
                        <a:t> </a:t>
                      </a:r>
                      <a:r>
                        <a:rPr sz="1050" spc="-10">
                          <a:latin typeface="Roboto"/>
                          <a:cs typeface="Roboto"/>
                        </a:rPr>
                        <a:t>(202«)</a:t>
                      </a:r>
                      <a:endParaRPr sz="1050">
                        <a:latin typeface="Roboto"/>
                        <a:cs typeface="Roboto"/>
                      </a:endParaRPr>
                    </a:p>
                    <a:p>
                      <a:pPr marL="66675" marR="247650">
                        <a:lnSpc>
                          <a:spcPts val="1250"/>
                        </a:lnSpc>
                        <a:spcBef>
                          <a:spcPts val="25"/>
                        </a:spcBef>
                      </a:pPr>
                      <a:r>
                        <a:rPr sz="1050">
                          <a:latin typeface="Roboto"/>
                          <a:cs typeface="Roboto"/>
                        </a:rPr>
                        <a:t>kad</a:t>
                      </a:r>
                      <a:r>
                        <a:rPr sz="1050" spc="20">
                          <a:latin typeface="Roboto"/>
                          <a:cs typeface="Roboto"/>
                        </a:rPr>
                        <a:t> </a:t>
                      </a:r>
                      <a:r>
                        <a:rPr sz="1050">
                          <a:latin typeface="Roboto"/>
                          <a:cs typeface="Roboto"/>
                        </a:rPr>
                        <a:t>tkc</a:t>
                      </a:r>
                      <a:r>
                        <a:rPr sz="1050" spc="5">
                          <a:latin typeface="Roboto"/>
                          <a:cs typeface="Roboto"/>
                        </a:rPr>
                        <a:t> </a:t>
                      </a:r>
                      <a:r>
                        <a:rPr sz="1050" spc="-10">
                          <a:latin typeface="Roboto"/>
                          <a:cs typeface="Roboto"/>
                        </a:rPr>
                        <a:t>lowcst </a:t>
                      </a:r>
                      <a:r>
                        <a:rPr sz="1050">
                          <a:latin typeface="Roboto"/>
                          <a:cs typeface="Roboto"/>
                        </a:rPr>
                        <a:t>acc"íacQ</a:t>
                      </a:r>
                      <a:r>
                        <a:rPr sz="1050" spc="10">
                          <a:latin typeface="Roboto"/>
                          <a:cs typeface="Roboto"/>
                        </a:rPr>
                        <a:t> </a:t>
                      </a:r>
                      <a:r>
                        <a:rPr sz="1050" spc="-25">
                          <a:latin typeface="Roboto"/>
                          <a:cs typeface="Roboto"/>
                        </a:rPr>
                        <a:t>or</a:t>
                      </a:r>
                      <a:endParaRPr sz="1050">
                        <a:latin typeface="Roboto"/>
                        <a:cs typeface="Roboto"/>
                      </a:endParaRPr>
                    </a:p>
                    <a:p>
                      <a:pPr marL="66675">
                        <a:lnSpc>
                          <a:spcPts val="1200"/>
                        </a:lnSpc>
                      </a:pPr>
                      <a:r>
                        <a:rPr sz="1050" spc="-10">
                          <a:latin typeface="Roboto"/>
                          <a:cs typeface="Roboto"/>
                        </a:rPr>
                        <a:t>90.02%.</a:t>
                      </a:r>
                      <a:endParaRPr sz="1050">
                        <a:latin typeface="Roboto"/>
                        <a:cs typeface="Roboto"/>
                      </a:endParaRPr>
                    </a:p>
                  </a:txBody>
                  <a:tcPr marL="0" marR="0" marT="317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0"/>
                  </a:ext>
                </a:extLst>
              </a:tr>
              <a:tr h="2292985">
                <a:tc>
                  <a:txBody>
                    <a:bodyPr/>
                    <a:lstStyle/>
                    <a:p>
                      <a:pPr marL="69850">
                        <a:lnSpc>
                          <a:spcPts val="1295"/>
                        </a:lnSpc>
                      </a:pPr>
                      <a:r>
                        <a:rPr sz="1100" spc="-25">
                          <a:latin typeface="Calibri"/>
                          <a:cs typeface="Calibri"/>
                        </a:rPr>
                        <a:t>10</a:t>
                      </a:r>
                      <a:endParaRPr sz="1100">
                        <a:latin typeface="Calibri"/>
                        <a:cs typeface="Calibri"/>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9850">
                        <a:lnSpc>
                          <a:spcPts val="1295"/>
                        </a:lnSpc>
                      </a:pPr>
                      <a:r>
                        <a:rPr sz="1100">
                          <a:latin typeface="Calibri"/>
                          <a:cs typeface="Calibri"/>
                        </a:rPr>
                        <a:t>Grey</a:t>
                      </a:r>
                      <a:r>
                        <a:rPr sz="1100" spc="-40">
                          <a:latin typeface="Calibri"/>
                          <a:cs typeface="Calibri"/>
                        </a:rPr>
                        <a:t> </a:t>
                      </a:r>
                      <a:r>
                        <a:rPr sz="1100" spc="-10">
                          <a:latin typeface="Calibri"/>
                          <a:cs typeface="Calibri"/>
                        </a:rPr>
                        <a:t>Blight</a:t>
                      </a:r>
                      <a:endParaRPr sz="1100">
                        <a:latin typeface="Calibri"/>
                        <a:cs typeface="Calibri"/>
                      </a:endParaRPr>
                    </a:p>
                    <a:p>
                      <a:pPr marL="69850" marR="90805">
                        <a:lnSpc>
                          <a:spcPct val="101600"/>
                        </a:lnSpc>
                        <a:spcBef>
                          <a:spcPts val="5"/>
                        </a:spcBef>
                      </a:pPr>
                      <a:r>
                        <a:rPr sz="1100">
                          <a:latin typeface="Calibri"/>
                          <a:cs typeface="Calibri"/>
                        </a:rPr>
                        <a:t>Disease</a:t>
                      </a:r>
                      <a:r>
                        <a:rPr sz="1100" spc="-35">
                          <a:latin typeface="Calibri"/>
                          <a:cs typeface="Calibri"/>
                        </a:rPr>
                        <a:t> </a:t>
                      </a:r>
                      <a:r>
                        <a:rPr sz="1100" spc="-10">
                          <a:latin typeface="Calibri"/>
                          <a:cs typeface="Calibri"/>
                        </a:rPr>
                        <a:t>Detection </a:t>
                      </a:r>
                      <a:r>
                        <a:rPr sz="1100">
                          <a:latin typeface="Calibri"/>
                          <a:cs typeface="Calibri"/>
                        </a:rPr>
                        <a:t>on</a:t>
                      </a:r>
                      <a:r>
                        <a:rPr sz="1100" spc="-25">
                          <a:latin typeface="Calibri"/>
                          <a:cs typeface="Calibri"/>
                        </a:rPr>
                        <a:t> </a:t>
                      </a:r>
                      <a:r>
                        <a:rPr sz="1100">
                          <a:latin typeface="Calibri"/>
                          <a:cs typeface="Calibri"/>
                        </a:rPr>
                        <a:t>Tea</a:t>
                      </a:r>
                      <a:r>
                        <a:rPr sz="1100" spc="-25">
                          <a:latin typeface="Calibri"/>
                          <a:cs typeface="Calibri"/>
                        </a:rPr>
                        <a:t> </a:t>
                      </a:r>
                      <a:r>
                        <a:rPr sz="1100" spc="-10">
                          <a:latin typeface="Calibri"/>
                          <a:cs typeface="Calibri"/>
                        </a:rPr>
                        <a:t>Leaves </a:t>
                      </a:r>
                      <a:r>
                        <a:rPr sz="1100">
                          <a:latin typeface="Calibri"/>
                          <a:cs typeface="Calibri"/>
                        </a:rPr>
                        <a:t>Using</a:t>
                      </a:r>
                      <a:r>
                        <a:rPr sz="1100" spc="-25">
                          <a:latin typeface="Calibri"/>
                          <a:cs typeface="Calibri"/>
                        </a:rPr>
                        <a:t> </a:t>
                      </a:r>
                      <a:r>
                        <a:rPr sz="1100" spc="-10">
                          <a:latin typeface="Calibri"/>
                          <a:cs typeface="Calibri"/>
                        </a:rPr>
                        <a:t>Improved </a:t>
                      </a:r>
                      <a:r>
                        <a:rPr sz="1100" spc="-20">
                          <a:latin typeface="Calibri"/>
                          <a:cs typeface="Calibri"/>
                        </a:rPr>
                        <a:t>Deep </a:t>
                      </a:r>
                      <a:r>
                        <a:rPr sz="1100" spc="-10">
                          <a:latin typeface="Calibri"/>
                          <a:cs typeface="Calibri"/>
                        </a:rPr>
                        <a:t>Convolutional </a:t>
                      </a:r>
                      <a:r>
                        <a:rPr sz="1100">
                          <a:latin typeface="Calibri"/>
                          <a:cs typeface="Calibri"/>
                        </a:rPr>
                        <a:t>Neural</a:t>
                      </a:r>
                      <a:r>
                        <a:rPr sz="1100" spc="-55">
                          <a:latin typeface="Calibri"/>
                          <a:cs typeface="Calibri"/>
                        </a:rPr>
                        <a:t> </a:t>
                      </a:r>
                      <a:r>
                        <a:rPr sz="1100" spc="-10">
                          <a:latin typeface="Calibri"/>
                          <a:cs typeface="Calibri"/>
                        </a:rPr>
                        <a:t>Network</a:t>
                      </a:r>
                      <a:endParaRPr sz="1100">
                        <a:latin typeface="Calibri"/>
                        <a:cs typeface="Calibri"/>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675">
                        <a:lnSpc>
                          <a:spcPts val="1295"/>
                        </a:lnSpc>
                      </a:pPr>
                      <a:r>
                        <a:rPr sz="1100" spc="-20">
                          <a:latin typeface="Calibri"/>
                          <a:cs typeface="Calibri"/>
                        </a:rPr>
                        <a:t>2022</a:t>
                      </a:r>
                      <a:endParaRPr sz="1100">
                        <a:latin typeface="Calibri"/>
                        <a:cs typeface="Calibri"/>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9850">
                        <a:lnSpc>
                          <a:spcPts val="1295"/>
                        </a:lnSpc>
                      </a:pPr>
                      <a:r>
                        <a:rPr sz="1100">
                          <a:latin typeface="Calibri"/>
                          <a:cs typeface="Calibri"/>
                        </a:rPr>
                        <a:t>J.</a:t>
                      </a:r>
                      <a:r>
                        <a:rPr sz="1100" spc="-30">
                          <a:latin typeface="Calibri"/>
                          <a:cs typeface="Calibri"/>
                        </a:rPr>
                        <a:t> </a:t>
                      </a:r>
                      <a:r>
                        <a:rPr sz="1100">
                          <a:latin typeface="Calibri"/>
                          <a:cs typeface="Calibri"/>
                        </a:rPr>
                        <a:t>Arun</a:t>
                      </a:r>
                      <a:r>
                        <a:rPr sz="1100" spc="-35">
                          <a:latin typeface="Calibri"/>
                          <a:cs typeface="Calibri"/>
                        </a:rPr>
                        <a:t> </a:t>
                      </a:r>
                      <a:r>
                        <a:rPr sz="1100" spc="-10">
                          <a:latin typeface="Calibri"/>
                          <a:cs typeface="Calibri"/>
                        </a:rPr>
                        <a:t>Pandian,</a:t>
                      </a:r>
                      <a:endParaRPr sz="1100">
                        <a:latin typeface="Calibri"/>
                        <a:cs typeface="Calibri"/>
                      </a:endParaRPr>
                    </a:p>
                    <a:p>
                      <a:pPr marL="69850" marR="391795">
                        <a:lnSpc>
                          <a:spcPct val="100000"/>
                        </a:lnSpc>
                        <a:spcBef>
                          <a:spcPts val="30"/>
                        </a:spcBef>
                      </a:pPr>
                      <a:r>
                        <a:rPr sz="1100">
                          <a:latin typeface="Calibri"/>
                          <a:cs typeface="Calibri"/>
                        </a:rPr>
                        <a:t>Sam</a:t>
                      </a:r>
                      <a:r>
                        <a:rPr sz="1100" spc="-10">
                          <a:latin typeface="Calibri"/>
                          <a:cs typeface="Calibri"/>
                        </a:rPr>
                        <a:t> Nirmala Nisha</a:t>
                      </a:r>
                      <a:endParaRPr sz="1100">
                        <a:latin typeface="Calibri"/>
                        <a:cs typeface="Calibri"/>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675" marR="186690">
                        <a:lnSpc>
                          <a:spcPts val="1200"/>
                        </a:lnSpc>
                        <a:spcBef>
                          <a:spcPts val="15"/>
                        </a:spcBef>
                      </a:pPr>
                      <a:r>
                        <a:rPr sz="1000" spc="-10">
                          <a:latin typeface="Roboto"/>
                          <a:cs typeface="Roboto"/>
                        </a:rPr>
                        <a:t>Imagc tía⭲sroímatio⭲ </a:t>
                      </a:r>
                      <a:r>
                        <a:rPr sz="1000" spc="-30">
                          <a:latin typeface="Roboto"/>
                          <a:cs typeface="Roboto"/>
                        </a:rPr>
                        <a:t>tcck⭲iq"cs</a:t>
                      </a:r>
                      <a:r>
                        <a:rPr sz="1000">
                          <a:latin typeface="Roboto"/>
                          <a:cs typeface="Roboto"/>
                        </a:rPr>
                        <a:t> </a:t>
                      </a:r>
                      <a:r>
                        <a:rPr sz="1000" spc="30">
                          <a:latin typeface="Roboto"/>
                          <a:cs typeface="Roboto"/>
                        </a:rPr>
                        <a:t>s"ck </a:t>
                      </a:r>
                      <a:r>
                        <a:rPr sz="1000">
                          <a:latin typeface="Roboto"/>
                          <a:cs typeface="Roboto"/>
                        </a:rPr>
                        <a:t>as</a:t>
                      </a:r>
                      <a:r>
                        <a:rPr sz="1000" spc="-15">
                          <a:latin typeface="Roboto"/>
                          <a:cs typeface="Roboto"/>
                        </a:rPr>
                        <a:t> </a:t>
                      </a:r>
                      <a:r>
                        <a:rPr sz="1000" spc="-10">
                          <a:latin typeface="Roboto"/>
                          <a:cs typeface="Roboto"/>
                        </a:rPr>
                        <a:t>píi⭲cipal</a:t>
                      </a:r>
                      <a:endParaRPr sz="1000">
                        <a:latin typeface="Roboto"/>
                        <a:cs typeface="Roboto"/>
                      </a:endParaRPr>
                    </a:p>
                    <a:p>
                      <a:pPr marL="66675" marR="102870">
                        <a:lnSpc>
                          <a:spcPts val="1200"/>
                        </a:lnSpc>
                      </a:pPr>
                      <a:r>
                        <a:rPr sz="1000" spc="-10">
                          <a:latin typeface="Roboto"/>
                          <a:cs typeface="Roboto"/>
                        </a:rPr>
                        <a:t>compo⭲c⭲t </a:t>
                      </a:r>
                      <a:r>
                        <a:rPr sz="1000" spc="-95">
                          <a:latin typeface="Roboto"/>
                          <a:cs typeface="Roboto"/>
                        </a:rPr>
                        <a:t>a⭲alQsis</a:t>
                      </a:r>
                      <a:r>
                        <a:rPr sz="1000" spc="5">
                          <a:latin typeface="Roboto"/>
                          <a:cs typeface="Roboto"/>
                        </a:rPr>
                        <a:t> </a:t>
                      </a:r>
                      <a:r>
                        <a:rPr sz="1000" spc="-20">
                          <a:latin typeface="Roboto"/>
                          <a:cs typeface="Roboto"/>
                        </a:rPr>
                        <a:t>(PCA) </a:t>
                      </a:r>
                      <a:r>
                        <a:rPr sz="1000">
                          <a:latin typeface="Roboto"/>
                          <a:cs typeface="Roboto"/>
                        </a:rPr>
                        <a:t>coloí,</a:t>
                      </a:r>
                      <a:r>
                        <a:rPr sz="1000" spc="70">
                          <a:latin typeface="Roboto"/>
                          <a:cs typeface="Roboto"/>
                        </a:rPr>
                        <a:t> </a:t>
                      </a:r>
                      <a:r>
                        <a:rPr sz="1000" spc="-10">
                          <a:latin typeface="Roboto"/>
                          <a:cs typeface="Roboto"/>
                        </a:rPr>
                        <a:t>ía⭲dom </a:t>
                      </a:r>
                      <a:r>
                        <a:rPr sz="1000" spc="-45">
                          <a:latin typeface="Roboto"/>
                          <a:cs typeface="Roboto"/>
                        </a:rPr>
                        <a:t>íotatio⭲s,</a:t>
                      </a:r>
                      <a:r>
                        <a:rPr sz="1000" spc="30">
                          <a:latin typeface="Roboto"/>
                          <a:cs typeface="Roboto"/>
                        </a:rPr>
                        <a:t> </a:t>
                      </a:r>
                      <a:r>
                        <a:rPr sz="1000" spc="-55">
                          <a:latin typeface="Roboto"/>
                          <a:cs typeface="Roboto"/>
                        </a:rPr>
                        <a:t>ía⭲dom</a:t>
                      </a:r>
                      <a:r>
                        <a:rPr sz="1000">
                          <a:latin typeface="Roboto"/>
                          <a:cs typeface="Roboto"/>
                        </a:rPr>
                        <a:t> skirts,</a:t>
                      </a:r>
                      <a:r>
                        <a:rPr sz="1000" spc="-40">
                          <a:latin typeface="Roboto"/>
                          <a:cs typeface="Roboto"/>
                        </a:rPr>
                        <a:t> </a:t>
                      </a:r>
                      <a:r>
                        <a:rPr sz="1000" spc="-10">
                          <a:latin typeface="Roboto"/>
                          <a:cs typeface="Roboto"/>
                        </a:rPr>
                        <a:t>ía⭲dom </a:t>
                      </a:r>
                      <a:r>
                        <a:rPr sz="1000">
                          <a:latin typeface="Roboto"/>
                          <a:cs typeface="Roboto"/>
                        </a:rPr>
                        <a:t>rlips,</a:t>
                      </a:r>
                      <a:r>
                        <a:rPr sz="1000" spc="-45">
                          <a:latin typeface="Roboto"/>
                          <a:cs typeface="Roboto"/>
                        </a:rPr>
                        <a:t> ícsizi⭲g,</a:t>
                      </a:r>
                      <a:r>
                        <a:rPr sz="1000" spc="-15">
                          <a:latin typeface="Roboto"/>
                          <a:cs typeface="Roboto"/>
                        </a:rPr>
                        <a:t> </a:t>
                      </a:r>
                      <a:r>
                        <a:rPr sz="1000" spc="-150">
                          <a:latin typeface="Roboto"/>
                          <a:cs typeface="Roboto"/>
                        </a:rPr>
                        <a:t>a⭲d</a:t>
                      </a:r>
                      <a:r>
                        <a:rPr sz="1000" spc="-45">
                          <a:latin typeface="Roboto"/>
                          <a:cs typeface="Roboto"/>
                        </a:rPr>
                        <a:t> ícscali⭲g</a:t>
                      </a:r>
                      <a:r>
                        <a:rPr sz="1000" spc="5">
                          <a:latin typeface="Roboto"/>
                          <a:cs typeface="Roboto"/>
                        </a:rPr>
                        <a:t> </a:t>
                      </a:r>
                      <a:r>
                        <a:rPr sz="1000" spc="-20">
                          <a:latin typeface="Roboto"/>
                          <a:cs typeface="Roboto"/>
                        </a:rPr>
                        <a:t>wcíc</a:t>
                      </a:r>
                      <a:endParaRPr sz="1000">
                        <a:latin typeface="Roboto"/>
                        <a:cs typeface="Roboto"/>
                      </a:endParaRPr>
                    </a:p>
                    <a:p>
                      <a:pPr marL="66675" marR="163830">
                        <a:lnSpc>
                          <a:spcPts val="1200"/>
                        </a:lnSpc>
                      </a:pPr>
                      <a:r>
                        <a:rPr sz="1000">
                          <a:latin typeface="Roboto"/>
                          <a:cs typeface="Roboto"/>
                        </a:rPr>
                        <a:t>"scd</a:t>
                      </a:r>
                      <a:r>
                        <a:rPr sz="1000" spc="85">
                          <a:latin typeface="Roboto"/>
                          <a:cs typeface="Roboto"/>
                        </a:rPr>
                        <a:t> </a:t>
                      </a:r>
                      <a:r>
                        <a:rPr sz="1000">
                          <a:latin typeface="Roboto"/>
                          <a:cs typeface="Roboto"/>
                        </a:rPr>
                        <a:t>to</a:t>
                      </a:r>
                      <a:r>
                        <a:rPr sz="1000" spc="75">
                          <a:latin typeface="Roboto"/>
                          <a:cs typeface="Roboto"/>
                        </a:rPr>
                        <a:t> </a:t>
                      </a:r>
                      <a:r>
                        <a:rPr sz="1000" spc="-55">
                          <a:latin typeface="Roboto"/>
                          <a:cs typeface="Roboto"/>
                        </a:rPr>
                        <a:t>gc⭲cíatc</a:t>
                      </a:r>
                      <a:r>
                        <a:rPr sz="1000" spc="-10">
                          <a:latin typeface="Roboto"/>
                          <a:cs typeface="Roboto"/>
                        </a:rPr>
                        <a:t> a"gmc⭲tcd </a:t>
                      </a:r>
                      <a:r>
                        <a:rPr sz="1000">
                          <a:latin typeface="Roboto"/>
                          <a:cs typeface="Roboto"/>
                        </a:rPr>
                        <a:t>imagcs</a:t>
                      </a:r>
                      <a:r>
                        <a:rPr sz="1000" spc="-10">
                          <a:latin typeface="Roboto"/>
                          <a:cs typeface="Roboto"/>
                        </a:rPr>
                        <a:t> </a:t>
                      </a:r>
                      <a:r>
                        <a:rPr sz="1000">
                          <a:latin typeface="Roboto"/>
                          <a:cs typeface="Roboto"/>
                        </a:rPr>
                        <a:t>or</a:t>
                      </a:r>
                      <a:r>
                        <a:rPr sz="1000" spc="-35">
                          <a:latin typeface="Roboto"/>
                          <a:cs typeface="Roboto"/>
                        </a:rPr>
                        <a:t> </a:t>
                      </a:r>
                      <a:r>
                        <a:rPr sz="1000" spc="-25">
                          <a:latin typeface="Roboto"/>
                          <a:cs typeface="Roboto"/>
                        </a:rPr>
                        <a:t>tca </a:t>
                      </a:r>
                      <a:r>
                        <a:rPr sz="1000">
                          <a:latin typeface="Roboto"/>
                          <a:cs typeface="Roboto"/>
                        </a:rPr>
                        <a:t>lca:cs.</a:t>
                      </a:r>
                      <a:r>
                        <a:rPr sz="1000" spc="200">
                          <a:latin typeface="Roboto"/>
                          <a:cs typeface="Roboto"/>
                        </a:rPr>
                        <a:t> </a:t>
                      </a:r>
                      <a:r>
                        <a:rPr sz="1000" spc="100">
                          <a:latin typeface="Roboto"/>
                          <a:cs typeface="Roboto"/>
                        </a:rPr>
                        <a:t>ľkc</a:t>
                      </a:r>
                      <a:endParaRPr sz="1000">
                        <a:latin typeface="Roboto"/>
                        <a:cs typeface="Roboto"/>
                      </a:endParaRPr>
                    </a:p>
                  </a:txBody>
                  <a:tcPr marL="0" marR="0" marT="190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1"/>
                  </a:ext>
                </a:extLst>
              </a:tr>
            </a:tbl>
          </a:graphicData>
        </a:graphic>
      </p:graphicFrame>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2" name="object 2"/>
          <p:cNvGraphicFramePr>
            <a:graphicFrameLocks noGrp="1"/>
          </p:cNvGraphicFramePr>
          <p:nvPr/>
        </p:nvGraphicFramePr>
        <p:xfrm>
          <a:off x="914717" y="914780"/>
          <a:ext cx="5946140" cy="5646420"/>
        </p:xfrm>
        <a:graphic>
          <a:graphicData uri="http://schemas.openxmlformats.org/drawingml/2006/table">
            <a:tbl>
              <a:tblPr firstRow="1" bandRow="1">
                <a:tableStyleId>{2D5ABB26-0587-4C30-8999-92F81FD0307C}</a:tableStyleId>
              </a:tblPr>
              <a:tblGrid>
                <a:gridCol w="1188085">
                  <a:extLst>
                    <a:ext uri="{9D8B030D-6E8A-4147-A177-3AD203B41FA5}">
                      <a16:colId xmlns:a16="http://schemas.microsoft.com/office/drawing/2014/main" val="20000"/>
                    </a:ext>
                  </a:extLst>
                </a:gridCol>
                <a:gridCol w="1190625">
                  <a:extLst>
                    <a:ext uri="{9D8B030D-6E8A-4147-A177-3AD203B41FA5}">
                      <a16:colId xmlns:a16="http://schemas.microsoft.com/office/drawing/2014/main" val="20001"/>
                    </a:ext>
                  </a:extLst>
                </a:gridCol>
                <a:gridCol w="1188085">
                  <a:extLst>
                    <a:ext uri="{9D8B030D-6E8A-4147-A177-3AD203B41FA5}">
                      <a16:colId xmlns:a16="http://schemas.microsoft.com/office/drawing/2014/main" val="20002"/>
                    </a:ext>
                  </a:extLst>
                </a:gridCol>
                <a:gridCol w="1191260">
                  <a:extLst>
                    <a:ext uri="{9D8B030D-6E8A-4147-A177-3AD203B41FA5}">
                      <a16:colId xmlns:a16="http://schemas.microsoft.com/office/drawing/2014/main" val="20003"/>
                    </a:ext>
                  </a:extLst>
                </a:gridCol>
                <a:gridCol w="1188085">
                  <a:extLst>
                    <a:ext uri="{9D8B030D-6E8A-4147-A177-3AD203B41FA5}">
                      <a16:colId xmlns:a16="http://schemas.microsoft.com/office/drawing/2014/main" val="20004"/>
                    </a:ext>
                  </a:extLst>
                </a:gridCol>
              </a:tblGrid>
              <a:tr h="5646420">
                <a:tc>
                  <a:txBody>
                    <a:bodyPr/>
                    <a:lstStyle/>
                    <a:p>
                      <a:pPr>
                        <a:lnSpc>
                          <a:spcPct val="100000"/>
                        </a:lnSpc>
                      </a:pP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675" marR="326390">
                        <a:lnSpc>
                          <a:spcPts val="1200"/>
                        </a:lnSpc>
                        <a:spcBef>
                          <a:spcPts val="15"/>
                        </a:spcBef>
                      </a:pPr>
                      <a:r>
                        <a:rPr sz="1000" spc="-70">
                          <a:latin typeface="Roboto"/>
                          <a:cs typeface="Roboto"/>
                        </a:rPr>
                        <a:t>a"gmc⭲tatio⭲</a:t>
                      </a:r>
                      <a:r>
                        <a:rPr sz="1000" spc="-10">
                          <a:latin typeface="Roboto"/>
                          <a:cs typeface="Roboto"/>
                        </a:rPr>
                        <a:t> tcck⭲iq"cs </a:t>
                      </a:r>
                      <a:r>
                        <a:rPr sz="1000" spc="-114">
                          <a:latin typeface="Roboto"/>
                          <a:cs typeface="Roboto"/>
                        </a:rPr>
                        <a:t>c⭲ka⭲ccd</a:t>
                      </a:r>
                      <a:r>
                        <a:rPr sz="1000" spc="15">
                          <a:latin typeface="Roboto"/>
                          <a:cs typeface="Roboto"/>
                        </a:rPr>
                        <a:t> </a:t>
                      </a:r>
                      <a:r>
                        <a:rPr sz="1000" spc="-25">
                          <a:latin typeface="Roboto"/>
                          <a:cs typeface="Roboto"/>
                        </a:rPr>
                        <a:t>tkc</a:t>
                      </a:r>
                      <a:endParaRPr sz="1000">
                        <a:latin typeface="Roboto"/>
                        <a:cs typeface="Roboto"/>
                      </a:endParaRPr>
                    </a:p>
                    <a:p>
                      <a:pPr marL="66675" marR="71120">
                        <a:lnSpc>
                          <a:spcPts val="1200"/>
                        </a:lnSpc>
                      </a:pPr>
                      <a:r>
                        <a:rPr sz="1000">
                          <a:latin typeface="Roboto"/>
                          <a:cs typeface="Roboto"/>
                        </a:rPr>
                        <a:t>datasct</a:t>
                      </a:r>
                      <a:r>
                        <a:rPr sz="1000" spc="-45">
                          <a:latin typeface="Roboto"/>
                          <a:cs typeface="Roboto"/>
                        </a:rPr>
                        <a:t> </a:t>
                      </a:r>
                      <a:r>
                        <a:rPr sz="1000">
                          <a:latin typeface="Roboto"/>
                          <a:cs typeface="Roboto"/>
                        </a:rPr>
                        <a:t>sizc</a:t>
                      </a:r>
                      <a:r>
                        <a:rPr sz="1000" spc="-45">
                          <a:latin typeface="Roboto"/>
                          <a:cs typeface="Roboto"/>
                        </a:rPr>
                        <a:t> </a:t>
                      </a:r>
                      <a:r>
                        <a:rPr sz="1000" spc="-20">
                          <a:latin typeface="Roboto"/>
                          <a:cs typeface="Roboto"/>
                        </a:rPr>
                        <a:t>ríom </a:t>
                      </a:r>
                      <a:r>
                        <a:rPr sz="1000">
                          <a:latin typeface="Roboto"/>
                          <a:cs typeface="Roboto"/>
                        </a:rPr>
                        <a:t>1«20</a:t>
                      </a:r>
                      <a:r>
                        <a:rPr sz="1000" spc="20">
                          <a:latin typeface="Roboto"/>
                          <a:cs typeface="Roboto"/>
                        </a:rPr>
                        <a:t> </a:t>
                      </a:r>
                      <a:r>
                        <a:rPr sz="1000">
                          <a:latin typeface="Roboto"/>
                          <a:cs typeface="Roboto"/>
                        </a:rPr>
                        <a:t>imagcs</a:t>
                      </a:r>
                      <a:r>
                        <a:rPr sz="1000" spc="15">
                          <a:latin typeface="Roboto"/>
                          <a:cs typeface="Roboto"/>
                        </a:rPr>
                        <a:t> </a:t>
                      </a:r>
                      <a:r>
                        <a:rPr sz="1000" spc="-35">
                          <a:latin typeface="Roboto"/>
                          <a:cs typeface="Roboto"/>
                        </a:rPr>
                        <a:t>to </a:t>
                      </a:r>
                      <a:r>
                        <a:rPr sz="1000" spc="-60">
                          <a:latin typeface="Roboto"/>
                          <a:cs typeface="Roboto"/>
                        </a:rPr>
                        <a:t>52®0</a:t>
                      </a:r>
                      <a:r>
                        <a:rPr sz="1000" spc="10">
                          <a:latin typeface="Roboto"/>
                          <a:cs typeface="Roboto"/>
                        </a:rPr>
                        <a:t> </a:t>
                      </a:r>
                      <a:r>
                        <a:rPr sz="1000" spc="-10">
                          <a:latin typeface="Roboto"/>
                          <a:cs typeface="Roboto"/>
                        </a:rPr>
                        <a:t>imagcs.</a:t>
                      </a:r>
                      <a:r>
                        <a:rPr sz="1000" spc="5">
                          <a:latin typeface="Roboto"/>
                          <a:cs typeface="Roboto"/>
                        </a:rPr>
                        <a:t> </a:t>
                      </a:r>
                      <a:r>
                        <a:rPr sz="1000" spc="100">
                          <a:latin typeface="Roboto"/>
                          <a:cs typeface="Roboto"/>
                        </a:rPr>
                        <a:t>ľkc </a:t>
                      </a:r>
                      <a:r>
                        <a:rPr sz="1000">
                          <a:latin typeface="Roboto"/>
                          <a:cs typeface="Roboto"/>
                        </a:rPr>
                        <a:t>píoposcd</a:t>
                      </a:r>
                      <a:r>
                        <a:rPr sz="1000" spc="65">
                          <a:latin typeface="Roboto"/>
                          <a:cs typeface="Roboto"/>
                        </a:rPr>
                        <a:t> </a:t>
                      </a:r>
                      <a:r>
                        <a:rPr sz="1000" spc="-20">
                          <a:latin typeface="Roboto"/>
                          <a:cs typeface="Roboto"/>
                        </a:rPr>
                        <a:t>KCNN </a:t>
                      </a:r>
                      <a:r>
                        <a:rPr sz="1000">
                          <a:latin typeface="Roboto"/>
                          <a:cs typeface="Roboto"/>
                        </a:rPr>
                        <a:t>modcl</a:t>
                      </a:r>
                      <a:r>
                        <a:rPr sz="1000" spc="-15">
                          <a:latin typeface="Roboto"/>
                          <a:cs typeface="Roboto"/>
                        </a:rPr>
                        <a:t> </a:t>
                      </a:r>
                      <a:r>
                        <a:rPr sz="1000">
                          <a:latin typeface="Roboto"/>
                          <a:cs typeface="Roboto"/>
                        </a:rPr>
                        <a:t>was</a:t>
                      </a:r>
                      <a:r>
                        <a:rPr sz="1000" spc="-15">
                          <a:latin typeface="Roboto"/>
                          <a:cs typeface="Roboto"/>
                        </a:rPr>
                        <a:t> </a:t>
                      </a:r>
                      <a:r>
                        <a:rPr sz="1000" spc="-65">
                          <a:latin typeface="Roboto"/>
                          <a:cs typeface="Roboto"/>
                        </a:rPr>
                        <a:t>tíai⭲cd</a:t>
                      </a:r>
                      <a:r>
                        <a:rPr sz="1000" spc="500">
                          <a:latin typeface="Roboto"/>
                          <a:cs typeface="Roboto"/>
                        </a:rPr>
                        <a:t> </a:t>
                      </a:r>
                      <a:r>
                        <a:rPr sz="1000" spc="-160">
                          <a:latin typeface="Roboto"/>
                          <a:cs typeface="Roboto"/>
                        </a:rPr>
                        <a:t>a⭲d</a:t>
                      </a:r>
                      <a:r>
                        <a:rPr sz="1000" spc="95">
                          <a:latin typeface="Roboto"/>
                          <a:cs typeface="Roboto"/>
                        </a:rPr>
                        <a:t> </a:t>
                      </a:r>
                      <a:r>
                        <a:rPr sz="1000">
                          <a:latin typeface="Roboto"/>
                          <a:cs typeface="Roboto"/>
                        </a:rPr>
                        <a:t>:alidatcd</a:t>
                      </a:r>
                      <a:r>
                        <a:rPr sz="1000" spc="100">
                          <a:latin typeface="Roboto"/>
                          <a:cs typeface="Roboto"/>
                        </a:rPr>
                        <a:t> </a:t>
                      </a:r>
                      <a:r>
                        <a:rPr sz="1000" spc="-25">
                          <a:latin typeface="Roboto"/>
                          <a:cs typeface="Roboto"/>
                        </a:rPr>
                        <a:t>o⭲ </a:t>
                      </a:r>
                      <a:r>
                        <a:rPr sz="1000">
                          <a:latin typeface="Roboto"/>
                          <a:cs typeface="Roboto"/>
                        </a:rPr>
                        <a:t>5016</a:t>
                      </a:r>
                      <a:r>
                        <a:rPr sz="1000" spc="5">
                          <a:latin typeface="Roboto"/>
                          <a:cs typeface="Roboto"/>
                        </a:rPr>
                        <a:t> </a:t>
                      </a:r>
                      <a:r>
                        <a:rPr sz="1000" spc="-10">
                          <a:latin typeface="Roboto"/>
                          <a:cs typeface="Roboto"/>
                        </a:rPr>
                        <a:t>imagcs</a:t>
                      </a:r>
                      <a:r>
                        <a:rPr sz="1000" spc="-25">
                          <a:latin typeface="Roboto"/>
                          <a:cs typeface="Roboto"/>
                        </a:rPr>
                        <a:t> </a:t>
                      </a:r>
                      <a:r>
                        <a:rPr sz="1000" spc="-35">
                          <a:latin typeface="Roboto"/>
                          <a:cs typeface="Roboto"/>
                        </a:rPr>
                        <a:t>or</a:t>
                      </a:r>
                      <a:endParaRPr sz="1000">
                        <a:latin typeface="Roboto"/>
                        <a:cs typeface="Roboto"/>
                      </a:endParaRPr>
                    </a:p>
                    <a:p>
                      <a:pPr marL="66675" marR="279400">
                        <a:lnSpc>
                          <a:spcPts val="1200"/>
                        </a:lnSpc>
                        <a:spcBef>
                          <a:spcPts val="5"/>
                        </a:spcBef>
                      </a:pPr>
                      <a:r>
                        <a:rPr sz="1000" spc="-25">
                          <a:latin typeface="Roboto"/>
                          <a:cs typeface="Roboto"/>
                        </a:rPr>
                        <a:t>kcaltkQ,</a:t>
                      </a:r>
                      <a:r>
                        <a:rPr sz="1000">
                          <a:latin typeface="Roboto"/>
                          <a:cs typeface="Roboto"/>
                        </a:rPr>
                        <a:t> </a:t>
                      </a:r>
                      <a:r>
                        <a:rPr sz="1000" spc="-20">
                          <a:latin typeface="Roboto"/>
                          <a:cs typeface="Roboto"/>
                        </a:rPr>
                        <a:t>gícQ </a:t>
                      </a:r>
                      <a:r>
                        <a:rPr sz="1000">
                          <a:latin typeface="Roboto"/>
                          <a:cs typeface="Roboto"/>
                        </a:rPr>
                        <a:t>bligkt</a:t>
                      </a:r>
                      <a:r>
                        <a:rPr sz="1000" spc="-10">
                          <a:latin typeface="Roboto"/>
                          <a:cs typeface="Roboto"/>
                        </a:rPr>
                        <a:t> </a:t>
                      </a:r>
                      <a:r>
                        <a:rPr sz="1000" spc="-60">
                          <a:latin typeface="Roboto"/>
                          <a:cs typeface="Roboto"/>
                        </a:rPr>
                        <a:t>i⭲rcctcd,</a:t>
                      </a:r>
                      <a:r>
                        <a:rPr sz="1000" spc="500">
                          <a:latin typeface="Roboto"/>
                          <a:cs typeface="Roboto"/>
                        </a:rPr>
                        <a:t> </a:t>
                      </a:r>
                      <a:r>
                        <a:rPr sz="1000" spc="-160">
                          <a:latin typeface="Roboto"/>
                          <a:cs typeface="Roboto"/>
                        </a:rPr>
                        <a:t>a⭲d</a:t>
                      </a:r>
                      <a:r>
                        <a:rPr sz="1000" spc="25">
                          <a:latin typeface="Roboto"/>
                          <a:cs typeface="Roboto"/>
                        </a:rPr>
                        <a:t> </a:t>
                      </a:r>
                      <a:r>
                        <a:rPr sz="1000" spc="-10">
                          <a:latin typeface="Roboto"/>
                          <a:cs typeface="Roboto"/>
                        </a:rPr>
                        <a:t>otkcí </a:t>
                      </a:r>
                      <a:r>
                        <a:rPr sz="1000">
                          <a:latin typeface="Roboto"/>
                          <a:cs typeface="Roboto"/>
                        </a:rPr>
                        <a:t>discascd</a:t>
                      </a:r>
                      <a:r>
                        <a:rPr sz="1000" spc="-40">
                          <a:latin typeface="Roboto"/>
                          <a:cs typeface="Roboto"/>
                        </a:rPr>
                        <a:t> </a:t>
                      </a:r>
                      <a:r>
                        <a:rPr sz="1000" spc="-25">
                          <a:latin typeface="Roboto"/>
                          <a:cs typeface="Roboto"/>
                        </a:rPr>
                        <a:t>tca </a:t>
                      </a:r>
                      <a:r>
                        <a:rPr sz="1000" spc="-10">
                          <a:latin typeface="Roboto"/>
                          <a:cs typeface="Roboto"/>
                        </a:rPr>
                        <a:t>lca:cs.</a:t>
                      </a:r>
                      <a:endParaRPr sz="1000">
                        <a:latin typeface="Roboto"/>
                        <a:cs typeface="Roboto"/>
                      </a:endParaRPr>
                    </a:p>
                    <a:p>
                      <a:pPr marL="66675">
                        <a:lnSpc>
                          <a:spcPts val="1160"/>
                        </a:lnSpc>
                      </a:pPr>
                      <a:r>
                        <a:rPr sz="1000" spc="-10">
                          <a:latin typeface="Roboto"/>
                          <a:cs typeface="Roboto"/>
                        </a:rPr>
                        <a:t>Classiricatio⭲</a:t>
                      </a:r>
                      <a:endParaRPr sz="1000">
                        <a:latin typeface="Roboto"/>
                        <a:cs typeface="Roboto"/>
                      </a:endParaRPr>
                    </a:p>
                    <a:p>
                      <a:pPr marL="66675" marR="101600">
                        <a:lnSpc>
                          <a:spcPct val="100000"/>
                        </a:lnSpc>
                      </a:pPr>
                      <a:r>
                        <a:rPr sz="1000" spc="-10">
                          <a:latin typeface="Roboto"/>
                          <a:cs typeface="Roboto"/>
                        </a:rPr>
                        <a:t>acc"íacQ, </a:t>
                      </a:r>
                      <a:r>
                        <a:rPr sz="1000" spc="-40">
                          <a:latin typeface="Roboto"/>
                          <a:cs typeface="Roboto"/>
                        </a:rPr>
                        <a:t>píccisio⭲,</a:t>
                      </a:r>
                      <a:r>
                        <a:rPr sz="1000" spc="20">
                          <a:latin typeface="Roboto"/>
                          <a:cs typeface="Roboto"/>
                        </a:rPr>
                        <a:t> </a:t>
                      </a:r>
                      <a:r>
                        <a:rPr sz="1000">
                          <a:latin typeface="Roboto"/>
                          <a:cs typeface="Roboto"/>
                        </a:rPr>
                        <a:t>íccall,</a:t>
                      </a:r>
                      <a:r>
                        <a:rPr sz="1000" spc="40">
                          <a:latin typeface="Roboto"/>
                          <a:cs typeface="Roboto"/>
                        </a:rPr>
                        <a:t> </a:t>
                      </a:r>
                      <a:r>
                        <a:rPr sz="1000" i="1" spc="-50">
                          <a:latin typeface="Roboto"/>
                          <a:cs typeface="Roboto"/>
                        </a:rPr>
                        <a:t>F</a:t>
                      </a:r>
                      <a:r>
                        <a:rPr sz="1000" i="1">
                          <a:latin typeface="Roboto"/>
                          <a:cs typeface="Roboto"/>
                        </a:rPr>
                        <a:t> </a:t>
                      </a:r>
                      <a:r>
                        <a:rPr sz="1000">
                          <a:latin typeface="Roboto"/>
                          <a:cs typeface="Roboto"/>
                        </a:rPr>
                        <a:t>mcas"íc,</a:t>
                      </a:r>
                      <a:r>
                        <a:rPr sz="1000" spc="245">
                          <a:latin typeface="Roboto"/>
                          <a:cs typeface="Roboto"/>
                        </a:rPr>
                        <a:t> </a:t>
                      </a:r>
                      <a:r>
                        <a:rPr sz="1000" spc="-25">
                          <a:latin typeface="Roboto"/>
                          <a:cs typeface="Roboto"/>
                        </a:rPr>
                        <a:t>a⭲d </a:t>
                      </a:r>
                      <a:r>
                        <a:rPr sz="1000" spc="-10">
                          <a:latin typeface="Roboto"/>
                          <a:cs typeface="Roboto"/>
                        </a:rPr>
                        <a:t>misclassiricatio⭲ </a:t>
                      </a:r>
                      <a:r>
                        <a:rPr sz="1000">
                          <a:latin typeface="Roboto"/>
                          <a:cs typeface="Roboto"/>
                        </a:rPr>
                        <a:t>íatcs</a:t>
                      </a:r>
                      <a:r>
                        <a:rPr sz="1000" spc="35">
                          <a:latin typeface="Roboto"/>
                          <a:cs typeface="Roboto"/>
                        </a:rPr>
                        <a:t> </a:t>
                      </a:r>
                      <a:r>
                        <a:rPr sz="1000">
                          <a:latin typeface="Roboto"/>
                          <a:cs typeface="Roboto"/>
                        </a:rPr>
                        <a:t>or</a:t>
                      </a:r>
                      <a:r>
                        <a:rPr sz="1000" spc="30">
                          <a:latin typeface="Roboto"/>
                          <a:cs typeface="Roboto"/>
                        </a:rPr>
                        <a:t> </a:t>
                      </a:r>
                      <a:r>
                        <a:rPr sz="1000" spc="-25">
                          <a:latin typeface="Roboto"/>
                          <a:cs typeface="Roboto"/>
                        </a:rPr>
                        <a:t>tkc </a:t>
                      </a:r>
                      <a:r>
                        <a:rPr sz="1000">
                          <a:latin typeface="Roboto"/>
                          <a:cs typeface="Roboto"/>
                        </a:rPr>
                        <a:t>píoposcd</a:t>
                      </a:r>
                      <a:r>
                        <a:rPr sz="1000" spc="65">
                          <a:latin typeface="Roboto"/>
                          <a:cs typeface="Roboto"/>
                        </a:rPr>
                        <a:t> </a:t>
                      </a:r>
                      <a:r>
                        <a:rPr sz="1000" spc="-20">
                          <a:latin typeface="Roboto"/>
                          <a:cs typeface="Roboto"/>
                        </a:rPr>
                        <a:t>KCNN </a:t>
                      </a:r>
                      <a:r>
                        <a:rPr sz="1000">
                          <a:latin typeface="Roboto"/>
                          <a:cs typeface="Roboto"/>
                        </a:rPr>
                        <a:t>aíc</a:t>
                      </a:r>
                      <a:r>
                        <a:rPr sz="1000" spc="85">
                          <a:latin typeface="Roboto"/>
                          <a:cs typeface="Roboto"/>
                        </a:rPr>
                        <a:t> </a:t>
                      </a:r>
                      <a:r>
                        <a:rPr sz="1000" spc="-10">
                          <a:latin typeface="Roboto"/>
                          <a:cs typeface="Roboto"/>
                        </a:rPr>
                        <a:t>9®.99%, </a:t>
                      </a:r>
                      <a:r>
                        <a:rPr sz="1000" spc="-35">
                          <a:latin typeface="Roboto"/>
                          <a:cs typeface="Roboto"/>
                        </a:rPr>
                        <a:t>9®.51%,</a:t>
                      </a:r>
                      <a:r>
                        <a:rPr sz="1000" spc="-25">
                          <a:latin typeface="Roboto"/>
                          <a:cs typeface="Roboto"/>
                        </a:rPr>
                        <a:t> </a:t>
                      </a:r>
                      <a:r>
                        <a:rPr sz="1000" spc="-10">
                          <a:latin typeface="Roboto"/>
                          <a:cs typeface="Roboto"/>
                        </a:rPr>
                        <a:t>9®.4®%,</a:t>
                      </a:r>
                      <a:endParaRPr sz="1000">
                        <a:latin typeface="Roboto"/>
                        <a:cs typeface="Roboto"/>
                      </a:endParaRPr>
                    </a:p>
                    <a:p>
                      <a:pPr marL="66675">
                        <a:lnSpc>
                          <a:spcPct val="100000"/>
                        </a:lnSpc>
                        <a:spcBef>
                          <a:spcPts val="5"/>
                        </a:spcBef>
                      </a:pPr>
                      <a:r>
                        <a:rPr sz="1000" spc="-35">
                          <a:latin typeface="Roboto"/>
                          <a:cs typeface="Roboto"/>
                        </a:rPr>
                        <a:t>9®.49%,</a:t>
                      </a:r>
                      <a:r>
                        <a:rPr sz="1000" spc="-25">
                          <a:latin typeface="Roboto"/>
                          <a:cs typeface="Roboto"/>
                        </a:rPr>
                        <a:t> a⭲d</a:t>
                      </a:r>
                      <a:endParaRPr sz="1000">
                        <a:latin typeface="Roboto"/>
                        <a:cs typeface="Roboto"/>
                      </a:endParaRPr>
                    </a:p>
                    <a:p>
                      <a:pPr marL="66675">
                        <a:lnSpc>
                          <a:spcPct val="100000"/>
                        </a:lnSpc>
                      </a:pPr>
                      <a:r>
                        <a:rPr sz="1000" spc="-10">
                          <a:latin typeface="Roboto"/>
                          <a:cs typeface="Roboto"/>
                        </a:rPr>
                        <a:t>1.01%,</a:t>
                      </a:r>
                      <a:endParaRPr sz="1000">
                        <a:latin typeface="Roboto"/>
                        <a:cs typeface="Roboto"/>
                      </a:endParaRPr>
                    </a:p>
                    <a:p>
                      <a:pPr marL="66675" marR="80010">
                        <a:lnSpc>
                          <a:spcPct val="100000"/>
                        </a:lnSpc>
                      </a:pPr>
                      <a:r>
                        <a:rPr sz="1000">
                          <a:latin typeface="Roboto"/>
                          <a:cs typeface="Roboto"/>
                        </a:rPr>
                        <a:t>ícspccti:clQ,</a:t>
                      </a:r>
                      <a:r>
                        <a:rPr sz="1000" spc="40">
                          <a:latin typeface="Roboto"/>
                          <a:cs typeface="Roboto"/>
                        </a:rPr>
                        <a:t> </a:t>
                      </a:r>
                      <a:r>
                        <a:rPr sz="1000" spc="-25">
                          <a:latin typeface="Roboto"/>
                          <a:cs typeface="Roboto"/>
                        </a:rPr>
                        <a:t>o⭲ </a:t>
                      </a:r>
                      <a:r>
                        <a:rPr sz="1000">
                          <a:latin typeface="Roboto"/>
                          <a:cs typeface="Roboto"/>
                        </a:rPr>
                        <a:t>tcst</a:t>
                      </a:r>
                      <a:r>
                        <a:rPr sz="1000" spc="-25">
                          <a:latin typeface="Roboto"/>
                          <a:cs typeface="Roboto"/>
                        </a:rPr>
                        <a:t> </a:t>
                      </a:r>
                      <a:r>
                        <a:rPr sz="1000">
                          <a:latin typeface="Roboto"/>
                          <a:cs typeface="Roboto"/>
                        </a:rPr>
                        <a:t>data.</a:t>
                      </a:r>
                      <a:r>
                        <a:rPr sz="1000" spc="-30">
                          <a:latin typeface="Roboto"/>
                          <a:cs typeface="Roboto"/>
                        </a:rPr>
                        <a:t> </a:t>
                      </a:r>
                      <a:r>
                        <a:rPr sz="1000" spc="125">
                          <a:latin typeface="Roboto"/>
                          <a:cs typeface="Roboto"/>
                        </a:rPr>
                        <a:t>ľkc</a:t>
                      </a:r>
                      <a:r>
                        <a:rPr sz="1000" spc="-25">
                          <a:latin typeface="Roboto"/>
                          <a:cs typeface="Roboto"/>
                        </a:rPr>
                        <a:t> </a:t>
                      </a:r>
                      <a:r>
                        <a:rPr sz="1000" spc="-20">
                          <a:latin typeface="Roboto"/>
                          <a:cs typeface="Roboto"/>
                        </a:rPr>
                        <a:t>tcst </a:t>
                      </a:r>
                      <a:r>
                        <a:rPr sz="1000">
                          <a:latin typeface="Roboto"/>
                          <a:cs typeface="Roboto"/>
                        </a:rPr>
                        <a:t>ícs"lts</a:t>
                      </a:r>
                      <a:r>
                        <a:rPr sz="1000" spc="95">
                          <a:latin typeface="Roboto"/>
                          <a:cs typeface="Roboto"/>
                        </a:rPr>
                        <a:t> </a:t>
                      </a:r>
                      <a:r>
                        <a:rPr sz="1000">
                          <a:latin typeface="Roboto"/>
                          <a:cs typeface="Roboto"/>
                        </a:rPr>
                        <a:t>skow</a:t>
                      </a:r>
                      <a:r>
                        <a:rPr sz="1000" spc="125">
                          <a:latin typeface="Roboto"/>
                          <a:cs typeface="Roboto"/>
                        </a:rPr>
                        <a:t> </a:t>
                      </a:r>
                      <a:r>
                        <a:rPr sz="1000" spc="-20">
                          <a:latin typeface="Roboto"/>
                          <a:cs typeface="Roboto"/>
                        </a:rPr>
                        <a:t>tkat </a:t>
                      </a:r>
                      <a:r>
                        <a:rPr sz="1000">
                          <a:latin typeface="Roboto"/>
                          <a:cs typeface="Roboto"/>
                        </a:rPr>
                        <a:t>tkc</a:t>
                      </a:r>
                      <a:r>
                        <a:rPr sz="1000" spc="15">
                          <a:latin typeface="Roboto"/>
                          <a:cs typeface="Roboto"/>
                        </a:rPr>
                        <a:t> </a:t>
                      </a:r>
                      <a:r>
                        <a:rPr sz="1000" spc="-10">
                          <a:latin typeface="Roboto"/>
                          <a:cs typeface="Roboto"/>
                        </a:rPr>
                        <a:t>píoposcd </a:t>
                      </a:r>
                      <a:r>
                        <a:rPr sz="1000">
                          <a:latin typeface="Roboto"/>
                          <a:cs typeface="Roboto"/>
                        </a:rPr>
                        <a:t>KCNN</a:t>
                      </a:r>
                      <a:r>
                        <a:rPr sz="1000" spc="45">
                          <a:latin typeface="Roboto"/>
                          <a:cs typeface="Roboto"/>
                        </a:rPr>
                        <a:t> </a:t>
                      </a:r>
                      <a:r>
                        <a:rPr sz="1000" spc="-10">
                          <a:latin typeface="Roboto"/>
                          <a:cs typeface="Roboto"/>
                        </a:rPr>
                        <a:t>modcl pcíroímcd</a:t>
                      </a:r>
                      <a:r>
                        <a:rPr sz="1000" spc="500">
                          <a:latin typeface="Roboto"/>
                          <a:cs typeface="Roboto"/>
                        </a:rPr>
                        <a:t> </a:t>
                      </a:r>
                      <a:r>
                        <a:rPr sz="1000" spc="20">
                          <a:latin typeface="Roboto"/>
                          <a:cs typeface="Roboto"/>
                        </a:rPr>
                        <a:t>s"pcíioí</a:t>
                      </a:r>
                      <a:r>
                        <a:rPr sz="1000" spc="70">
                          <a:latin typeface="Roboto"/>
                          <a:cs typeface="Roboto"/>
                        </a:rPr>
                        <a:t> </a:t>
                      </a:r>
                      <a:r>
                        <a:rPr sz="1000" spc="20">
                          <a:latin typeface="Roboto"/>
                          <a:cs typeface="Roboto"/>
                        </a:rPr>
                        <a:t>to</a:t>
                      </a:r>
                      <a:r>
                        <a:rPr sz="1000" spc="65">
                          <a:latin typeface="Roboto"/>
                          <a:cs typeface="Roboto"/>
                        </a:rPr>
                        <a:t> </a:t>
                      </a:r>
                      <a:r>
                        <a:rPr sz="1000" spc="-25">
                          <a:latin typeface="Roboto"/>
                          <a:cs typeface="Roboto"/>
                        </a:rPr>
                        <a:t>tkc </a:t>
                      </a:r>
                      <a:r>
                        <a:rPr sz="1000" spc="-10">
                          <a:latin typeface="Roboto"/>
                          <a:cs typeface="Roboto"/>
                        </a:rPr>
                        <a:t>cxisti⭲g </a:t>
                      </a:r>
                      <a:r>
                        <a:rPr sz="1000" spc="-30">
                          <a:latin typeface="Roboto"/>
                          <a:cs typeface="Roboto"/>
                        </a:rPr>
                        <a:t>tcck⭲iq"cs</a:t>
                      </a:r>
                      <a:r>
                        <a:rPr sz="1000" spc="45">
                          <a:latin typeface="Roboto"/>
                          <a:cs typeface="Roboto"/>
                        </a:rPr>
                        <a:t> </a:t>
                      </a:r>
                      <a:r>
                        <a:rPr sz="1000">
                          <a:latin typeface="Roboto"/>
                          <a:cs typeface="Roboto"/>
                        </a:rPr>
                        <a:t>roí</a:t>
                      </a:r>
                      <a:r>
                        <a:rPr sz="1000" spc="50">
                          <a:latin typeface="Roboto"/>
                          <a:cs typeface="Roboto"/>
                        </a:rPr>
                        <a:t> </a:t>
                      </a:r>
                      <a:r>
                        <a:rPr sz="1000" spc="-25">
                          <a:latin typeface="Roboto"/>
                          <a:cs typeface="Roboto"/>
                        </a:rPr>
                        <a:t>tca gícQ</a:t>
                      </a:r>
                      <a:r>
                        <a:rPr sz="1000" spc="-35">
                          <a:latin typeface="Roboto"/>
                          <a:cs typeface="Roboto"/>
                        </a:rPr>
                        <a:t> </a:t>
                      </a:r>
                      <a:r>
                        <a:rPr sz="1000" spc="-10">
                          <a:latin typeface="Roboto"/>
                          <a:cs typeface="Roboto"/>
                        </a:rPr>
                        <a:t>bligkt</a:t>
                      </a:r>
                      <a:r>
                        <a:rPr sz="1000" spc="500">
                          <a:latin typeface="Roboto"/>
                          <a:cs typeface="Roboto"/>
                        </a:rPr>
                        <a:t> </a:t>
                      </a:r>
                      <a:r>
                        <a:rPr sz="1000">
                          <a:latin typeface="Roboto"/>
                          <a:cs typeface="Roboto"/>
                        </a:rPr>
                        <a:t>discasc</a:t>
                      </a:r>
                      <a:r>
                        <a:rPr sz="1000" spc="-35">
                          <a:latin typeface="Roboto"/>
                          <a:cs typeface="Roboto"/>
                        </a:rPr>
                        <a:t> </a:t>
                      </a:r>
                      <a:r>
                        <a:rPr sz="1000" spc="-55">
                          <a:latin typeface="Roboto"/>
                          <a:cs typeface="Roboto"/>
                        </a:rPr>
                        <a:t>dctcctio⭲.</a:t>
                      </a:r>
                      <a:endParaRPr sz="1000">
                        <a:latin typeface="Roboto"/>
                        <a:cs typeface="Roboto"/>
                      </a:endParaRPr>
                    </a:p>
                  </a:txBody>
                  <a:tcPr marL="0" marR="0" marT="190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0"/>
                  </a:ext>
                </a:extLst>
              </a:tr>
            </a:tbl>
          </a:graphicData>
        </a:graphic>
      </p:graphicFrame>
      <p:sp>
        <p:nvSpPr>
          <p:cNvPr id="3" name="object 3"/>
          <p:cNvSpPr txBox="1"/>
          <p:nvPr/>
        </p:nvSpPr>
        <p:spPr>
          <a:xfrm>
            <a:off x="902017" y="6549009"/>
            <a:ext cx="68580" cy="193040"/>
          </a:xfrm>
          <a:prstGeom prst="rect">
            <a:avLst/>
          </a:prstGeom>
        </p:spPr>
        <p:txBody>
          <a:bodyPr vert="horz" wrap="square" lIns="0" tIns="12700" rIns="0" bIns="0" rtlCol="0">
            <a:spAutoFit/>
          </a:bodyPr>
          <a:lstStyle/>
          <a:p>
            <a:pPr marL="12700">
              <a:lnSpc>
                <a:spcPct val="100000"/>
              </a:lnSpc>
              <a:spcBef>
                <a:spcPts val="100"/>
              </a:spcBef>
            </a:pPr>
            <a:r>
              <a:rPr sz="1100" spc="-50">
                <a:latin typeface="Calibri"/>
                <a:cs typeface="Calibri"/>
              </a:rPr>
              <a:t>f</a:t>
            </a:r>
            <a:endParaRPr sz="1100">
              <a:latin typeface="Calibri"/>
              <a:cs typeface="Calibri"/>
            </a:endParaRPr>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Architecture Diagram for Base Model</a:t>
            </a:r>
          </a:p>
        </p:txBody>
      </p:sp>
      <p:pic>
        <p:nvPicPr>
          <p:cNvPr id="5" name="Picture Placeholder 4">
            <a:extLst>
              <a:ext uri="{FF2B5EF4-FFF2-40B4-BE49-F238E27FC236}">
                <a16:creationId xmlns:a16="http://schemas.microsoft.com/office/drawing/2014/main" id="{716E1831-1335-FAF3-EC7D-F12867C64490}"/>
              </a:ext>
            </a:extLst>
          </p:cNvPr>
          <p:cNvPicPr>
            <a:picLocks noGrp="1" noChangeAspect="1"/>
          </p:cNvPicPr>
          <p:nvPr>
            <p:ph type="pic" idx="1"/>
          </p:nvPr>
        </p:nvPicPr>
        <p:blipFill>
          <a:blip r:embed="rId2"/>
          <a:srcRect l="5415" r="5415"/>
          <a:stretch>
            <a:fillRect/>
          </a:stretch>
        </p:blipFill>
        <p:spPr/>
      </p:pic>
      <p:sp>
        <p:nvSpPr>
          <p:cNvPr id="4" name="Text Placeholder 3"/>
          <p:cNvSpPr>
            <a:spLocks noGrp="1"/>
          </p:cNvSpPr>
          <p:nvPr>
            <p:ph type="body" sz="half" idx="2"/>
          </p:nvPr>
        </p:nvSpPr>
        <p:spPr/>
        <p:txBody>
          <a:bodyPr/>
          <a:lstStyle/>
          <a:p>
            <a:r>
              <a:rPr lang="en-US"/>
              <a:t>CNN Architecture</a:t>
            </a:r>
          </a:p>
        </p:txBody>
      </p:sp>
    </p:spTree>
    <p:extLst>
      <p:ext uri="{BB962C8B-B14F-4D97-AF65-F5344CB8AC3E}">
        <p14:creationId xmlns:p14="http://schemas.microsoft.com/office/powerpoint/2010/main" val="11609593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Modules</a:t>
            </a:r>
          </a:p>
        </p:txBody>
      </p:sp>
      <p:sp>
        <p:nvSpPr>
          <p:cNvPr id="7" name="Content Placeholder 6">
            <a:extLst>
              <a:ext uri="{FF2B5EF4-FFF2-40B4-BE49-F238E27FC236}">
                <a16:creationId xmlns:a16="http://schemas.microsoft.com/office/drawing/2014/main" id="{C67CDEE6-F0CF-BE86-BF68-B0BDF5CBE1E0}"/>
              </a:ext>
            </a:extLst>
          </p:cNvPr>
          <p:cNvSpPr>
            <a:spLocks noGrp="1"/>
          </p:cNvSpPr>
          <p:nvPr>
            <p:ph sz="half" idx="1"/>
          </p:nvPr>
        </p:nvSpPr>
        <p:spPr/>
        <p:txBody>
          <a:bodyPr/>
          <a:lstStyle/>
          <a:p>
            <a:r>
              <a:rPr lang="en-US"/>
              <a:t>1. Dataset Aquisation:</a:t>
            </a:r>
          </a:p>
          <a:p>
            <a:r>
              <a:rPr lang="en-US"/>
              <a:t>2. Project Planning</a:t>
            </a:r>
          </a:p>
          <a:p>
            <a:r>
              <a:rPr lang="en-US"/>
              <a:t>3. ML Model planning for classification</a:t>
            </a:r>
          </a:p>
          <a:p>
            <a:r>
              <a:rPr lang="en-US"/>
              <a:t>4. coding and implementation</a:t>
            </a:r>
          </a:p>
          <a:p>
            <a:r>
              <a:rPr lang="en-US"/>
              <a:t>5. model testing </a:t>
            </a:r>
          </a:p>
          <a:p>
            <a:r>
              <a:rPr lang="en-US"/>
              <a:t>6. evaluation</a:t>
            </a:r>
          </a:p>
        </p:txBody>
      </p:sp>
    </p:spTree>
    <p:extLst>
      <p:ext uri="{BB962C8B-B14F-4D97-AF65-F5344CB8AC3E}">
        <p14:creationId xmlns:p14="http://schemas.microsoft.com/office/powerpoint/2010/main" val="17973041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E3F6D4-6481-CC1C-53EB-4CDE10FC0A48}"/>
              </a:ext>
            </a:extLst>
          </p:cNvPr>
          <p:cNvSpPr>
            <a:spLocks noGrp="1"/>
          </p:cNvSpPr>
          <p:nvPr>
            <p:ph type="title"/>
          </p:nvPr>
        </p:nvSpPr>
        <p:spPr/>
        <p:txBody>
          <a:bodyPr/>
          <a:lstStyle/>
          <a:p>
            <a:r>
              <a:rPr lang="en-US"/>
              <a:t>Modules Description</a:t>
            </a:r>
            <a:endParaRPr lang="en-IN"/>
          </a:p>
        </p:txBody>
      </p:sp>
      <p:sp>
        <p:nvSpPr>
          <p:cNvPr id="3" name="Content Placeholder 2">
            <a:extLst>
              <a:ext uri="{FF2B5EF4-FFF2-40B4-BE49-F238E27FC236}">
                <a16:creationId xmlns:a16="http://schemas.microsoft.com/office/drawing/2014/main" id="{BCCB1519-28F2-35D0-26B2-5DB0CB563C3A}"/>
              </a:ext>
            </a:extLst>
          </p:cNvPr>
          <p:cNvSpPr>
            <a:spLocks noGrp="1"/>
          </p:cNvSpPr>
          <p:nvPr>
            <p:ph idx="1"/>
          </p:nvPr>
        </p:nvSpPr>
        <p:spPr/>
        <p:txBody>
          <a:bodyPr>
            <a:normAutofit/>
          </a:bodyPr>
          <a:lstStyle/>
          <a:p>
            <a:r>
              <a:rPr lang="en-US"/>
              <a:t>1. Dataset Aquisation: we referred and used dataset form Kaggle</a:t>
            </a:r>
          </a:p>
          <a:p>
            <a:r>
              <a:rPr lang="en-US"/>
              <a:t>2. Project Planning: We equally split our documentation, implementation part so that everyone works on proper documentation at one time.</a:t>
            </a:r>
          </a:p>
          <a:p>
            <a:r>
              <a:rPr lang="en-US"/>
              <a:t>3. ML Modeling: We have used CNN as base model, developed a basic model. Along with usage of Transfer Learning techniques like VGG-16, Inception-V3, and NasNetMobile architecture.</a:t>
            </a:r>
          </a:p>
          <a:p>
            <a:r>
              <a:rPr lang="en-US"/>
              <a:t>4. Coding and implementation: duration of 10 days. 5.Testing: we trained the model with varued epochs and tested with validation dataset and corrected epochs to achieve different accuracy and minimal loss</a:t>
            </a:r>
          </a:p>
          <a:p>
            <a:pPr marL="0" indent="0">
              <a:buNone/>
            </a:pPr>
            <a:endParaRPr lang="en-IN"/>
          </a:p>
        </p:txBody>
      </p:sp>
    </p:spTree>
    <p:extLst>
      <p:ext uri="{BB962C8B-B14F-4D97-AF65-F5344CB8AC3E}">
        <p14:creationId xmlns:p14="http://schemas.microsoft.com/office/powerpoint/2010/main" val="31250007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4FC67A-B44F-A24A-7CD1-725327F90764}"/>
              </a:ext>
            </a:extLst>
          </p:cNvPr>
          <p:cNvSpPr>
            <a:spLocks noGrp="1"/>
          </p:cNvSpPr>
          <p:nvPr>
            <p:ph type="title"/>
          </p:nvPr>
        </p:nvSpPr>
        <p:spPr/>
        <p:txBody>
          <a:bodyPr/>
          <a:lstStyle/>
          <a:p>
            <a:r>
              <a:rPr lang="en-US"/>
              <a:t>Modules Description</a:t>
            </a:r>
            <a:endParaRPr lang="en-IN"/>
          </a:p>
        </p:txBody>
      </p:sp>
      <p:sp>
        <p:nvSpPr>
          <p:cNvPr id="3" name="Content Placeholder 2">
            <a:extLst>
              <a:ext uri="{FF2B5EF4-FFF2-40B4-BE49-F238E27FC236}">
                <a16:creationId xmlns:a16="http://schemas.microsoft.com/office/drawing/2014/main" id="{696E9871-8EBE-139A-769D-2C351FC114CC}"/>
              </a:ext>
            </a:extLst>
          </p:cNvPr>
          <p:cNvSpPr>
            <a:spLocks noGrp="1"/>
          </p:cNvSpPr>
          <p:nvPr>
            <p:ph idx="1"/>
          </p:nvPr>
        </p:nvSpPr>
        <p:spPr/>
        <p:txBody>
          <a:bodyPr/>
          <a:lstStyle/>
          <a:p>
            <a:r>
              <a:rPr lang="en-US"/>
              <a:t>5.Testing: we trained the model with varued epochs and tested with validation dataset and corrected epochs to achieve different accuracy and minimal loss</a:t>
            </a:r>
          </a:p>
          <a:p>
            <a:endParaRPr lang="en-IN"/>
          </a:p>
          <a:p>
            <a:r>
              <a:rPr lang="en-IN"/>
              <a:t>6. Evaluation: Used evaluation metrics like confusion matrix, precision, accuracy score, F1-score.</a:t>
            </a:r>
          </a:p>
        </p:txBody>
      </p:sp>
    </p:spTree>
    <p:extLst>
      <p:ext uri="{BB962C8B-B14F-4D97-AF65-F5344CB8AC3E}">
        <p14:creationId xmlns:p14="http://schemas.microsoft.com/office/powerpoint/2010/main" val="35000339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977CBC-CCB0-B5CB-E314-D2FC52EF41C6}"/>
              </a:ext>
            </a:extLst>
          </p:cNvPr>
          <p:cNvSpPr>
            <a:spLocks noGrp="1"/>
          </p:cNvSpPr>
          <p:nvPr>
            <p:ph type="title"/>
          </p:nvPr>
        </p:nvSpPr>
        <p:spPr>
          <a:xfrm>
            <a:off x="1522414" y="274638"/>
            <a:ext cx="9143998" cy="1020762"/>
          </a:xfrm>
        </p:spPr>
        <p:txBody>
          <a:bodyPr anchor="b">
            <a:normAutofit/>
          </a:bodyPr>
          <a:lstStyle/>
          <a:p>
            <a:r>
              <a:rPr lang="en-US"/>
              <a:t>Results</a:t>
            </a:r>
            <a:endParaRPr lang="en-IN"/>
          </a:p>
        </p:txBody>
      </p:sp>
      <p:pic>
        <p:nvPicPr>
          <p:cNvPr id="9" name="Picture 8">
            <a:extLst>
              <a:ext uri="{FF2B5EF4-FFF2-40B4-BE49-F238E27FC236}">
                <a16:creationId xmlns:a16="http://schemas.microsoft.com/office/drawing/2014/main" id="{3D2B6566-40C4-AF9E-A65B-59C92622A9D4}"/>
              </a:ext>
            </a:extLst>
          </p:cNvPr>
          <p:cNvPicPr>
            <a:picLocks noChangeAspect="1"/>
          </p:cNvPicPr>
          <p:nvPr/>
        </p:nvPicPr>
        <p:blipFill>
          <a:blip r:embed="rId2"/>
          <a:stretch>
            <a:fillRect/>
          </a:stretch>
        </p:blipFill>
        <p:spPr>
          <a:xfrm>
            <a:off x="776430" y="4243983"/>
            <a:ext cx="3109770" cy="2534462"/>
          </a:xfrm>
          <a:prstGeom prst="rect">
            <a:avLst/>
          </a:prstGeom>
          <a:noFill/>
        </p:spPr>
      </p:pic>
      <p:pic>
        <p:nvPicPr>
          <p:cNvPr id="11" name="Picture 10">
            <a:extLst>
              <a:ext uri="{FF2B5EF4-FFF2-40B4-BE49-F238E27FC236}">
                <a16:creationId xmlns:a16="http://schemas.microsoft.com/office/drawing/2014/main" id="{F5D091C3-FFD4-2C79-17BE-12A3970C20AE}"/>
              </a:ext>
            </a:extLst>
          </p:cNvPr>
          <p:cNvPicPr>
            <a:picLocks noChangeAspect="1"/>
          </p:cNvPicPr>
          <p:nvPr/>
        </p:nvPicPr>
        <p:blipFill>
          <a:blip r:embed="rId3"/>
          <a:stretch>
            <a:fillRect/>
          </a:stretch>
        </p:blipFill>
        <p:spPr>
          <a:xfrm>
            <a:off x="4274920" y="4397528"/>
            <a:ext cx="3372834" cy="2162310"/>
          </a:xfrm>
          <a:prstGeom prst="rect">
            <a:avLst/>
          </a:prstGeom>
        </p:spPr>
      </p:pic>
    </p:spTree>
    <p:extLst>
      <p:ext uri="{BB962C8B-B14F-4D97-AF65-F5344CB8AC3E}">
        <p14:creationId xmlns:p14="http://schemas.microsoft.com/office/powerpoint/2010/main" val="27580984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FC65E9-C171-F634-A740-CBD40710DEFD}"/>
              </a:ext>
            </a:extLst>
          </p:cNvPr>
          <p:cNvSpPr>
            <a:spLocks noGrp="1"/>
          </p:cNvSpPr>
          <p:nvPr>
            <p:ph type="title"/>
          </p:nvPr>
        </p:nvSpPr>
        <p:spPr/>
        <p:txBody>
          <a:bodyPr/>
          <a:lstStyle/>
          <a:p>
            <a:r>
              <a:rPr lang="en-US"/>
              <a:t>Graphs</a:t>
            </a:r>
            <a:endParaRPr lang="en-IN"/>
          </a:p>
        </p:txBody>
      </p:sp>
      <p:pic>
        <p:nvPicPr>
          <p:cNvPr id="6" name="Content Placeholder 5">
            <a:extLst>
              <a:ext uri="{FF2B5EF4-FFF2-40B4-BE49-F238E27FC236}">
                <a16:creationId xmlns:a16="http://schemas.microsoft.com/office/drawing/2014/main" id="{EEBE4813-70DE-F705-F4F0-6F875FBFEBA8}"/>
              </a:ext>
            </a:extLst>
          </p:cNvPr>
          <p:cNvPicPr>
            <a:picLocks noGrp="1" noChangeAspect="1"/>
          </p:cNvPicPr>
          <p:nvPr>
            <p:ph sz="half" idx="1"/>
          </p:nvPr>
        </p:nvPicPr>
        <p:blipFill>
          <a:blip r:embed="rId2"/>
          <a:stretch>
            <a:fillRect/>
          </a:stretch>
        </p:blipFill>
        <p:spPr>
          <a:xfrm>
            <a:off x="894602" y="4493259"/>
            <a:ext cx="2653281" cy="1702104"/>
          </a:xfrm>
        </p:spPr>
      </p:pic>
      <p:sp>
        <p:nvSpPr>
          <p:cNvPr id="4" name="Content Placeholder 3">
            <a:extLst>
              <a:ext uri="{FF2B5EF4-FFF2-40B4-BE49-F238E27FC236}">
                <a16:creationId xmlns:a16="http://schemas.microsoft.com/office/drawing/2014/main" id="{79B331F5-A11B-7A71-0DAA-D1C0AAB6C46A}"/>
              </a:ext>
            </a:extLst>
          </p:cNvPr>
          <p:cNvSpPr>
            <a:spLocks noGrp="1"/>
          </p:cNvSpPr>
          <p:nvPr>
            <p:ph sz="half" idx="2"/>
          </p:nvPr>
        </p:nvSpPr>
        <p:spPr>
          <a:xfrm>
            <a:off x="873611" y="4057397"/>
            <a:ext cx="2721049" cy="2721049"/>
          </a:xfrm>
        </p:spPr>
        <p:txBody>
          <a:bodyPr/>
          <a:lstStyle/>
          <a:p>
            <a:r>
              <a:rPr lang="en-US"/>
              <a:t>CNN model:</a:t>
            </a:r>
          </a:p>
          <a:p>
            <a:endParaRPr lang="en-US"/>
          </a:p>
          <a:p>
            <a:endParaRPr lang="en-US"/>
          </a:p>
          <a:p>
            <a:endParaRPr lang="en-US"/>
          </a:p>
          <a:p>
            <a:endParaRPr lang="en-US"/>
          </a:p>
          <a:p>
            <a:endParaRPr lang="en-IN"/>
          </a:p>
        </p:txBody>
      </p:sp>
      <p:pic>
        <p:nvPicPr>
          <p:cNvPr id="11" name="Picture 10">
            <a:extLst>
              <a:ext uri="{FF2B5EF4-FFF2-40B4-BE49-F238E27FC236}">
                <a16:creationId xmlns:a16="http://schemas.microsoft.com/office/drawing/2014/main" id="{8FBF4FB4-9AE3-12AC-0AEB-CFBA734DF3A2}"/>
              </a:ext>
            </a:extLst>
          </p:cNvPr>
          <p:cNvPicPr>
            <a:picLocks noChangeAspect="1"/>
          </p:cNvPicPr>
          <p:nvPr/>
        </p:nvPicPr>
        <p:blipFill>
          <a:blip r:embed="rId3"/>
          <a:stretch>
            <a:fillRect/>
          </a:stretch>
        </p:blipFill>
        <p:spPr>
          <a:xfrm>
            <a:off x="4226331" y="4462813"/>
            <a:ext cx="2651468" cy="1771925"/>
          </a:xfrm>
          <a:prstGeom prst="rect">
            <a:avLst/>
          </a:prstGeom>
        </p:spPr>
      </p:pic>
    </p:spTree>
    <p:extLst>
      <p:ext uri="{BB962C8B-B14F-4D97-AF65-F5344CB8AC3E}">
        <p14:creationId xmlns:p14="http://schemas.microsoft.com/office/powerpoint/2010/main" val="9408642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BF13E4-FA6D-BEA9-E3DF-E19AC41A4A78}"/>
              </a:ext>
            </a:extLst>
          </p:cNvPr>
          <p:cNvSpPr>
            <a:spLocks noGrp="1"/>
          </p:cNvSpPr>
          <p:nvPr>
            <p:ph type="title"/>
          </p:nvPr>
        </p:nvSpPr>
        <p:spPr/>
        <p:txBody>
          <a:bodyPr/>
          <a:lstStyle/>
          <a:p>
            <a:r>
              <a:rPr lang="en-US"/>
              <a:t>Graphs</a:t>
            </a:r>
            <a:endParaRPr lang="en-IN"/>
          </a:p>
        </p:txBody>
      </p:sp>
      <p:sp>
        <p:nvSpPr>
          <p:cNvPr id="3" name="Content Placeholder 2">
            <a:extLst>
              <a:ext uri="{FF2B5EF4-FFF2-40B4-BE49-F238E27FC236}">
                <a16:creationId xmlns:a16="http://schemas.microsoft.com/office/drawing/2014/main" id="{41F651FF-358D-F357-4E41-7B06245841C2}"/>
              </a:ext>
            </a:extLst>
          </p:cNvPr>
          <p:cNvSpPr>
            <a:spLocks noGrp="1"/>
          </p:cNvSpPr>
          <p:nvPr>
            <p:ph sz="half" idx="1"/>
          </p:nvPr>
        </p:nvSpPr>
        <p:spPr/>
        <p:txBody>
          <a:bodyPr/>
          <a:lstStyle/>
          <a:p>
            <a:r>
              <a:rPr lang="en-US" err="1"/>
              <a:t>NasNetMobile:</a:t>
            </a:r>
          </a:p>
          <a:p>
            <a:endParaRPr lang="en-IN"/>
          </a:p>
        </p:txBody>
      </p:sp>
      <p:pic>
        <p:nvPicPr>
          <p:cNvPr id="8" name="Content Placeholder 7">
            <a:extLst>
              <a:ext uri="{FF2B5EF4-FFF2-40B4-BE49-F238E27FC236}">
                <a16:creationId xmlns:a16="http://schemas.microsoft.com/office/drawing/2014/main" id="{0288254E-CBA7-104A-5B3A-7D0D38AE049A}"/>
              </a:ext>
            </a:extLst>
          </p:cNvPr>
          <p:cNvPicPr>
            <a:picLocks noGrp="1" noChangeAspect="1"/>
          </p:cNvPicPr>
          <p:nvPr>
            <p:ph sz="half" idx="2"/>
          </p:nvPr>
        </p:nvPicPr>
        <p:blipFill>
          <a:blip r:embed="rId2"/>
          <a:stretch>
            <a:fillRect/>
          </a:stretch>
        </p:blipFill>
        <p:spPr>
          <a:xfrm>
            <a:off x="4129151" y="4403542"/>
            <a:ext cx="2818229" cy="1934282"/>
          </a:xfrm>
        </p:spPr>
      </p:pic>
      <p:pic>
        <p:nvPicPr>
          <p:cNvPr id="6" name="Picture 5">
            <a:extLst>
              <a:ext uri="{FF2B5EF4-FFF2-40B4-BE49-F238E27FC236}">
                <a16:creationId xmlns:a16="http://schemas.microsoft.com/office/drawing/2014/main" id="{9E915F5E-379C-94D1-69A4-80C44E1921D0}"/>
              </a:ext>
            </a:extLst>
          </p:cNvPr>
          <p:cNvPicPr>
            <a:picLocks noChangeAspect="1"/>
          </p:cNvPicPr>
          <p:nvPr/>
        </p:nvPicPr>
        <p:blipFill>
          <a:blip r:embed="rId3"/>
          <a:stretch>
            <a:fillRect/>
          </a:stretch>
        </p:blipFill>
        <p:spPr>
          <a:xfrm>
            <a:off x="716115" y="4403542"/>
            <a:ext cx="3062611" cy="2028758"/>
          </a:xfrm>
          <a:prstGeom prst="rect">
            <a:avLst/>
          </a:prstGeom>
        </p:spPr>
      </p:pic>
    </p:spTree>
    <p:extLst>
      <p:ext uri="{BB962C8B-B14F-4D97-AF65-F5344CB8AC3E}">
        <p14:creationId xmlns:p14="http://schemas.microsoft.com/office/powerpoint/2010/main" val="21992127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2488B2-FA59-6060-0154-31BD96EC6207}"/>
              </a:ext>
            </a:extLst>
          </p:cNvPr>
          <p:cNvSpPr>
            <a:spLocks noGrp="1"/>
          </p:cNvSpPr>
          <p:nvPr>
            <p:ph type="title"/>
          </p:nvPr>
        </p:nvSpPr>
        <p:spPr/>
        <p:txBody>
          <a:bodyPr/>
          <a:lstStyle/>
          <a:p>
            <a:r>
              <a:rPr lang="en-US"/>
              <a:t>Graphs</a:t>
            </a:r>
            <a:endParaRPr lang="en-IN"/>
          </a:p>
        </p:txBody>
      </p:sp>
      <p:sp>
        <p:nvSpPr>
          <p:cNvPr id="3" name="Content Placeholder 2">
            <a:extLst>
              <a:ext uri="{FF2B5EF4-FFF2-40B4-BE49-F238E27FC236}">
                <a16:creationId xmlns:a16="http://schemas.microsoft.com/office/drawing/2014/main" id="{8C2FBAAD-896C-BC02-4F0A-4A51D2BA8687}"/>
              </a:ext>
            </a:extLst>
          </p:cNvPr>
          <p:cNvSpPr>
            <a:spLocks noGrp="1"/>
          </p:cNvSpPr>
          <p:nvPr>
            <p:ph sz="half" idx="1"/>
          </p:nvPr>
        </p:nvSpPr>
        <p:spPr/>
        <p:txBody>
          <a:bodyPr/>
          <a:lstStyle/>
          <a:p>
            <a:r>
              <a:rPr lang="en-US"/>
              <a:t>Inception V3:</a:t>
            </a:r>
          </a:p>
          <a:p>
            <a:endParaRPr lang="en-IN"/>
          </a:p>
        </p:txBody>
      </p:sp>
      <p:pic>
        <p:nvPicPr>
          <p:cNvPr id="8" name="Content Placeholder 7">
            <a:extLst>
              <a:ext uri="{FF2B5EF4-FFF2-40B4-BE49-F238E27FC236}">
                <a16:creationId xmlns:a16="http://schemas.microsoft.com/office/drawing/2014/main" id="{DA61B795-E141-0134-A45E-EB0E80BEFB64}"/>
              </a:ext>
            </a:extLst>
          </p:cNvPr>
          <p:cNvPicPr>
            <a:picLocks noGrp="1" noChangeAspect="1"/>
          </p:cNvPicPr>
          <p:nvPr>
            <p:ph sz="half" idx="2"/>
          </p:nvPr>
        </p:nvPicPr>
        <p:blipFill>
          <a:blip r:embed="rId2"/>
          <a:stretch>
            <a:fillRect/>
          </a:stretch>
        </p:blipFill>
        <p:spPr>
          <a:xfrm>
            <a:off x="3983380" y="4517335"/>
            <a:ext cx="3309968" cy="2115450"/>
          </a:xfrm>
        </p:spPr>
      </p:pic>
      <p:pic>
        <p:nvPicPr>
          <p:cNvPr id="6" name="Picture 5">
            <a:extLst>
              <a:ext uri="{FF2B5EF4-FFF2-40B4-BE49-F238E27FC236}">
                <a16:creationId xmlns:a16="http://schemas.microsoft.com/office/drawing/2014/main" id="{776CE850-A535-BB25-D143-88A23B4945F7}"/>
              </a:ext>
            </a:extLst>
          </p:cNvPr>
          <p:cNvPicPr>
            <a:picLocks noChangeAspect="1"/>
          </p:cNvPicPr>
          <p:nvPr/>
        </p:nvPicPr>
        <p:blipFill>
          <a:blip r:embed="rId3"/>
          <a:stretch>
            <a:fillRect/>
          </a:stretch>
        </p:blipFill>
        <p:spPr>
          <a:xfrm>
            <a:off x="484889" y="4494709"/>
            <a:ext cx="3089683" cy="2138076"/>
          </a:xfrm>
          <a:prstGeom prst="rect">
            <a:avLst/>
          </a:prstGeom>
        </p:spPr>
      </p:pic>
    </p:spTree>
    <p:extLst>
      <p:ext uri="{BB962C8B-B14F-4D97-AF65-F5344CB8AC3E}">
        <p14:creationId xmlns:p14="http://schemas.microsoft.com/office/powerpoint/2010/main" val="33112757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AEE112-46EB-9419-F6B7-ED05504A7E0F}"/>
              </a:ext>
            </a:extLst>
          </p:cNvPr>
          <p:cNvSpPr>
            <a:spLocks noGrp="1"/>
          </p:cNvSpPr>
          <p:nvPr>
            <p:ph type="title"/>
          </p:nvPr>
        </p:nvSpPr>
        <p:spPr/>
        <p:txBody>
          <a:bodyPr/>
          <a:lstStyle/>
          <a:p>
            <a:r>
              <a:rPr lang="en-US"/>
              <a:t>Conclusion</a:t>
            </a:r>
            <a:endParaRPr lang="en-IN"/>
          </a:p>
        </p:txBody>
      </p:sp>
      <p:sp>
        <p:nvSpPr>
          <p:cNvPr id="3" name="Content Placeholder 2">
            <a:extLst>
              <a:ext uri="{FF2B5EF4-FFF2-40B4-BE49-F238E27FC236}">
                <a16:creationId xmlns:a16="http://schemas.microsoft.com/office/drawing/2014/main" id="{E730BD83-341D-A253-288B-F225CD197BE8}"/>
              </a:ext>
            </a:extLst>
          </p:cNvPr>
          <p:cNvSpPr>
            <a:spLocks noGrp="1"/>
          </p:cNvSpPr>
          <p:nvPr>
            <p:ph idx="1"/>
          </p:nvPr>
        </p:nvSpPr>
        <p:spPr>
          <a:xfrm>
            <a:off x="970792" y="4543299"/>
            <a:ext cx="5830819" cy="2235147"/>
          </a:xfrm>
        </p:spPr>
        <p:txBody>
          <a:bodyPr/>
          <a:lstStyle/>
          <a:p>
            <a:r>
              <a:rPr lang="en-US"/>
              <a:t>In a performance evaluation of various pre-trained architectures and a CNN-based model, the CNN-based model outperformed NasNetMobile, VGG-16, and Inception V3. The customized CNN-based model was found to be easier to train due to its lower number of trainable parameters and lower computing complexity compared to the other pre-trained architectures.</a:t>
            </a:r>
            <a:endParaRPr lang="en-IN"/>
          </a:p>
        </p:txBody>
      </p:sp>
    </p:spTree>
    <p:extLst>
      <p:ext uri="{BB962C8B-B14F-4D97-AF65-F5344CB8AC3E}">
        <p14:creationId xmlns:p14="http://schemas.microsoft.com/office/powerpoint/2010/main" val="41372001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39255E-7CA0-21F8-1F2B-A3FC5029E463}"/>
              </a:ext>
            </a:extLst>
          </p:cNvPr>
          <p:cNvSpPr>
            <a:spLocks noGrp="1"/>
          </p:cNvSpPr>
          <p:nvPr>
            <p:ph type="title"/>
          </p:nvPr>
        </p:nvSpPr>
        <p:spPr>
          <a:xfrm>
            <a:off x="970792" y="3017770"/>
            <a:ext cx="5830817" cy="456545"/>
          </a:xfrm>
        </p:spPr>
        <p:txBody>
          <a:bodyPr/>
          <a:lstStyle/>
          <a:p>
            <a:r>
              <a:rPr lang="en-US"/>
              <a:t>References</a:t>
            </a:r>
            <a:endParaRPr lang="en-IN"/>
          </a:p>
        </p:txBody>
      </p:sp>
      <p:sp>
        <p:nvSpPr>
          <p:cNvPr id="3" name="Content Placeholder 2">
            <a:extLst>
              <a:ext uri="{FF2B5EF4-FFF2-40B4-BE49-F238E27FC236}">
                <a16:creationId xmlns:a16="http://schemas.microsoft.com/office/drawing/2014/main" id="{1035D03F-E7EF-E825-2608-4B38D3D1B5AB}"/>
              </a:ext>
            </a:extLst>
          </p:cNvPr>
          <p:cNvSpPr>
            <a:spLocks noGrp="1"/>
          </p:cNvSpPr>
          <p:nvPr>
            <p:ph idx="1"/>
          </p:nvPr>
        </p:nvSpPr>
        <p:spPr>
          <a:xfrm>
            <a:off x="970792" y="3814446"/>
            <a:ext cx="5830819" cy="2963999"/>
          </a:xfrm>
        </p:spPr>
        <p:txBody>
          <a:bodyPr/>
          <a:lstStyle/>
          <a:p>
            <a:r>
              <a:rPr lang="en-US" b="0" i="0" err="1">
                <a:solidFill>
                  <a:schemeClr val="tx1">
                    <a:lumMod val="95000"/>
                  </a:schemeClr>
                </a:solidFill>
                <a:effectLst/>
                <a:latin typeface="Georgia" panose="02040502050405020303" pitchFamily="18" charset="0"/>
              </a:rPr>
              <a:t>Tirkey D, Singh KK, Tripathi S. Performance analysis of AI-based solutions for crop disease identification detection, and classification. Smart Agric Technol. </a:t>
            </a:r>
            <a:r>
              <a:rPr lang="en-US" b="0" i="0">
                <a:solidFill>
                  <a:srgbClr val="333333"/>
                </a:solidFill>
                <a:effectLst/>
                <a:latin typeface="Georgia" panose="02040502050405020303" pitchFamily="18" charset="0"/>
              </a:rPr>
              <a:t>2023. </a:t>
            </a:r>
            <a:r>
              <a:rPr lang="en-US" b="0" i="0">
                <a:solidFill>
                  <a:srgbClr val="004B83"/>
                </a:solidFill>
                <a:effectLst/>
                <a:latin typeface="Georgia" panose="02040502050405020303" pitchFamily="18" charset="0"/>
                <a:hlinkClick r:id="rId2"/>
              </a:rPr>
              <a:t>https://doi.org/10.1016/j.atech.2023.100238</a:t>
            </a:r>
            <a:r>
              <a:rPr lang="en-US" b="0" i="0">
                <a:solidFill>
                  <a:srgbClr val="333333"/>
                </a:solidFill>
                <a:effectLst/>
                <a:latin typeface="Georgia" panose="02040502050405020303" pitchFamily="18" charset="0"/>
              </a:rPr>
              <a:t>.</a:t>
            </a:r>
          </a:p>
          <a:p>
            <a:r>
              <a:rPr lang="en-US" b="0" i="0" err="1">
                <a:solidFill>
                  <a:schemeClr val="tx1">
                    <a:lumMod val="95000"/>
                  </a:schemeClr>
                </a:solidFill>
                <a:effectLst/>
                <a:latin typeface="Georgia" panose="02040502050405020303" pitchFamily="18" charset="0"/>
              </a:rPr>
              <a:t>Ramanjot, et al. Plant disease detection and classification: a systematic literature review”. Sensors. </a:t>
            </a:r>
            <a:r>
              <a:rPr lang="en-US" b="0" i="0">
                <a:solidFill>
                  <a:srgbClr val="333333"/>
                </a:solidFill>
                <a:effectLst/>
                <a:latin typeface="Georgia" panose="02040502050405020303" pitchFamily="18" charset="0"/>
              </a:rPr>
              <a:t>2023. </a:t>
            </a:r>
            <a:r>
              <a:rPr lang="en-US" b="0" i="0">
                <a:solidFill>
                  <a:srgbClr val="004B83"/>
                </a:solidFill>
                <a:effectLst/>
                <a:latin typeface="Georgia" panose="02040502050405020303" pitchFamily="18" charset="0"/>
                <a:hlinkClick r:id="rId3"/>
              </a:rPr>
              <a:t>https://doi.org/10.3390/s23104769</a:t>
            </a:r>
            <a:r>
              <a:rPr lang="en-US" b="0" i="0">
                <a:solidFill>
                  <a:srgbClr val="333333"/>
                </a:solidFill>
                <a:effectLst/>
                <a:latin typeface="Georgia" panose="02040502050405020303" pitchFamily="18" charset="0"/>
              </a:rPr>
              <a:t>.</a:t>
            </a:r>
            <a:endParaRPr lang="en-US">
              <a:solidFill>
                <a:srgbClr val="333333"/>
              </a:solidFill>
              <a:latin typeface="Georgia" panose="02040502050405020303" pitchFamily="18" charset="0"/>
            </a:endParaRPr>
          </a:p>
          <a:p>
            <a:r>
              <a:rPr lang="en-IN" b="0" i="0">
                <a:solidFill>
                  <a:schemeClr val="tx1">
                    <a:lumMod val="95000"/>
                  </a:schemeClr>
                </a:solidFill>
                <a:effectLst/>
                <a:latin typeface="Georgia" panose="02040502050405020303" pitchFamily="18" charset="0"/>
              </a:rPr>
              <a:t>Krishnan VG, Deepa J, Rao PV, Divya V, Kaviarasan S. An automated segmentation and classification model for banana leaf disease detection. J Appl Biol Biotechnol. 2022;10(1):213–20</a:t>
            </a:r>
            <a:r>
              <a:rPr lang="en-IN" b="0" i="0">
                <a:solidFill>
                  <a:srgbClr val="333333"/>
                </a:solidFill>
                <a:effectLst/>
                <a:latin typeface="Georgia" panose="02040502050405020303" pitchFamily="18" charset="0"/>
              </a:rPr>
              <a:t>. </a:t>
            </a:r>
            <a:r>
              <a:rPr lang="en-IN" b="0" i="0">
                <a:solidFill>
                  <a:srgbClr val="004B83"/>
                </a:solidFill>
                <a:effectLst/>
                <a:latin typeface="Georgia" panose="02040502050405020303" pitchFamily="18" charset="0"/>
                <a:hlinkClick r:id="rId4"/>
              </a:rPr>
              <a:t>https://doi.org/10.7324/JABB.2021.100126</a:t>
            </a:r>
            <a:r>
              <a:rPr lang="en-IN" b="0" i="0">
                <a:solidFill>
                  <a:srgbClr val="333333"/>
                </a:solidFill>
                <a:effectLst/>
                <a:latin typeface="Georgia" panose="02040502050405020303" pitchFamily="18" charset="0"/>
              </a:rPr>
              <a:t>.</a:t>
            </a:r>
            <a:endParaRPr lang="en-IN"/>
          </a:p>
        </p:txBody>
      </p:sp>
    </p:spTree>
    <p:extLst>
      <p:ext uri="{BB962C8B-B14F-4D97-AF65-F5344CB8AC3E}">
        <p14:creationId xmlns:p14="http://schemas.microsoft.com/office/powerpoint/2010/main" val="15939126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0F9CE-D934-7C3B-DF77-77C9ABC0B040}"/>
              </a:ext>
            </a:extLst>
          </p:cNvPr>
          <p:cNvSpPr>
            <a:spLocks noGrp="1"/>
          </p:cNvSpPr>
          <p:nvPr>
            <p:ph type="title"/>
          </p:nvPr>
        </p:nvSpPr>
        <p:spPr/>
        <p:txBody>
          <a:bodyPr/>
          <a:lstStyle/>
          <a:p>
            <a:r>
              <a:rPr lang="en-US"/>
              <a:t>References</a:t>
            </a:r>
            <a:endParaRPr lang="en-IN"/>
          </a:p>
        </p:txBody>
      </p:sp>
      <p:sp>
        <p:nvSpPr>
          <p:cNvPr id="3" name="Content Placeholder 2">
            <a:extLst>
              <a:ext uri="{FF2B5EF4-FFF2-40B4-BE49-F238E27FC236}">
                <a16:creationId xmlns:a16="http://schemas.microsoft.com/office/drawing/2014/main" id="{F839DE0D-50CA-BAB4-4525-CE54513ADD49}"/>
              </a:ext>
            </a:extLst>
          </p:cNvPr>
          <p:cNvSpPr>
            <a:spLocks noGrp="1"/>
          </p:cNvSpPr>
          <p:nvPr>
            <p:ph idx="1"/>
          </p:nvPr>
        </p:nvSpPr>
        <p:spPr/>
        <p:txBody>
          <a:bodyPr/>
          <a:lstStyle/>
          <a:p>
            <a:r>
              <a:rPr lang="en-IN"/>
              <a:t>Intelligent Mobile Plant Disease Diagnostic System Using NASNet-Mobile Deep Learning Adedamola O. Adedoja, Pius A. Owolawi, Temitope Mapayi, Member, IAENG, and Chunling Tu. </a:t>
            </a:r>
            <a:r>
              <a:rPr lang="en-IN">
                <a:hlinkClick r:id="rId2"/>
              </a:rPr>
              <a:t>https://www.iaeng.org/IJCS/issues_v49/issue_1/IJCS_49_1_23.pdf</a:t>
            </a:r>
            <a:endParaRPr lang="en-IN"/>
          </a:p>
          <a:p>
            <a:r>
              <a:rPr lang="en-IN"/>
              <a:t>Image Recognition of Tea Leaf Diseases Based on Convolutional Neural Network Xiaoxiao SUN1，Shaomin MU1，Yongyu XU2，Zhihao CAO1，Tingting SU1 .</a:t>
            </a:r>
          </a:p>
          <a:p>
            <a:r>
              <a:rPr lang="en-IN">
                <a:hlinkClick r:id="rId3"/>
              </a:rPr>
              <a:t>https://arxiv.org/ftp/arxiv/papers/1901/1901.02694.pdf</a:t>
            </a:r>
            <a:endParaRPr lang="en-IN"/>
          </a:p>
          <a:p>
            <a:endParaRPr lang="en-IN"/>
          </a:p>
          <a:p>
            <a:endParaRPr lang="en-IN"/>
          </a:p>
        </p:txBody>
      </p:sp>
    </p:spTree>
    <p:extLst>
      <p:ext uri="{BB962C8B-B14F-4D97-AF65-F5344CB8AC3E}">
        <p14:creationId xmlns:p14="http://schemas.microsoft.com/office/powerpoint/2010/main" val="8224299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AS_NET" val="6.0.27"/>
  <p:tag name="AS_OS" val="Unix 6.5.0.1014"/>
  <p:tag name="AS_RELEASE_DATE" val="2023.01.14"/>
  <p:tag name="AS_TITLE" val="Aspose.Slides for .NET5"/>
  <p:tag name="AS_VERSION" val="23.1"/>
</p:tagLst>
</file>

<file path=ppt/theme/_rels/theme3.xml.rels><?xml version="1.0" encoding="UTF-8" standalone="yes"?>
<Relationships xmlns="http://schemas.openxmlformats.org/package/2006/relationships"><Relationship Id="rId1" Type="http://schemas.openxmlformats.org/officeDocument/2006/relationships/image" Target="../media/image1.jpeg" /></Relationships>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Arial"/>
        <a:cs typeface="Arial"/>
        <a:font script="Jpan" typeface="ＭＳ%20Ｐゴシック"/>
        <a:font script="Hang" typeface="맑은%20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Arial"/>
        <a:cs typeface="Arial"/>
        <a:font script="Jpan" typeface="ＭＳ%20Ｐゴシック"/>
        <a:font script="Hang" typeface="맑은%20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Calibri"/>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Calibri"/>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ustom">
  <a:themeElements>
    <a:clrScheme name="Chalkboard_16x9">
      <a:dk1>
        <a:sysClr val="windowText" lastClr="000000"/>
      </a:dk1>
      <a:lt1>
        <a:sysClr val="window" lastClr="FFFFFF"/>
      </a:lt1>
      <a:dk2>
        <a:srgbClr val="333333"/>
      </a:dk2>
      <a:lt2>
        <a:srgbClr val="B2B2B2"/>
      </a:lt2>
      <a:accent1>
        <a:srgbClr val="57BCE5"/>
      </a:accent1>
      <a:accent2>
        <a:srgbClr val="F4D968"/>
      </a:accent2>
      <a:accent3>
        <a:srgbClr val="AEBD57"/>
      </a:accent3>
      <a:accent4>
        <a:srgbClr val="DF9041"/>
      </a:accent4>
      <a:accent5>
        <a:srgbClr val="E35F5F"/>
      </a:accent5>
      <a:accent6>
        <a:srgbClr val="828BCE"/>
      </a:accent6>
      <a:hlink>
        <a:srgbClr val="57BCE5"/>
      </a:hlink>
      <a:folHlink>
        <a:srgbClr val="969696"/>
      </a:folHlink>
    </a:clrScheme>
    <a:fontScheme name="Chalkboard_16x9">
      <a:majorFont>
        <a:latin typeface="Consolas"/>
        <a:ea typeface="Consolas"/>
        <a:cs typeface="Arial"/>
        <a:font script="Jpan" typeface="HG丸ｺﾞｼｯｸM-PRO"/>
        <a:font script="Hang" typeface="HY중고딕"/>
        <a:font script="Hans" typeface="华文楷体"/>
        <a:font script="Hant" typeface="新細明體"/>
        <a:font script="Arab" typeface="Tahoma"/>
        <a:font script="Hebr" typeface="Levenim MT"/>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Corbel"/>
        <a:cs typeface="Arial"/>
        <a:font script="Jpan" typeface="HGｺﾞｼｯｸM"/>
        <a:font script="Hang" typeface="맑은 고딕"/>
        <a:font script="Hans" typeface="宋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80000"/>
                <a:satMod val="300000"/>
              </a:schemeClr>
            </a:gs>
            <a:gs pos="100000">
              <a:schemeClr val="phClr">
                <a:shade val="30000"/>
                <a:satMod val="200000"/>
              </a:schemeClr>
            </a:gs>
          </a:gsLst>
          <a:path path="circle">
            <a:fillToRect l="50000" t="50000" r="50000" b="50000"/>
          </a:path>
        </a:gradFill>
        <a:blipFill rotWithShape="1">
          <a:blip xmlns:r="http://schemas.openxmlformats.org/officeDocument/2006/relationships" r:embed="rId1">
            <a:duotone>
              <a:schemeClr val="phClr">
                <a:shade val="12000"/>
                <a:satMod val="240000"/>
              </a:schemeClr>
              <a:schemeClr val="phClr">
                <a:tint val="65000"/>
              </a:schemeClr>
            </a:duotone>
          </a:blip>
          <a:stretch>
            <a:fillRect/>
          </a:stretch>
        </a:blipFill>
      </a:bgFillStyleLst>
    </a:fmtScheme>
  </a:themeElements>
  <a:objectDefaults>
    <a:spDef>
      <a:spPr>
        <a:ln>
          <a:miter lim="800000"/>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25400">
          <a:miter lim="800000"/>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nSpc>
            <a:spcPct val="90000"/>
          </a:lnSpc>
          <a:defRPr sz="2400"/>
        </a:defPPr>
      </a:lstStyle>
    </a:txDef>
  </a:objectDefaults>
  <a:extraClrSchemeLst/>
  <a:extLst>
    <a:ext uri="{05A4C25C-085E-4340-85A3-A5531E510DB2}">
      <thm15:themeFamily xmlns:thm15="http://schemas.microsoft.com/office/thememl/2012/main" name="Custom" id="{37DB63F3-72C7-4A67-82CB-DE1EC68F0B1F}" vid="{1DDF8815-C24B-4878-AB18-C1C7DB7407AA}"/>
    </a:ext>
  </a:extLst>
</a:theme>
</file>

<file path=docProps/app.xml><?xml version="1.0" encoding="utf-8"?>
<Properties xmlns="http://schemas.openxmlformats.org/officeDocument/2006/extended-properties" xmlns:vt="http://schemas.openxmlformats.org/officeDocument/2006/docPropsVTypes">
  <TotalTime>5</TotalTime>
  <Words>2726</Words>
  <Application>Microsoft Office PowerPoint</Application>
  <PresentationFormat>Custom</PresentationFormat>
  <Paragraphs>283</Paragraphs>
  <Slides>29</Slides>
  <Notes>0</Notes>
  <HiddenSlides>0</HiddenSlides>
  <MMClips>0</MMClips>
  <ScaleCrop>false</ScaleCrop>
  <HeadingPairs>
    <vt:vector size="4" baseType="variant">
      <vt:variant>
        <vt:lpstr>Theme</vt:lpstr>
      </vt:variant>
      <vt:variant>
        <vt:i4>3</vt:i4>
      </vt:variant>
      <vt:variant>
        <vt:lpstr>Slide Titles</vt:lpstr>
      </vt:variant>
      <vt:variant>
        <vt:i4>29</vt:i4>
      </vt:variant>
    </vt:vector>
  </HeadingPairs>
  <TitlesOfParts>
    <vt:vector size="32" baseType="lpstr">
      <vt:lpstr>Office Theme</vt:lpstr>
      <vt:lpstr>Office Theme</vt:lpstr>
      <vt:lpstr>Custom</vt:lpstr>
      <vt:lpstr>PROJECT REVIEW</vt:lpstr>
      <vt:lpstr>Team Members:</vt:lpstr>
      <vt:lpstr>Problem Statement</vt:lpstr>
      <vt:lpstr>Abstract</vt:lpstr>
      <vt:lpstr>Introduction</vt:lpstr>
      <vt:lpstr>Research challenges </vt:lpstr>
      <vt:lpstr>PROJECT OBJECTIVE</vt:lpstr>
      <vt:lpstr>Contributions </vt:lpstr>
      <vt:lpstr>Literature review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Architecture Diagram for Base Model</vt:lpstr>
      <vt:lpstr>Modules</vt:lpstr>
      <vt:lpstr>Modules Description</vt:lpstr>
      <vt:lpstr>Modules Description</vt:lpstr>
      <vt:lpstr>Results</vt:lpstr>
      <vt:lpstr>Graphs</vt:lpstr>
      <vt:lpstr>Graphs</vt:lpstr>
      <vt:lpstr>Graphs</vt:lpstr>
      <vt:lpstr>Conclusion</vt:lpstr>
      <vt:lpstr>References</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REVIEW</dc:title>
  <cp:lastModifiedBy>919566186681</cp:lastModifiedBy>
  <cp:revision>3</cp:revision>
  <cp:lastPrinted>2024-03-25T17:48:11Z</cp:lastPrinted>
  <dcterms:created xsi:type="dcterms:W3CDTF">2024-03-25T17:48:11Z</dcterms:created>
  <dcterms:modified xsi:type="dcterms:W3CDTF">2024-04-23T04:41:33Z</dcterms:modified>
</cp:coreProperties>
</file>